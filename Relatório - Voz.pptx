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75" r:id="rId3"/>
    <p:sldId id="260" r:id="rId4"/>
    <p:sldId id="259" r:id="rId5"/>
    <p:sldId id="277" r:id="rId6"/>
    <p:sldId id="263" r:id="rId7"/>
    <p:sldId id="281" r:id="rId8"/>
    <p:sldId id="280" r:id="rId9"/>
    <p:sldId id="267" r:id="rId10"/>
    <p:sldId id="282" r:id="rId11"/>
    <p:sldId id="276" r:id="rId12"/>
    <p:sldId id="274" r:id="rId1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B5DB"/>
    <a:srgbClr val="FFC000"/>
    <a:srgbClr val="8FA2D4"/>
    <a:srgbClr val="FC9988"/>
    <a:srgbClr val="3B64AD"/>
    <a:srgbClr val="2E75B6"/>
    <a:srgbClr val="7F7F7F"/>
    <a:srgbClr val="194E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7" autoAdjust="0"/>
    <p:restoredTop sz="93037" autoAdjust="0"/>
  </p:normalViewPr>
  <p:slideViewPr>
    <p:cSldViewPr snapToGrid="0">
      <p:cViewPr varScale="1">
        <p:scale>
          <a:sx n="84" d="100"/>
          <a:sy n="84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b="1" i="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400" b="1" i="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400" b="1" i="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</c:v>
                </c:pt>
                <c:pt idx="1">
                  <c:v>14</c:v>
                </c:pt>
                <c:pt idx="2">
                  <c:v>13</c:v>
                </c:pt>
                <c:pt idx="3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2B6-475B-B654-FE5A0D82FE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chemeClr val="accent1">
                <a:tint val="77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32</c:v>
                </c:pt>
                <c:pt idx="1">
                  <c:v>27</c:v>
                </c:pt>
                <c:pt idx="2">
                  <c:v>24</c:v>
                </c:pt>
                <c:pt idx="3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2B6-475B-B654-FE5A0D82FEA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4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MÉDIA</a:t>
            </a:r>
            <a:r>
              <a:rPr lang="en-US" sz="14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DO CANAL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0543971293477057E-3"/>
                  <c:y val="1.181765268849272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0EB4-4C2B-9C5B-24DCDABD4CFE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84.9</c:v>
                </c:pt>
                <c:pt idx="1">
                  <c:v>85.07</c:v>
                </c:pt>
                <c:pt idx="2">
                  <c:v>80.150000000000006</c:v>
                </c:pt>
                <c:pt idx="3">
                  <c:v>74.819999999999993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A8-447A-B19E-2D58E8AA9CB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solidFill>
                <a:srgbClr val="8FA2D4"/>
              </a:solidFill>
            </a:ln>
            <a:effectLst/>
          </c:spPr>
          <c:invertIfNegative val="0"/>
          <c:dLbls>
            <c:dLbl>
              <c:idx val="0"/>
              <c:layout>
                <c:manualLayout>
                  <c:x val="6.1087942586954113E-3"/>
                  <c:y val="5.908826344246362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6CE-4880-9BBB-81D000162EC3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78.66</c:v>
                </c:pt>
                <c:pt idx="1">
                  <c:v>77.89</c:v>
                </c:pt>
                <c:pt idx="2">
                  <c:v>76.58</c:v>
                </c:pt>
                <c:pt idx="3">
                  <c:v>73.040000000000006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A8-447A-B19E-2D58E8AA9CB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</c:v>
                </c:pt>
                <c:pt idx="1">
                  <c:v>28</c:v>
                </c:pt>
                <c:pt idx="2">
                  <c:v>24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AC-45DD-A69D-570C1814D2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AC-45DD-A69D-570C1814D21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cap="all" spc="120" normalizeH="0" baseline="0">
                <a:solidFill>
                  <a:srgbClr val="E7E6E6">
                    <a:lumMod val="25000"/>
                  </a:srgb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/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080" b="0" i="0" u="none" strike="noStrike" kern="1200" cap="all" spc="120" normalizeH="0" baseline="0">
              <a:solidFill>
                <a:srgbClr val="E7E6E6">
                  <a:lumMod val="25000"/>
                </a:srgb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8.538911262832685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D81-4525-9E00-E3663BB064E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0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0.8</c:v>
                </c:pt>
                <c:pt idx="2">
                  <c:v>1</c:v>
                </c:pt>
                <c:pt idx="3">
                  <c:v>0.85709999999999997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81-4525-9E00-E3663BB064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640097786235676E-3"/>
                  <c:y val="5.279400858671685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AE3C-4F37-AC14-28CD0BBA1024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10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12-40EF-8066-FD97A60810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9.156642733382677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0DBD-4D19-BA76-61232F228C56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0.2</c:v>
                </c:pt>
                <c:pt idx="2">
                  <c:v>0</c:v>
                </c:pt>
                <c:pt idx="3">
                  <c:v>0.1429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3A-49F7-9BC3-14126413A1A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E7E6E6">
                    <a:lumMod val="25000"/>
                  </a:srgb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900" b="0" i="0" u="none" strike="noStrike" kern="1200" baseline="0">
              <a:solidFill>
                <a:srgbClr val="E7E6E6">
                  <a:lumMod val="25000"/>
                </a:srgb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 algn="ctr" rtl="0">
        <a:defRPr lang="en-US" sz="900" b="0" i="0" u="none" strike="noStrike" kern="1200" baseline="0">
          <a:solidFill>
            <a:srgbClr val="E7E6E6">
              <a:lumMod val="25000"/>
            </a:srgb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381831212150437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8B9-4296-860A-92C6C3C91A67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10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0.96550000000000002</c:v>
                </c:pt>
                <c:pt idx="1">
                  <c:v>0.67859999999999998</c:v>
                </c:pt>
                <c:pt idx="2">
                  <c:v>0.95830000000000004</c:v>
                </c:pt>
                <c:pt idx="3">
                  <c:v>0.95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8B9-4296-860A-92C6C3C91A67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28019557247087E-2"/>
                  <c:y val="9.6592250670940218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8B9-4296-860A-92C6C3C91A6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 rtl="0">
                  <a:defRPr lang="en-US" sz="10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0.25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8B9-4296-860A-92C6C3C91A67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A7B5DB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28019557247087E-2"/>
                  <c:y val="9.6592250670940218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8B9-4296-860A-92C6C3C91A67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 rtl="0">
                  <a:defRPr lang="en-US" sz="10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3.4500000000000003E-2</c:v>
                </c:pt>
                <c:pt idx="1">
                  <c:v>7.1400000000000005E-2</c:v>
                </c:pt>
                <c:pt idx="2">
                  <c:v>4.1700000000000001E-2</c:v>
                </c:pt>
                <c:pt idx="3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8B9-4296-860A-92C6C3C91A6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-1.0528019557247087E-2"/>
                        <c:y val="9.6592250670940218E-3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2-38B9-4296-860A-92C6C3C91A67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0">
                      <a:spAutoFit/>
                    </a:bodyPr>
                    <a:lstStyle/>
                    <a:p>
                      <a:pPr algn="ctr" rtl="0">
                        <a:defRPr lang="en-US" sz="1000" b="0" i="0" u="none" strike="noStrike" kern="1200" baseline="0">
                          <a:solidFill>
                            <a:srgbClr val="E7E6E6">
                              <a:lumMod val="25000"/>
                            </a:srgb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</c15:sqref>
                        </c15:formulaRef>
                      </c:ext>
                    </c:extLst>
                    <c:numCache>
                      <c:formatCode>0.00%</c:formatCode>
                      <c:ptCount val="1"/>
                      <c:pt idx="0">
                        <c:v>0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4-38B9-4296-860A-92C6C3C91A67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9.1958036912509561E-2"/>
          <c:y val="0.26927698986975396"/>
          <c:w val="0.8744435946646657"/>
          <c:h val="0.4229543270622286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38</c:v>
                </c:pt>
                <c:pt idx="2">
                  <c:v>55</c:v>
                </c:pt>
                <c:pt idx="3">
                  <c:v>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50-4196-938F-6CD13323BE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chemeClr val="accent1">
                <a:tint val="77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75</c:v>
                </c:pt>
                <c:pt idx="1">
                  <c:v>73</c:v>
                </c:pt>
                <c:pt idx="2">
                  <c:v>72</c:v>
                </c:pt>
                <c:pt idx="3">
                  <c:v>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950-4196-938F-6CD13323BEF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1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MÉDIA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DO CANAL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17588517390823E-2"/>
                  <c:y val="1.181765268849272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C3C-4D30-8912-FD27AD6DA4CC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70.11</c:v>
                </c:pt>
                <c:pt idx="2">
                  <c:v>67.290000000000006</c:v>
                </c:pt>
                <c:pt idx="3">
                  <c:v>70.44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8F-48CA-94F0-77CF3A40029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6.1087942586954113E-3"/>
                  <c:y val="2.363530537698544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C3C-4D30-8912-FD27AD6DA4CC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74.47</c:v>
                </c:pt>
                <c:pt idx="1">
                  <c:v>74.89</c:v>
                </c:pt>
                <c:pt idx="2">
                  <c:v>71.650000000000006</c:v>
                </c:pt>
                <c:pt idx="3">
                  <c:v>72.97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8F-48CA-94F0-77CF3A40029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1228517006017402"/>
          <c:y val="0.2320982127792626"/>
          <c:w val="0.85411646151700116"/>
          <c:h val="0.4840258149835058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</c:v>
                </c:pt>
                <c:pt idx="1">
                  <c:v>80</c:v>
                </c:pt>
                <c:pt idx="2">
                  <c:v>89</c:v>
                </c:pt>
                <c:pt idx="3">
                  <c:v>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AC-45DD-A69D-570C1814D2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</c:v>
                </c:pt>
                <c:pt idx="1">
                  <c:v>16</c:v>
                </c:pt>
                <c:pt idx="2">
                  <c:v>25</c:v>
                </c:pt>
                <c:pt idx="3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AC-45DD-A69D-570C1814D21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15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838E-3"/>
                  <c:y val="1.909771298017605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E39-4F83-88F6-1343DEC98927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0.64910000000000001</c:v>
                </c:pt>
                <c:pt idx="1">
                  <c:v>0.82499999999999996</c:v>
                </c:pt>
                <c:pt idx="2">
                  <c:v>0.70789999999999997</c:v>
                </c:pt>
                <c:pt idx="3">
                  <c:v>0.77910000000000001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E39-4F83-88F6-1343DEC9892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4713E-3"/>
                  <c:y val="1.493862592576570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E39-4F83-88F6-1343DEC98927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0.24560000000000001</c:v>
                </c:pt>
                <c:pt idx="1">
                  <c:v>0.1</c:v>
                </c:pt>
                <c:pt idx="2">
                  <c:v>0.2472</c:v>
                </c:pt>
                <c:pt idx="3">
                  <c:v>4.65E-2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EE39-4F83-88F6-1343DEC9892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114E-3"/>
                  <c:y val="1.646258526024536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A75-4966-AD4D-E8433DA2E145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0.1053</c:v>
                </c:pt>
                <c:pt idx="1">
                  <c:v>7.4999999999999997E-2</c:v>
                </c:pt>
                <c:pt idx="2">
                  <c:v>4.4900000000000002E-2</c:v>
                </c:pt>
                <c:pt idx="3">
                  <c:v>0.1744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75-4966-AD4D-E8433DA2E14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452282683956935"/>
          <c:y val="9.50292154560903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357E-3"/>
                  <c:y val="1.381831212150437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914-4CE4-B025-E5CDD8FBBC9E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0.6875</c:v>
                </c:pt>
                <c:pt idx="2">
                  <c:v>0.52</c:v>
                </c:pt>
                <c:pt idx="3">
                  <c:v>0.58330000000000004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914-4CE4-B025-E5CDD8FBBC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9.659225067094117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914-4CE4-B025-E5CDD8FBBC9E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</c:v>
                </c:pt>
                <c:pt idx="1">
                  <c:v>0.1875</c:v>
                </c:pt>
                <c:pt idx="2">
                  <c:v>0.32</c:v>
                </c:pt>
                <c:pt idx="3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7914-4CE4-B025-E5CDD8FBBC9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-5.0424513713149481E-4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A5B-4C52-8253-D6232F7F6767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0.125</c:v>
                </c:pt>
                <c:pt idx="2">
                  <c:v>0.16</c:v>
                </c:pt>
                <c:pt idx="3">
                  <c:v>0.16669999999999999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5B-4C52-8253-D6232F7F676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0</c:v>
                </c:pt>
                <c:pt idx="2">
                  <c:v>0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3E-41AD-94AE-B6A3C2C5571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chemeClr val="accent1">
                <a:tint val="77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03E-41AD-94AE-B6A3C2C5571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5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b="1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92.33</c:v>
                </c:pt>
                <c:pt idx="1">
                  <c:v>0</c:v>
                </c:pt>
                <c:pt idx="2">
                  <c:v>0</c:v>
                </c:pt>
                <c:pt idx="3">
                  <c:v>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D0-426B-A4F9-C2882EA1E56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89.25</c:v>
                </c:pt>
                <c:pt idx="1">
                  <c:v>95.75</c:v>
                </c:pt>
                <c:pt idx="2">
                  <c:v>89.75</c:v>
                </c:pt>
                <c:pt idx="3">
                  <c:v>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D0-426B-A4F9-C2882EA1E56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1228517006017402"/>
          <c:y val="0.2320982127792626"/>
          <c:w val="0.85411646151700116"/>
          <c:h val="0.4840258149835058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A32-4906-BD87-C69A8C06D85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5="http://schemas.microsoft.com/office/drawing/2012/chart"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</c:numCache>
            </c:numRef>
          </c:val>
          <c:extLst xmlns:c15="http://schemas.microsoft.com/office/drawing/2012/chart">
            <c:ext xmlns:c16="http://schemas.microsoft.com/office/drawing/2014/chart" uri="{C3380CC4-5D6E-409C-BE32-E72D297353CC}">
              <c16:uniqueId val="{00000001-7A32-4906-BD87-C69A8C06D85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  <c:extLst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5199E-3"/>
                  <c:y val="2.4377113838847744E-2"/>
                </c:manualLayout>
              </c:layout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0"/>
                <a:lstStyle/>
                <a:p>
                  <a:pPr algn="ctr">
                    <a:defRPr lang="en-US" sz="1100" b="0" i="0" u="none" strike="noStrike" kern="1200" baseline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BB8-4EFB-99BC-2D58A17E6D7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0.83330000000000004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BB8-4EFB-99BC-2D58A17E6D75}"/>
            </c:ext>
          </c:extLst>
        </c:ser>
        <c:ser>
          <c:idx val="1"/>
          <c:order val="3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5199E-3"/>
                  <c:y val="2.4377113838847744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BB8-4EFB-99BC-2D58A17E6D75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0.16669999999999999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BB8-4EFB-99BC-2D58A17E6D75}"/>
            </c:ext>
          </c:extLst>
        </c:ser>
        <c:ser>
          <c:idx val="2"/>
          <c:order val="4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A7B5DB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5199E-3"/>
                  <c:y val="2.4377113838847744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BB8-4EFB-99BC-2D58A17E6D7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BB8-4EFB-99BC-2D58A17E6D7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3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7.8960146679351827E-3"/>
                        <c:y val="1.4938625925765805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5-6BB8-4EFB-99BC-2D58A17E6D75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0.16669999999999999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9-6BB8-4EFB-99BC-2D58A17E6D75}"/>
                  </c:ext>
                </c:extLst>
              </c15:ser>
            </c15:filteredBarSeries>
            <c15:filteredBarSeries>
              <c15:ser>
                <c:idx val="4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Sheet1!$D$1</c15:sqref>
                        </c15:formulaRef>
                      </c:ext>
                    </c:extLst>
                    <c:strCache>
                      <c:ptCount val="1"/>
                      <c:pt idx="0">
                        <c:v>Justificado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7.8960146679351827E-3"/>
                        <c:y val="1.4938625925765805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 xmlns:c15="http://schemas.microsoft.com/office/drawing/2012/chart">
                      <c:ext xmlns:c15="http://schemas.microsoft.com/office/drawing/2012/chart" uri="{CE6537A1-D6FC-4f65-9D91-7224C49458BB}"/>
                      <c:ext xmlns:c16="http://schemas.microsoft.com/office/drawing/2014/chart" uri="{C3380CC4-5D6E-409C-BE32-E72D297353CC}">
                        <c16:uniqueId val="{00000005-6BB8-4EFB-99BC-2D58A17E6D75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Sheet1!$D$2:$D$4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6BB8-4EFB-99BC-2D58A17E6D75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–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D3-482D-BF95-B1FDECC026AB}"/>
            </c:ext>
          </c:extLst>
        </c:ser>
        <c:ser>
          <c:idx val="1"/>
          <c:order val="3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D3-482D-BF95-B1FDECC026AB}"/>
            </c:ext>
          </c:extLst>
        </c:ser>
        <c:ser>
          <c:idx val="2"/>
          <c:order val="4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A7B5DB"/>
            </a:solidFill>
            <a:ln>
              <a:noFill/>
            </a:ln>
            <a:effectLst/>
          </c:spPr>
          <c:invertIfNegative val="0"/>
          <c:dLbls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D3-482D-BF95-B1FDECC026AB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3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chemeClr val="accent1">
                      <a:tint val="77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0">
                      <a:spAutoFit/>
                    </a:bodyPr>
                    <a:lstStyle/>
                    <a:p>
                      <a:pPr algn="ctr">
                        <a:defRPr lang="en-US"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0-284E-43BD-9B4C-3B2145B6B6F2}"/>
                  </c:ext>
                </c:extLst>
              </c15:ser>
            </c15:filteredBarSeries>
            <c15:filteredBarSeries>
              <c15:ser>
                <c:idx val="4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Sheet1!$D$1</c15:sqref>
                        </c15:formulaRef>
                      </c:ext>
                    </c:extLst>
                    <c:strCache>
                      <c:ptCount val="1"/>
                      <c:pt idx="0">
                        <c:v>Justificado</c:v>
                      </c:pt>
                    </c:strCache>
                  </c:strRef>
                </c:tx>
                <c:spPr>
                  <a:solidFill>
                    <a:schemeClr val="accent1">
                      <a:tint val="77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0">
                      <a:spAutoFit/>
                    </a:bodyPr>
                    <a:lstStyle/>
                    <a:p>
                      <a:pPr algn="ctr">
                        <a:defRPr lang="en-US"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Sheet1!$D$2:$D$4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0-284E-43BD-9B4C-3B2145B6B6F2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6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9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0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1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0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13723B-069C-4BA2-8326-9D0FE0D9B1C3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3C5324-268C-4CF8-A9C6-71CD721CFB5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1327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C5324-268C-4CF8-A9C6-71CD721CFB51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21003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C5324-268C-4CF8-A9C6-71CD721CFB51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37376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44667C-1779-915A-9A58-07692E38C0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0F7840-2ED8-C090-B013-3045B02CAB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1B0C983-51AB-2547-D278-5014C7BF3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3F8875-8D6E-A49C-9D96-5C00932D5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22570FB-1546-C81A-61BE-BCC4B525B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0686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F619C-A085-9A39-6580-FBF22239C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D9218D9-73A5-5607-523C-A8A906961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45548A-C663-60E9-0525-77AAF95D1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D34AE8-9DA7-6CB9-5437-B1AE97974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0BBA2AA-54B2-8A08-52F1-E56F0A129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0121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041A84-0A01-88C2-2FEC-9E0866B2F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26DC73D-D277-B614-64FB-29A881F7CE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BC2B70A-1426-A1D8-9D9A-44A2B69FE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0B4DBAD-38E3-FFCB-7F72-D494724C2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BAF5775-177E-C2FD-EBF9-367699AD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37750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C6AEF5-9A4E-1E14-31AD-C812C3E43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303929-F888-E25E-664E-3319CAE95C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AE4F04F-7FBE-B94D-EF3F-CFE4E9FBE6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EB75313-18DB-1BEF-BB75-0BEB09D86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0DDA59D-804E-3F6A-1102-54071638B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B0B1DC-2183-9577-99E6-9A51624A9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09259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D70268-943B-CD3F-54C4-351885B12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EE5216E-A0DC-C3BA-EF8A-3A83FB82E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F4B113-E8F0-02F2-2A8D-2D497A278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3F50F49-8E00-576C-A19F-4480568DF4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8FB761D-0C60-C999-A700-6C55FD59CC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FB9C745-6A90-6129-2D91-72DECD7DE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5658E8B3-48E2-4C72-D9C9-C43608748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5C75CC9-9345-A727-A0A0-B69949D38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2163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F7CF9-3460-73C6-B668-154070084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963CECB-0D98-FB33-D798-BA017AD0A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8743CC6-C236-AAC5-0162-FD508FCA6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92577B5-DC71-5575-F278-88ADA068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59479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18DBE7A-F360-711A-2ADD-0BE02B403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52C6401-B6B5-5BD3-A40E-0C24E2BBD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CB61B61-EE28-097A-EE1D-8C816F94C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10754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1835FD-03DD-1621-4A2D-E935611FF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294484-D149-CBD1-69D3-BD2E773E6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9B06622-2452-682C-C833-AA988ABBDC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7E1C842-C711-6708-F040-97BD007C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7814B53-BC52-5921-D41E-5CE4BFC24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F76A38B-91AA-D6C8-2BE8-3C7F82807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37972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124F7C-161A-FCD3-F40E-AAC0C9BA8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579FFB9-31C0-32AC-086D-749C798D7E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C4C321C-2788-471F-72EC-C8BBCD241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2C7916B-F7D5-C78E-3DC1-EB760939C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37FEC02-8419-6475-B7DA-11D88A8E3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11D4D07-7272-6A2F-0F82-851A8BCF9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87221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86EEDF-640D-48A6-E7ED-A09E3B298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AC36AC4-2199-1A24-D590-05B5F674F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C3053D-B7CA-D1CD-880D-DE397C1E1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C52112-DBEA-44CD-DA8F-9185B64DA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27F6235-9C47-E2DF-E2E4-7905F2F10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2448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13CC2E6-4EF2-7D0C-8A36-42DAB41FBD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5D5126D-6858-0E33-9ACF-30BB0FF94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6E277D4-69CE-313C-FD1E-83530E0AD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120995D-3DD7-5A1B-A851-132C703C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A4E9136-675D-0C68-118D-C575F5DAE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65711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0975BED-518B-5053-2D39-FD7466A4C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F4B80A4-34C3-C446-C8D3-B30E9D07C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F6A3F9-1AE9-D8FB-AE3E-AD7A9C9E7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62E813-B8A4-40BB-9E27-ACD8514DD00E}" type="datetimeFigureOut">
              <a:rPr lang="pt-BR" smtClean="0"/>
              <a:t>19/10/2026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AF87F7-73B1-2F68-0E3D-E10643686B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AB79649-65E7-0E68-563D-9B43B6E03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76163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5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0.xml"/><Relationship Id="rId4" Type="http://schemas.openxmlformats.org/officeDocument/2006/relationships/chart" Target="../charts/chart9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1303804" y="5959488"/>
            <a:ext cx="2248329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C35198-21E9-7780-50CF-D3C1559A87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7233" y="1878717"/>
            <a:ext cx="9144000" cy="2219149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RELATÓRIO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6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DAAA4997-7826-4F55-37AE-1D2B4B0C46B4}"/>
              </a:ext>
            </a:extLst>
          </p:cNvPr>
          <p:cNvSpPr txBox="1">
            <a:spLocks/>
          </p:cNvSpPr>
          <p:nvPr/>
        </p:nvSpPr>
        <p:spPr>
          <a:xfrm>
            <a:off x="1177233" y="2471385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 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A725FB1-BEAA-D8EA-D9C9-9B8D50154A9E}"/>
              </a:ext>
            </a:extLst>
          </p:cNvPr>
          <p:cNvSpPr txBox="1">
            <a:spLocks/>
          </p:cNvSpPr>
          <p:nvPr/>
        </p:nvSpPr>
        <p:spPr>
          <a:xfrm>
            <a:off x="2115879" y="4778396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90514CF-FD6C-D0CE-5DAF-FC712ABBFA98}"/>
              </a:ext>
            </a:extLst>
          </p:cNvPr>
          <p:cNvSpPr txBox="1">
            <a:spLocks/>
          </p:cNvSpPr>
          <p:nvPr/>
        </p:nvSpPr>
        <p:spPr>
          <a:xfrm>
            <a:off x="1177233" y="1618191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E7CDE282-6D37-ADCD-BC23-245D0D2717DD}"/>
              </a:ext>
            </a:extLst>
          </p:cNvPr>
          <p:cNvCxnSpPr>
            <a:cxnSpLocks/>
          </p:cNvCxnSpPr>
          <p:nvPr/>
        </p:nvCxnSpPr>
        <p:spPr>
          <a:xfrm>
            <a:off x="770663" y="1421259"/>
            <a:ext cx="0" cy="40191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de Voz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371986" y="5885738"/>
            <a:ext cx="103048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635041" y="5885738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8661767" y="5885739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Positivo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817921" y="5822124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13F0455B-3641-40F4-95BA-84BFC54319ED}"/>
              </a:ext>
            </a:extLst>
          </p:cNvPr>
          <p:cNvSpPr/>
          <p:nvPr/>
        </p:nvSpPr>
        <p:spPr>
          <a:xfrm>
            <a:off x="690919" y="1896621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1EEF303A-748B-ACE1-6572-9B9AA034D3BA}"/>
              </a:ext>
            </a:extLst>
          </p:cNvPr>
          <p:cNvCxnSpPr>
            <a:cxnSpLocks/>
          </p:cNvCxnSpPr>
          <p:nvPr/>
        </p:nvCxnSpPr>
        <p:spPr>
          <a:xfrm>
            <a:off x="1346873" y="5156790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E5E13028-53BD-1678-A341-3B8C3A967720}"/>
              </a:ext>
            </a:extLst>
          </p:cNvPr>
          <p:cNvSpPr/>
          <p:nvPr/>
        </p:nvSpPr>
        <p:spPr>
          <a:xfrm>
            <a:off x="1267129" y="5073095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3EC67C43-208D-B659-2866-D1829CF93E89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OPERACIONAL</a:t>
            </a: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2322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6025DE95-E3B5-424F-82FE-3F6F475566C7}"/>
              </a:ext>
            </a:extLst>
          </p:cNvPr>
          <p:cNvSpPr/>
          <p:nvPr/>
        </p:nvSpPr>
        <p:spPr>
          <a:xfrm>
            <a:off x="0" y="629496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0A610AA-C687-9D87-FA8E-44CB81C9E61E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4C67EB2-4004-74F9-F7E8-424FA511C451}"/>
              </a:ext>
            </a:extLst>
          </p:cNvPr>
          <p:cNvSpPr/>
          <p:nvPr/>
        </p:nvSpPr>
        <p:spPr>
          <a:xfrm>
            <a:off x="5052300" y="194332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55CAF606-032B-8A64-2A6C-9247C1253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174" y="90050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AECF371B-B7D1-2C68-9ACA-7EF0D4C398D6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Geral</a:t>
            </a:r>
          </a:p>
        </p:txBody>
      </p:sp>
      <p:sp>
        <p:nvSpPr>
          <p:cNvPr id="89" name="Título 1">
            <a:extLst>
              <a:ext uri="{FF2B5EF4-FFF2-40B4-BE49-F238E27FC236}">
                <a16:creationId xmlns:a16="http://schemas.microsoft.com/office/drawing/2014/main" id="{90A26515-E9A4-4AC5-A344-6965580CDB86}"/>
              </a:ext>
            </a:extLst>
          </p:cNvPr>
          <p:cNvSpPr txBox="1">
            <a:spLocks/>
          </p:cNvSpPr>
          <p:nvPr/>
        </p:nvSpPr>
        <p:spPr>
          <a:xfrm>
            <a:off x="1480009" y="2203463"/>
            <a:ext cx="9426804" cy="245107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>
              <a:lnSpc>
                <a:spcPct val="150000"/>
              </a:lnSpc>
            </a:pPr>
            <a:r>
              <a:rPr lang="pt-B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Este relatório apresenta o consolidado operacional de Monitorias e Feedbacks do primeiro ciclo de setembro. </a:t>
            </a:r>
          </a:p>
          <a:p>
            <a:pPr algn="just">
              <a:lnSpc>
                <a:spcPct val="150000"/>
              </a:lnSpc>
            </a:pPr>
            <a:endParaRPr lang="pt-BR" sz="2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pt-B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material tem como objetivo demonstrar o desempenho da semana, evidenciando os indicadores de qualidade, o volume de monitorias realizadas, a aplicação de feedbacks.</a:t>
            </a:r>
          </a:p>
        </p:txBody>
      </p:sp>
      <p:pic>
        <p:nvPicPr>
          <p:cNvPr id="90" name="Imagem 89">
            <a:extLst>
              <a:ext uri="{FF2B5EF4-FFF2-40B4-BE49-F238E27FC236}">
                <a16:creationId xmlns:a16="http://schemas.microsoft.com/office/drawing/2014/main" id="{94F06FC4-A492-41DE-B244-55DE4F910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091" y="6309200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516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723236-BF94-B77A-EEB4-46AE6A06A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4A810D-CA41-5799-649B-84D0CD8602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 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F1EB746-916A-5982-D095-2BF9CCFDF62A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B5C2D997-17B3-6C28-5592-B8631D2E2BC5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31E32F1-831B-3813-D2F7-B3704B3B5D7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7E9C50B6-F5D5-73D0-FE1A-26EBFA357A68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A30BED49-D702-AE9D-D624-91D2EBE40B6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261A667C-668A-4FF1-E34C-1FAC79DCF91D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de Voz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05D4A8BB-6462-942E-CE90-B638ADED9E10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0E9E3413-0281-4DD9-BD99-D8365D82FF74}"/>
              </a:ext>
            </a:extLst>
          </p:cNvPr>
          <p:cNvSpPr txBox="1">
            <a:spLocks/>
          </p:cNvSpPr>
          <p:nvPr/>
        </p:nvSpPr>
        <p:spPr>
          <a:xfrm>
            <a:off x="4371986" y="5885738"/>
            <a:ext cx="103048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EA66A7A0-A5C5-5AC9-C227-EAC8E68B394B}"/>
              </a:ext>
            </a:extLst>
          </p:cNvPr>
          <p:cNvSpPr txBox="1">
            <a:spLocks/>
          </p:cNvSpPr>
          <p:nvPr/>
        </p:nvSpPr>
        <p:spPr>
          <a:xfrm>
            <a:off x="6635041" y="5885738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3DD44FE-ABB3-E669-E257-842AF5B698AD}"/>
              </a:ext>
            </a:extLst>
          </p:cNvPr>
          <p:cNvSpPr txBox="1">
            <a:spLocks/>
          </p:cNvSpPr>
          <p:nvPr/>
        </p:nvSpPr>
        <p:spPr>
          <a:xfrm>
            <a:off x="8661767" y="5885739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Positivo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98E32A9-34D7-5D2A-462F-B57409AEB696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E55F3E4A-9163-6C11-B0D8-573BA280C3F8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6C34578C-375E-29EF-5946-D68341915CE6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56E8D93D-43E4-A93B-B18F-09DAA03ED77B}"/>
              </a:ext>
            </a:extLst>
          </p:cNvPr>
          <p:cNvSpPr txBox="1">
            <a:spLocks/>
          </p:cNvSpPr>
          <p:nvPr/>
        </p:nvSpPr>
        <p:spPr>
          <a:xfrm>
            <a:off x="7817921" y="5822124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A70A8468-55D1-D382-4604-B7C367CC3E65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78B9FB1A-FC37-A087-988B-CF8FDC13B1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1EFEA644-95DD-6798-9A27-43BD066E49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AD9CB469-0B17-388B-AB08-5355B6A4A587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D4BDBE3C-86F9-2DD8-1751-605452089289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C9299EB2-443F-C0D4-520B-5277F6D4FF47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EF96A62D-97CB-AE98-26E7-7824D9E5EE02}"/>
              </a:ext>
            </a:extLst>
          </p:cNvPr>
          <p:cNvSpPr/>
          <p:nvPr/>
        </p:nvSpPr>
        <p:spPr>
          <a:xfrm>
            <a:off x="3893783" y="5954237"/>
            <a:ext cx="1993652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E927952E-2512-4C0F-8C77-EEF439098F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790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41797" y="1299227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0A610AA-C687-9D87-FA8E-44CB81C9E61E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4C67EB2-4004-74F9-F7E8-424FA511C451}"/>
              </a:ext>
            </a:extLst>
          </p:cNvPr>
          <p:cNvSpPr/>
          <p:nvPr/>
        </p:nvSpPr>
        <p:spPr>
          <a:xfrm>
            <a:off x="6739698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55CAF606-032B-8A64-2A6C-9247C1253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6467" y="59986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AECF371B-B7D1-2C68-9ACA-7EF0D4C398D6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Geral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30368" y="1299228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96728" y="1383446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431174" y="1299226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435575" y="1297551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67439" y="1437908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155580" y="1514808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176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63254" y="1553790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173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86799" y="1299226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86800" y="1299227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65061" y="1383446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86798" y="1534154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78,97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37885" y="245200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54243" y="1355410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603845" y="1425564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86167" y="1434447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714341" y="242982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830978" y="244245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DD7415F-D90B-1990-6A86-80CD7212604F}"/>
              </a:ext>
            </a:extLst>
          </p:cNvPr>
          <p:cNvSpPr/>
          <p:nvPr/>
        </p:nvSpPr>
        <p:spPr>
          <a:xfrm>
            <a:off x="6598541" y="357761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A59E7CC0-A46D-7908-27D9-BC949C37D729}"/>
              </a:ext>
            </a:extLst>
          </p:cNvPr>
          <p:cNvSpPr/>
          <p:nvPr/>
        </p:nvSpPr>
        <p:spPr>
          <a:xfrm>
            <a:off x="541798" y="3591685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A69C766C-0A75-C0C8-2D76-2AC26C6489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7365304"/>
              </p:ext>
            </p:extLst>
          </p:nvPr>
        </p:nvGraphicFramePr>
        <p:xfrm>
          <a:off x="6821491" y="3641219"/>
          <a:ext cx="4157940" cy="2159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ítulo 1">
            <a:extLst>
              <a:ext uri="{FF2B5EF4-FFF2-40B4-BE49-F238E27FC236}">
                <a16:creationId xmlns:a16="http://schemas.microsoft.com/office/drawing/2014/main" id="{9BC95B46-61FD-6629-A231-7C069D01DFA2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6549977A-8B63-C967-1772-C7566E7828B0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11B690AA-E5EE-CA33-71DB-00F69DBF2A65}"/>
              </a:ext>
            </a:extLst>
          </p:cNvPr>
          <p:cNvSpPr txBox="1"/>
          <p:nvPr/>
        </p:nvSpPr>
        <p:spPr>
          <a:xfrm>
            <a:off x="2723805" y="186872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justificada*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06C1842-3CD1-FF6A-151C-379D57278284}"/>
              </a:ext>
            </a:extLst>
          </p:cNvPr>
          <p:cNvSpPr txBox="1"/>
          <p:nvPr/>
        </p:nvSpPr>
        <p:spPr>
          <a:xfrm>
            <a:off x="10827970" y="1872943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feedbacks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B419C97D-FAD3-E8F8-E5CC-21848619E7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52996060"/>
              </p:ext>
            </p:extLst>
          </p:nvPr>
        </p:nvGraphicFramePr>
        <p:xfrm>
          <a:off x="754243" y="3702977"/>
          <a:ext cx="4157940" cy="21493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9387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E1B504-4244-9413-2879-27B1DBBDD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8D5DF183-40C3-6345-E712-F472B0870DAC}"/>
              </a:ext>
            </a:extLst>
          </p:cNvPr>
          <p:cNvSpPr/>
          <p:nvPr/>
        </p:nvSpPr>
        <p:spPr>
          <a:xfrm>
            <a:off x="609162" y="3957681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317D777-946F-316B-F88A-8B7AC7791A02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34E4796F-8085-57DF-2EFA-29CEA3BAF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64D75AF5-07AA-E2A3-4349-B40CCCCA097D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9E051BD-6AC3-3F33-A378-A5FCA6A8F16F}"/>
              </a:ext>
            </a:extLst>
          </p:cNvPr>
          <p:cNvSpPr/>
          <p:nvPr/>
        </p:nvSpPr>
        <p:spPr>
          <a:xfrm>
            <a:off x="6742203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4F262DD0-7BDD-8601-E01F-999DA9D8F7FF}"/>
              </a:ext>
            </a:extLst>
          </p:cNvPr>
          <p:cNvSpPr/>
          <p:nvPr/>
        </p:nvSpPr>
        <p:spPr>
          <a:xfrm>
            <a:off x="3620208" y="1149090"/>
            <a:ext cx="4782960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060ADC8D-E175-93AC-26C8-7BE1B8FDED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3197121"/>
              </p:ext>
            </p:extLst>
          </p:nvPr>
        </p:nvGraphicFramePr>
        <p:xfrm>
          <a:off x="3932718" y="1149090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20B41420-4FDC-DD96-01E3-219DF7D6DD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2552755"/>
              </p:ext>
            </p:extLst>
          </p:nvPr>
        </p:nvGraphicFramePr>
        <p:xfrm>
          <a:off x="6346238" y="3820340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5" name="Título 1">
            <a:extLst>
              <a:ext uri="{FF2B5EF4-FFF2-40B4-BE49-F238E27FC236}">
                <a16:creationId xmlns:a16="http://schemas.microsoft.com/office/drawing/2014/main" id="{0820E5E9-E91B-E615-FDA0-39DF7BC51AEC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graphicFrame>
        <p:nvGraphicFramePr>
          <p:cNvPr id="7" name="Gráfico 6">
            <a:extLst>
              <a:ext uri="{FF2B5EF4-FFF2-40B4-BE49-F238E27FC236}">
                <a16:creationId xmlns:a16="http://schemas.microsoft.com/office/drawing/2014/main" id="{DF744891-2C93-BC43-A700-5BBD72AE63B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1157997"/>
              </p:ext>
            </p:extLst>
          </p:nvPr>
        </p:nvGraphicFramePr>
        <p:xfrm>
          <a:off x="1106459" y="3802203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4084652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1CC4B2-666C-3DE9-698D-6932AEE79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6D1441-CD63-52A7-94E2-12C2334E02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AED3E38-C845-6324-924A-DF6577C04C65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0D51300D-C873-A84E-F613-746A94147197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826B15D3-E240-E82C-94F6-6A221949545C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8081BB37-97A7-82F5-23C4-F7F6FFFBAFE3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201ED0DC-F2E7-0593-50D5-713A10E6A6BF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03333422-9555-DC3B-D26B-DCE2506511B4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de Voz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D63F61BF-6FB8-8AF0-C471-801FC5409D5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D26D9488-8A19-D2CA-31F8-D07676CC6CDE}"/>
              </a:ext>
            </a:extLst>
          </p:cNvPr>
          <p:cNvSpPr txBox="1">
            <a:spLocks/>
          </p:cNvSpPr>
          <p:nvPr/>
        </p:nvSpPr>
        <p:spPr>
          <a:xfrm>
            <a:off x="4371986" y="5885738"/>
            <a:ext cx="103048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72CBA5B1-C2C7-4780-C4D6-8A32AC304C2A}"/>
              </a:ext>
            </a:extLst>
          </p:cNvPr>
          <p:cNvSpPr txBox="1">
            <a:spLocks/>
          </p:cNvSpPr>
          <p:nvPr/>
        </p:nvSpPr>
        <p:spPr>
          <a:xfrm>
            <a:off x="6635041" y="5885738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4B1D1D7C-F09D-E2CD-623F-6FD2210926EA}"/>
              </a:ext>
            </a:extLst>
          </p:cNvPr>
          <p:cNvSpPr txBox="1">
            <a:spLocks/>
          </p:cNvSpPr>
          <p:nvPr/>
        </p:nvSpPr>
        <p:spPr>
          <a:xfrm>
            <a:off x="8661767" y="5885739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Positivo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457C09AE-A3A0-ECA3-4A52-4CEFCEDD8F2D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2CA1B5F7-0D22-E0D0-56B1-3A344CC58466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37138569-F8B5-381A-7BB7-CA0FBFA17DC1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2FAD254-5A91-16B4-82DD-54EF388E3AD8}"/>
              </a:ext>
            </a:extLst>
          </p:cNvPr>
          <p:cNvSpPr txBox="1">
            <a:spLocks/>
          </p:cNvSpPr>
          <p:nvPr/>
        </p:nvSpPr>
        <p:spPr>
          <a:xfrm>
            <a:off x="7817921" y="5822124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7F719153-7511-B6E3-022F-B422CF2677E1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15ABE63A-0A2E-743F-153D-7EB77AF7D6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F44503F3-73A1-4BA0-F49F-BBF212FD34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A7C3F7AE-5DAD-8E1F-0B6B-3A024BC75343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8592D4B2-D3D9-D1D4-FC2C-31EF60DA834B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C4B93B2B-6780-CCAD-90CF-D32D42DFD971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7A731F27-C4EA-D967-33A5-2513551FDEE3}"/>
              </a:ext>
            </a:extLst>
          </p:cNvPr>
          <p:cNvSpPr/>
          <p:nvPr/>
        </p:nvSpPr>
        <p:spPr>
          <a:xfrm>
            <a:off x="6194774" y="5971806"/>
            <a:ext cx="1623147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AD875A6A-0BBC-4BA9-A55C-30D6465344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311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9FDF6-386D-014D-8642-2FFFF19FF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4D804A94-1DCB-792B-F8E2-D3CD661AD778}"/>
              </a:ext>
            </a:extLst>
          </p:cNvPr>
          <p:cNvSpPr/>
          <p:nvPr/>
        </p:nvSpPr>
        <p:spPr>
          <a:xfrm>
            <a:off x="494567" y="1228737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A2D8DA84-3EAC-6092-AA2A-493AD34D728E}"/>
              </a:ext>
            </a:extLst>
          </p:cNvPr>
          <p:cNvSpPr/>
          <p:nvPr/>
        </p:nvSpPr>
        <p:spPr>
          <a:xfrm>
            <a:off x="494568" y="1228738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603E670F-9E67-6936-2218-1645FA6BB9D8}"/>
              </a:ext>
            </a:extLst>
          </p:cNvPr>
          <p:cNvSpPr txBox="1"/>
          <p:nvPr/>
        </p:nvSpPr>
        <p:spPr>
          <a:xfrm>
            <a:off x="849498" y="1312956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17F1FD97-3205-E407-B875-2DE9F4F5F58C}"/>
              </a:ext>
            </a:extLst>
          </p:cNvPr>
          <p:cNvSpPr/>
          <p:nvPr/>
        </p:nvSpPr>
        <p:spPr>
          <a:xfrm>
            <a:off x="8383944" y="1228736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32A0A0D7-9438-A0DD-FB46-36A858397DB3}"/>
              </a:ext>
            </a:extLst>
          </p:cNvPr>
          <p:cNvSpPr/>
          <p:nvPr/>
        </p:nvSpPr>
        <p:spPr>
          <a:xfrm>
            <a:off x="8388345" y="1227061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B1D75F8C-4F92-C0F4-380E-D28EDF1FB0D9}"/>
              </a:ext>
            </a:extLst>
          </p:cNvPr>
          <p:cNvSpPr txBox="1"/>
          <p:nvPr/>
        </p:nvSpPr>
        <p:spPr>
          <a:xfrm>
            <a:off x="9020209" y="1367418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575EF185-1DEB-0B19-41AE-579EED0C2D8B}"/>
              </a:ext>
            </a:extLst>
          </p:cNvPr>
          <p:cNvSpPr txBox="1"/>
          <p:nvPr/>
        </p:nvSpPr>
        <p:spPr>
          <a:xfrm>
            <a:off x="1165500" y="1452054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447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2600B29F-ED08-93D2-08D6-BB4AD4F07A2A}"/>
              </a:ext>
            </a:extLst>
          </p:cNvPr>
          <p:cNvSpPr txBox="1"/>
          <p:nvPr/>
        </p:nvSpPr>
        <p:spPr>
          <a:xfrm>
            <a:off x="8416024" y="1483300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407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604DAC12-FA16-FB30-DBEB-DC4AC99AF109}"/>
              </a:ext>
            </a:extLst>
          </p:cNvPr>
          <p:cNvSpPr/>
          <p:nvPr/>
        </p:nvSpPr>
        <p:spPr>
          <a:xfrm>
            <a:off x="4239569" y="1228736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C8F600D3-A7AC-A2F2-E190-20DD6F370CA7}"/>
              </a:ext>
            </a:extLst>
          </p:cNvPr>
          <p:cNvSpPr/>
          <p:nvPr/>
        </p:nvSpPr>
        <p:spPr>
          <a:xfrm>
            <a:off x="4239570" y="1228737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B6B27095-7514-68EF-FA5D-265D8DF95654}"/>
              </a:ext>
            </a:extLst>
          </p:cNvPr>
          <p:cNvSpPr txBox="1"/>
          <p:nvPr/>
        </p:nvSpPr>
        <p:spPr>
          <a:xfrm>
            <a:off x="4917831" y="1312956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0B4069B9-7540-3B88-FAD1-DE25A4C6C94C}"/>
              </a:ext>
            </a:extLst>
          </p:cNvPr>
          <p:cNvSpPr txBox="1"/>
          <p:nvPr/>
        </p:nvSpPr>
        <p:spPr>
          <a:xfrm>
            <a:off x="4239568" y="1463664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72,13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078D6C19-6C87-73E0-10C4-D025A2D265EF}"/>
              </a:ext>
            </a:extLst>
          </p:cNvPr>
          <p:cNvSpPr txBox="1"/>
          <p:nvPr/>
        </p:nvSpPr>
        <p:spPr>
          <a:xfrm>
            <a:off x="4490655" y="238151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3FACE9C3-9EE2-6E33-22CC-A0EEFC96561F}"/>
              </a:ext>
            </a:extLst>
          </p:cNvPr>
          <p:cNvSpPr/>
          <p:nvPr/>
        </p:nvSpPr>
        <p:spPr>
          <a:xfrm>
            <a:off x="707013" y="1284920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9D5AA3CE-24A7-96AA-F50D-05D0604AAFCA}"/>
              </a:ext>
            </a:extLst>
          </p:cNvPr>
          <p:cNvGrpSpPr/>
          <p:nvPr/>
        </p:nvGrpSpPr>
        <p:grpSpPr>
          <a:xfrm>
            <a:off x="4556615" y="1355074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5B8B89EC-B5BA-50EB-7810-E7201BCA1E27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650B4EEA-397B-E257-5FEC-F7B60E43F713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FAB68D19-7D97-FC2A-3998-DB1053C4E17A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FBBC2808-F11F-8856-76D9-6B3A4D179211}"/>
              </a:ext>
            </a:extLst>
          </p:cNvPr>
          <p:cNvGrpSpPr/>
          <p:nvPr/>
        </p:nvGrpSpPr>
        <p:grpSpPr>
          <a:xfrm>
            <a:off x="8638937" y="1363957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F9057E75-A0E1-6E33-3C04-9721A93BC24D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72BEB681-CDB9-CA0A-9A1C-C3A04163B268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D975833A-06EF-68BD-02D6-7035387EED90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18664CD2-0EF2-1744-30C7-4E69B2F2D419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03642138-219B-7DF9-16CB-341815B87C25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3F01CCC0-F4E0-5F95-44F4-ED23A73CD8B4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B4B6B390-AE93-9715-BB49-CA78736A7167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65FC0188-9988-5465-C826-361D65232D0C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1FB963DF-73B7-D3BC-F7F0-BB0208EF2D16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52981540-CC15-7565-BEE8-96D349F74B27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1B587573-DF52-40E3-46A2-8A9C4DF67DDA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91C55565-3113-7A31-1645-1F5240552D16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47BFE864-62F4-9200-AE45-BD086F1B9478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5AFF4FA9-965F-506A-13D0-045F3D342A85}"/>
              </a:ext>
            </a:extLst>
          </p:cNvPr>
          <p:cNvSpPr txBox="1"/>
          <p:nvPr/>
        </p:nvSpPr>
        <p:spPr>
          <a:xfrm>
            <a:off x="8667111" y="235933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DEBBF058-16ED-2700-B071-4CF70B85F4C8}"/>
              </a:ext>
            </a:extLst>
          </p:cNvPr>
          <p:cNvSpPr txBox="1"/>
          <p:nvPr/>
        </p:nvSpPr>
        <p:spPr>
          <a:xfrm>
            <a:off x="783748" y="237196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EE5D1D10-6668-9447-5D25-41146DBF830F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45F0122-B4BF-1E9C-4D1E-FA38EB097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0" name="Título 1">
            <a:extLst>
              <a:ext uri="{FF2B5EF4-FFF2-40B4-BE49-F238E27FC236}">
                <a16:creationId xmlns:a16="http://schemas.microsoft.com/office/drawing/2014/main" id="{DFC9B0FC-F0A2-633A-78BC-A62D5B4ABC89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C9F90512-5890-FC5E-EDCB-D3D3D78D9130}"/>
              </a:ext>
            </a:extLst>
          </p:cNvPr>
          <p:cNvSpPr/>
          <p:nvPr/>
        </p:nvSpPr>
        <p:spPr>
          <a:xfrm>
            <a:off x="8242757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EDD7415F-D90B-1990-6A86-80CD7212604F}"/>
              </a:ext>
            </a:extLst>
          </p:cNvPr>
          <p:cNvSpPr/>
          <p:nvPr/>
        </p:nvSpPr>
        <p:spPr>
          <a:xfrm>
            <a:off x="6833760" y="360405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A59E7CC0-A46D-7908-27D9-BC949C37D729}"/>
              </a:ext>
            </a:extLst>
          </p:cNvPr>
          <p:cNvSpPr/>
          <p:nvPr/>
        </p:nvSpPr>
        <p:spPr>
          <a:xfrm>
            <a:off x="672304" y="3642709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A69C766C-0A75-C0C8-2D76-2AC26C6489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2391757"/>
              </p:ext>
            </p:extLst>
          </p:nvPr>
        </p:nvGraphicFramePr>
        <p:xfrm>
          <a:off x="6951997" y="3692243"/>
          <a:ext cx="4157940" cy="2159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8ABBBF55-A2EB-BE3C-6E0C-87F3F88ACE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84849713"/>
              </p:ext>
            </p:extLst>
          </p:nvPr>
        </p:nvGraphicFramePr>
        <p:xfrm>
          <a:off x="951524" y="3702291"/>
          <a:ext cx="4157940" cy="21493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Título 1">
            <a:extLst>
              <a:ext uri="{FF2B5EF4-FFF2-40B4-BE49-F238E27FC236}">
                <a16:creationId xmlns:a16="http://schemas.microsoft.com/office/drawing/2014/main" id="{F184CAC5-0219-D18C-6F13-CEAA34191C8D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F26FA34F-55DA-9217-B753-ECFB37922FB5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5E60D9FE-0195-508E-9421-9EC534A41AC7}"/>
              </a:ext>
            </a:extLst>
          </p:cNvPr>
          <p:cNvSpPr txBox="1"/>
          <p:nvPr/>
        </p:nvSpPr>
        <p:spPr>
          <a:xfrm>
            <a:off x="2723805" y="186872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43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3773E08-C44F-CECD-5D4C-849E35A4EC0B}"/>
              </a:ext>
            </a:extLst>
          </p:cNvPr>
          <p:cNvSpPr txBox="1"/>
          <p:nvPr/>
        </p:nvSpPr>
        <p:spPr>
          <a:xfrm>
            <a:off x="10721245" y="176742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43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2203145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E1B504-4244-9413-2879-27B1DBBDD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B8F431D4-C986-7A9C-54FF-E53413D7048B}"/>
              </a:ext>
            </a:extLst>
          </p:cNvPr>
          <p:cNvSpPr/>
          <p:nvPr/>
        </p:nvSpPr>
        <p:spPr>
          <a:xfrm>
            <a:off x="3610054" y="1129299"/>
            <a:ext cx="4643247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317D777-946F-316B-F88A-8B7AC7791A02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34E4796F-8085-57DF-2EFA-29CEA3BAF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64D75AF5-07AA-E2A3-4349-B40CCCCA097D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9E051BD-6AC3-3F33-A378-A5FCA6A8F16F}"/>
              </a:ext>
            </a:extLst>
          </p:cNvPr>
          <p:cNvSpPr/>
          <p:nvPr/>
        </p:nvSpPr>
        <p:spPr>
          <a:xfrm>
            <a:off x="8332470" y="165898"/>
            <a:ext cx="1136406" cy="21401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060ADC8D-E175-93AC-26C8-7BE1B8FDED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5793135"/>
              </p:ext>
            </p:extLst>
          </p:nvPr>
        </p:nvGraphicFramePr>
        <p:xfrm>
          <a:off x="3743209" y="1146368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497EEB5F-C124-4E1B-507D-5A67EEC54270}"/>
              </a:ext>
            </a:extLst>
          </p:cNvPr>
          <p:cNvSpPr/>
          <p:nvPr/>
        </p:nvSpPr>
        <p:spPr>
          <a:xfrm>
            <a:off x="599637" y="3787144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3703405B-90C4-205B-8ECC-42E1F00F10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28782751"/>
              </p:ext>
            </p:extLst>
          </p:nvPr>
        </p:nvGraphicFramePr>
        <p:xfrm>
          <a:off x="1106459" y="3802203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4A127EFF-A92A-68E5-0FEE-4D2A1E516F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3933688"/>
              </p:ext>
            </p:extLst>
          </p:nvPr>
        </p:nvGraphicFramePr>
        <p:xfrm>
          <a:off x="6346238" y="3649803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5" name="Título 1">
            <a:extLst>
              <a:ext uri="{FF2B5EF4-FFF2-40B4-BE49-F238E27FC236}">
                <a16:creationId xmlns:a16="http://schemas.microsoft.com/office/drawing/2014/main" id="{B8877E65-3889-5A1B-36A6-FE64CF5EE307}"/>
              </a:ext>
            </a:extLst>
          </p:cNvPr>
          <p:cNvSpPr txBox="1">
            <a:spLocks/>
          </p:cNvSpPr>
          <p:nvPr/>
        </p:nvSpPr>
        <p:spPr>
          <a:xfrm>
            <a:off x="2969112" y="469863"/>
            <a:ext cx="5614428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</p:spTree>
    <p:extLst>
      <p:ext uri="{BB962C8B-B14F-4D97-AF65-F5344CB8AC3E}">
        <p14:creationId xmlns:p14="http://schemas.microsoft.com/office/powerpoint/2010/main" val="2203181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224917-72C2-81F7-20DC-06478F871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3A3453-C1FD-A5F0-C9B0-BA5A4BADB8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826007"/>
            <a:ext cx="9144000" cy="1181350"/>
          </a:xfrm>
        </p:spPr>
        <p:txBody>
          <a:bodyPr>
            <a:normAutofit fontScale="90000"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POSITIVO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A6CBA01-70ED-51C9-78E5-7A9201007FD5}"/>
              </a:ext>
            </a:extLst>
          </p:cNvPr>
          <p:cNvSpPr txBox="1">
            <a:spLocks/>
          </p:cNvSpPr>
          <p:nvPr/>
        </p:nvSpPr>
        <p:spPr>
          <a:xfrm>
            <a:off x="1122318" y="2395570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4052827C-4A70-EBE2-5F7B-8531F58050F4}"/>
              </a:ext>
            </a:extLst>
          </p:cNvPr>
          <p:cNvSpPr txBox="1">
            <a:spLocks/>
          </p:cNvSpPr>
          <p:nvPr/>
        </p:nvSpPr>
        <p:spPr>
          <a:xfrm>
            <a:off x="2088974" y="4498485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601C46D-FD87-D4B8-E098-3365EC21FE54}"/>
              </a:ext>
            </a:extLst>
          </p:cNvPr>
          <p:cNvSpPr txBox="1">
            <a:spLocks/>
          </p:cNvSpPr>
          <p:nvPr/>
        </p:nvSpPr>
        <p:spPr>
          <a:xfrm>
            <a:off x="1179689" y="168391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CAA74C28-6B6F-0CED-4A95-B8A0BFE1138F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9717A9C6-2D72-C8BF-B5E3-ADC939AFD611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C6F46222-5A05-2808-FDF2-F6BE5F51BA25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de Voz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94C62C02-EE15-3690-F6A7-67454A17D173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0B3B8311-BB48-DEF4-996A-C597E9D7FA73}"/>
              </a:ext>
            </a:extLst>
          </p:cNvPr>
          <p:cNvSpPr txBox="1">
            <a:spLocks/>
          </p:cNvSpPr>
          <p:nvPr/>
        </p:nvSpPr>
        <p:spPr>
          <a:xfrm>
            <a:off x="4371986" y="5885738"/>
            <a:ext cx="103048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4415C775-2630-B8DB-FEE1-D17DE4C4B170}"/>
              </a:ext>
            </a:extLst>
          </p:cNvPr>
          <p:cNvSpPr txBox="1">
            <a:spLocks/>
          </p:cNvSpPr>
          <p:nvPr/>
        </p:nvSpPr>
        <p:spPr>
          <a:xfrm>
            <a:off x="6635041" y="5885738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BC223CEA-3A2C-3E75-864B-CC92171B7F3F}"/>
              </a:ext>
            </a:extLst>
          </p:cNvPr>
          <p:cNvSpPr txBox="1">
            <a:spLocks/>
          </p:cNvSpPr>
          <p:nvPr/>
        </p:nvSpPr>
        <p:spPr>
          <a:xfrm>
            <a:off x="8661767" y="5885739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Positivo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DDE0125C-2AA8-647A-C456-1CE537067AE2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2CDE6B3E-B464-7C53-CD0C-6941F01EF6BE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5B530BC9-6410-153B-25B3-E10F75617E11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5F750AF-7170-B7EA-B2F1-4621E06B05EA}"/>
              </a:ext>
            </a:extLst>
          </p:cNvPr>
          <p:cNvSpPr txBox="1">
            <a:spLocks/>
          </p:cNvSpPr>
          <p:nvPr/>
        </p:nvSpPr>
        <p:spPr>
          <a:xfrm>
            <a:off x="7817921" y="5822124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7C5E17DE-58C9-43A4-957F-253495405A61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8CB8664E-C36D-7D9D-BAD6-B30B8B042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6CAC67DE-D2DD-1E0C-BBCD-981F8931C0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20418CDB-FD42-8C5B-91D1-B11A6A20159C}"/>
              </a:ext>
            </a:extLst>
          </p:cNvPr>
          <p:cNvCxnSpPr>
            <a:cxnSpLocks/>
          </p:cNvCxnSpPr>
          <p:nvPr/>
        </p:nvCxnSpPr>
        <p:spPr>
          <a:xfrm>
            <a:off x="1319968" y="4876879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2D6809B2-446B-B070-6CAA-98A92F62D1DC}"/>
              </a:ext>
            </a:extLst>
          </p:cNvPr>
          <p:cNvSpPr/>
          <p:nvPr/>
        </p:nvSpPr>
        <p:spPr>
          <a:xfrm>
            <a:off x="1240224" y="4793184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3ACDF8C-6096-BFB8-D079-24B3C397FE53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1AE8EC0D-38B1-0695-038C-DB9947FE4E58}"/>
              </a:ext>
            </a:extLst>
          </p:cNvPr>
          <p:cNvSpPr/>
          <p:nvPr/>
        </p:nvSpPr>
        <p:spPr>
          <a:xfrm>
            <a:off x="8618997" y="5950541"/>
            <a:ext cx="1623147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77542DC5-F2F1-44CC-83A8-023728B85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899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E410-9714-D735-40EF-B8E8F9776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391E5F01-3F25-C5F6-0864-23A2BA60EEF5}"/>
              </a:ext>
            </a:extLst>
          </p:cNvPr>
          <p:cNvSpPr/>
          <p:nvPr/>
        </p:nvSpPr>
        <p:spPr>
          <a:xfrm>
            <a:off x="530170" y="1239110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7F52727C-8DB1-E84D-1225-53F9855A39FC}"/>
              </a:ext>
            </a:extLst>
          </p:cNvPr>
          <p:cNvSpPr/>
          <p:nvPr/>
        </p:nvSpPr>
        <p:spPr>
          <a:xfrm>
            <a:off x="530171" y="1239111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9B1643F-3C81-FBF4-2CE7-53B9EED55162}"/>
              </a:ext>
            </a:extLst>
          </p:cNvPr>
          <p:cNvSpPr txBox="1"/>
          <p:nvPr/>
        </p:nvSpPr>
        <p:spPr>
          <a:xfrm>
            <a:off x="885101" y="1323329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17CC3D1-4CEB-92B2-4C2E-82AF334BC5D6}"/>
              </a:ext>
            </a:extLst>
          </p:cNvPr>
          <p:cNvSpPr/>
          <p:nvPr/>
        </p:nvSpPr>
        <p:spPr>
          <a:xfrm>
            <a:off x="8419547" y="1239109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27AFDABA-397C-3C41-0E34-C1E68F3A8EBC}"/>
              </a:ext>
            </a:extLst>
          </p:cNvPr>
          <p:cNvSpPr/>
          <p:nvPr/>
        </p:nvSpPr>
        <p:spPr>
          <a:xfrm>
            <a:off x="8423948" y="1237434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C5378416-CD54-2F40-F426-96090246C483}"/>
              </a:ext>
            </a:extLst>
          </p:cNvPr>
          <p:cNvSpPr txBox="1"/>
          <p:nvPr/>
        </p:nvSpPr>
        <p:spPr>
          <a:xfrm>
            <a:off x="9055812" y="1377791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AE54A5F-1CDE-19FB-9698-D704BBE11685}"/>
              </a:ext>
            </a:extLst>
          </p:cNvPr>
          <p:cNvSpPr txBox="1"/>
          <p:nvPr/>
        </p:nvSpPr>
        <p:spPr>
          <a:xfrm>
            <a:off x="1201103" y="1462427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23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CF028C69-3A4B-DAA3-FA06-FE54325F1E2C}"/>
              </a:ext>
            </a:extLst>
          </p:cNvPr>
          <p:cNvSpPr txBox="1"/>
          <p:nvPr/>
        </p:nvSpPr>
        <p:spPr>
          <a:xfrm>
            <a:off x="8451627" y="1493673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23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9E9E1EC0-665C-EB1A-E818-AFF19F6D2966}"/>
              </a:ext>
            </a:extLst>
          </p:cNvPr>
          <p:cNvSpPr/>
          <p:nvPr/>
        </p:nvSpPr>
        <p:spPr>
          <a:xfrm>
            <a:off x="4275172" y="1239109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44DEB2DB-C7B7-B4B2-84B9-41929220176A}"/>
              </a:ext>
            </a:extLst>
          </p:cNvPr>
          <p:cNvSpPr/>
          <p:nvPr/>
        </p:nvSpPr>
        <p:spPr>
          <a:xfrm>
            <a:off x="4275173" y="1239110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F015772D-F8F5-B3FC-C69E-3C47DC7BDA5E}"/>
              </a:ext>
            </a:extLst>
          </p:cNvPr>
          <p:cNvSpPr txBox="1"/>
          <p:nvPr/>
        </p:nvSpPr>
        <p:spPr>
          <a:xfrm>
            <a:off x="4953434" y="1323329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A919B4F5-E558-AAA1-9B05-A19CC88AF440}"/>
              </a:ext>
            </a:extLst>
          </p:cNvPr>
          <p:cNvSpPr txBox="1"/>
          <p:nvPr/>
        </p:nvSpPr>
        <p:spPr>
          <a:xfrm>
            <a:off x="4275171" y="1474037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90,523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62BB8DA8-2F6F-6073-7BD7-F01C753E73BB}"/>
              </a:ext>
            </a:extLst>
          </p:cNvPr>
          <p:cNvSpPr txBox="1"/>
          <p:nvPr/>
        </p:nvSpPr>
        <p:spPr>
          <a:xfrm>
            <a:off x="4526258" y="2391886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84D48422-C7B9-D620-CB96-47E436022872}"/>
              </a:ext>
            </a:extLst>
          </p:cNvPr>
          <p:cNvSpPr/>
          <p:nvPr/>
        </p:nvSpPr>
        <p:spPr>
          <a:xfrm>
            <a:off x="742616" y="1295293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D75C027A-B21D-9D6A-C7A9-66277DA84D2B}"/>
              </a:ext>
            </a:extLst>
          </p:cNvPr>
          <p:cNvGrpSpPr/>
          <p:nvPr/>
        </p:nvGrpSpPr>
        <p:grpSpPr>
          <a:xfrm>
            <a:off x="4592218" y="1365447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F797BBD9-FCA8-4B71-304D-9CC804074F76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32009C02-F019-3953-1779-9E1D07B0FF6B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94736649-D867-44C5-9561-881B77E9BA5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7F79AFE7-B87C-103D-BF75-C61A63BA7D40}"/>
              </a:ext>
            </a:extLst>
          </p:cNvPr>
          <p:cNvGrpSpPr/>
          <p:nvPr/>
        </p:nvGrpSpPr>
        <p:grpSpPr>
          <a:xfrm>
            <a:off x="8674540" y="1374330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175EF017-E012-C480-241E-09C03DB9405F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E5F4173C-8151-7870-AE8D-70545DB2F141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7D3EE644-ADBE-7D5D-18AE-300A3C2BBFE1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A9B7CCCA-C55A-7A28-524A-62A750883F6E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0364CE94-F834-4F3B-8478-85D944CED879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8ED4AB0D-D1BE-4B86-EA8F-8512C0BC619F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FF3EDFC4-567C-549D-A3AA-67D983755BE0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25E72767-30F6-011C-502D-9E41C5EE44EE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12596032-4F82-2592-22FE-40FCA75A3494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138F0CCE-7292-AA44-1AE0-83EFE54F4155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EBC35933-F59A-55CA-8DEF-F4FDE68F1018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AEEF7099-FCF7-5CCC-5066-539EA02DDB18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416A08E0-8D99-B2C1-08E0-EE555F39A2C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2C96152-F786-C6EF-8DDB-857CC3BA7809}"/>
              </a:ext>
            </a:extLst>
          </p:cNvPr>
          <p:cNvSpPr txBox="1"/>
          <p:nvPr/>
        </p:nvSpPr>
        <p:spPr>
          <a:xfrm>
            <a:off x="8702714" y="2369706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7367A1E8-85F5-8439-3791-7EF5AF702DF6}"/>
              </a:ext>
            </a:extLst>
          </p:cNvPr>
          <p:cNvSpPr txBox="1"/>
          <p:nvPr/>
        </p:nvSpPr>
        <p:spPr>
          <a:xfrm>
            <a:off x="819351" y="2382336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B3E662BA-4241-FDCC-27C3-F65E86C0F053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11CAB21-826E-5DFC-F826-1ACEDD9B2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0" name="Título 1">
            <a:extLst>
              <a:ext uri="{FF2B5EF4-FFF2-40B4-BE49-F238E27FC236}">
                <a16:creationId xmlns:a16="http://schemas.microsoft.com/office/drawing/2014/main" id="{EFCDA690-DB04-8189-6FB0-A88F5B66F79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9FDCB3A6-751A-97AC-9847-7C7B31FF35F1}"/>
              </a:ext>
            </a:extLst>
          </p:cNvPr>
          <p:cNvSpPr/>
          <p:nvPr/>
        </p:nvSpPr>
        <p:spPr>
          <a:xfrm>
            <a:off x="9868931" y="15614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B35220F-A673-609E-F986-64B72EB6302A}"/>
              </a:ext>
            </a:extLst>
          </p:cNvPr>
          <p:cNvSpPr/>
          <p:nvPr/>
        </p:nvSpPr>
        <p:spPr>
          <a:xfrm>
            <a:off x="6488656" y="350707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B7381C6E-871A-9BB3-B095-F93C94D3D628}"/>
              </a:ext>
            </a:extLst>
          </p:cNvPr>
          <p:cNvSpPr/>
          <p:nvPr/>
        </p:nvSpPr>
        <p:spPr>
          <a:xfrm>
            <a:off x="671128" y="350707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C5135827-81F6-4517-B98F-DF4DDF66897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76477911"/>
              </p:ext>
            </p:extLst>
          </p:nvPr>
        </p:nvGraphicFramePr>
        <p:xfrm>
          <a:off x="6767876" y="365635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B1FCA504-DDEB-28DB-A716-7C07B9FE51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7043072"/>
              </p:ext>
            </p:extLst>
          </p:nvPr>
        </p:nvGraphicFramePr>
        <p:xfrm>
          <a:off x="823674" y="365635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Título 1">
            <a:extLst>
              <a:ext uri="{FF2B5EF4-FFF2-40B4-BE49-F238E27FC236}">
                <a16:creationId xmlns:a16="http://schemas.microsoft.com/office/drawing/2014/main" id="{C4F7E689-CFBB-76C3-AE6A-4E3EDA7FDB42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A9793297-14F4-DEB8-564F-A65CF4B3B8C1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590DAB6-F522-1499-1642-5C8F8BD330FE}"/>
              </a:ext>
            </a:extLst>
          </p:cNvPr>
          <p:cNvSpPr txBox="1"/>
          <p:nvPr/>
        </p:nvSpPr>
        <p:spPr>
          <a:xfrm>
            <a:off x="2585507" y="1827979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AD8435C3-F3F7-84C7-C4C5-CAE5D6161A05}"/>
              </a:ext>
            </a:extLst>
          </p:cNvPr>
          <p:cNvSpPr txBox="1"/>
          <p:nvPr/>
        </p:nvSpPr>
        <p:spPr>
          <a:xfrm>
            <a:off x="10711720" y="1824605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453265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B36C86-52C6-1825-6E0F-EE786B263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A880E80E-34C2-4D7E-0BB4-F2D8B66A003F}"/>
              </a:ext>
            </a:extLst>
          </p:cNvPr>
          <p:cNvSpPr/>
          <p:nvPr/>
        </p:nvSpPr>
        <p:spPr>
          <a:xfrm>
            <a:off x="3367784" y="1064333"/>
            <a:ext cx="5208282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182FF5E-8D19-6FB8-62BC-955FB13C7578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1EF433E8-16E8-0B2A-C726-50DB111C7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3675AF3E-E0BA-1D92-6B69-30595B6EA4AE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2A43975-5B1D-1118-93CE-683D63BD0669}"/>
              </a:ext>
            </a:extLst>
          </p:cNvPr>
          <p:cNvSpPr/>
          <p:nvPr/>
        </p:nvSpPr>
        <p:spPr>
          <a:xfrm>
            <a:off x="9868931" y="15614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00B1E339-CDEF-46F9-BDB9-4678FFF9ED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7733583"/>
              </p:ext>
            </p:extLst>
          </p:nvPr>
        </p:nvGraphicFramePr>
        <p:xfrm>
          <a:off x="3892955" y="1072867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9BFADF4B-5C57-A0AF-97AB-FBE4ED3F4441}"/>
              </a:ext>
            </a:extLst>
          </p:cNvPr>
          <p:cNvSpPr/>
          <p:nvPr/>
        </p:nvSpPr>
        <p:spPr>
          <a:xfrm>
            <a:off x="470358" y="4005524"/>
            <a:ext cx="1090154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8" name="Gráfico 7">
            <a:extLst>
              <a:ext uri="{FF2B5EF4-FFF2-40B4-BE49-F238E27FC236}">
                <a16:creationId xmlns:a16="http://schemas.microsoft.com/office/drawing/2014/main" id="{72A8A566-D2EF-E89C-C13D-77ED2C0F98D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9885964"/>
              </p:ext>
            </p:extLst>
          </p:nvPr>
        </p:nvGraphicFramePr>
        <p:xfrm>
          <a:off x="888093" y="4022593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ítulo 1">
            <a:extLst>
              <a:ext uri="{FF2B5EF4-FFF2-40B4-BE49-F238E27FC236}">
                <a16:creationId xmlns:a16="http://schemas.microsoft.com/office/drawing/2014/main" id="{B57C4723-75F6-4DCA-309C-C597E13DA3B1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745D3427-A932-D844-5D0E-98D767CCCB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82653927"/>
              </p:ext>
            </p:extLst>
          </p:nvPr>
        </p:nvGraphicFramePr>
        <p:xfrm>
          <a:off x="5913471" y="3958138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350393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>
            <a:extLst>
              <a:ext uri="{FF2B5EF4-FFF2-40B4-BE49-F238E27FC236}">
                <a16:creationId xmlns:a16="http://schemas.microsoft.com/office/drawing/2014/main" id="{5690F34F-6DC4-4D3B-8AE5-0F7CF3C14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526" y="4867357"/>
            <a:ext cx="1864237" cy="741712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984C369A-FC16-4D49-A9F0-7F27D392F9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281"/>
          <a:stretch>
            <a:fillRect/>
          </a:stretch>
        </p:blipFill>
        <p:spPr>
          <a:xfrm>
            <a:off x="848018" y="578523"/>
            <a:ext cx="2818941" cy="878138"/>
          </a:xfrm>
          <a:prstGeom prst="rect">
            <a:avLst/>
          </a:prstGeom>
        </p:spPr>
      </p:pic>
      <p:pic>
        <p:nvPicPr>
          <p:cNvPr id="29" name="Imagem 28">
            <a:extLst>
              <a:ext uri="{FF2B5EF4-FFF2-40B4-BE49-F238E27FC236}">
                <a16:creationId xmlns:a16="http://schemas.microsoft.com/office/drawing/2014/main" id="{04BA396E-2B5F-4AFC-9B0F-0CFF90681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781" y="816527"/>
            <a:ext cx="6908578" cy="371475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1FAF5779-C0C1-427C-A89A-034CCB24E447}"/>
              </a:ext>
            </a:extLst>
          </p:cNvPr>
          <p:cNvSpPr txBox="1">
            <a:spLocks/>
          </p:cNvSpPr>
          <p:nvPr/>
        </p:nvSpPr>
        <p:spPr>
          <a:xfrm>
            <a:off x="1178351" y="2878286"/>
            <a:ext cx="9426804" cy="10016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“Resultados consistentes são construídos com análise, </a:t>
            </a:r>
          </a:p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direcionamento e ação.”</a:t>
            </a:r>
            <a:endParaRPr lang="pt-BR" sz="2800" b="1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80997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4802</TotalTime>
  <Words>369</Words>
  <Application>Microsoft Office PowerPoint</Application>
  <PresentationFormat>Widescreen</PresentationFormat>
  <Paragraphs>133</Paragraphs>
  <Slides>12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Tema do Office</vt:lpstr>
      <vt:lpstr>RELATÓRIO  </vt:lpstr>
      <vt:lpstr>Apresentação do PowerPoint</vt:lpstr>
      <vt:lpstr>PREMIUM </vt:lpstr>
      <vt:lpstr>Apresentação do PowerPoint</vt:lpstr>
      <vt:lpstr>Apresentação do PowerPoint</vt:lpstr>
      <vt:lpstr>CRC</vt:lpstr>
      <vt:lpstr>Apresentação do PowerPoint</vt:lpstr>
      <vt:lpstr>Apresentação do PowerPoint</vt:lpstr>
      <vt:lpstr>CADASTRO  POSITIVO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RELATÓRIO</dc:title>
  <dc:creator>MONITORIA</dc:creator>
  <cp:lastModifiedBy>Qualidade ITS</cp:lastModifiedBy>
  <cp:revision>131</cp:revision>
  <dcterms:created xsi:type="dcterms:W3CDTF">2026-02-20T17:53:40Z</dcterms:created>
  <dcterms:modified xsi:type="dcterms:W3CDTF">2026-10-19T14:04:30Z</dcterms:modified>
</cp:coreProperties>
</file>
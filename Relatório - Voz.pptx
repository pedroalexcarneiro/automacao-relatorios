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5" r:id="rId3"/>
    <p:sldId id="260" r:id="rId4"/>
    <p:sldId id="259" r:id="rId5"/>
    <p:sldId id="277" r:id="rId6"/>
    <p:sldId id="263" r:id="rId7"/>
    <p:sldId id="281" r:id="rId8"/>
    <p:sldId id="280" r:id="rId9"/>
    <p:sldId id="267" r:id="rId10"/>
    <p:sldId id="282" r:id="rId11"/>
    <p:sldId id="276" r:id="rId12"/>
    <p:sldId id="274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B5DB"/>
    <a:srgbClr val="FFC000"/>
    <a:srgbClr val="8FA2D4"/>
    <a:srgbClr val="FC9988"/>
    <a:srgbClr val="3B64AD"/>
    <a:srgbClr val="2E75B6"/>
    <a:srgbClr val="7F7F7F"/>
    <a:srgbClr val="194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7" autoAdjust="0"/>
    <p:restoredTop sz="93037" autoAdjust="0"/>
  </p:normalViewPr>
  <p:slideViewPr>
    <p:cSldViewPr snapToGrid="0">
      <p:cViewPr varScale="1">
        <p:scale>
          <a:sx n="84" d="100"/>
          <a:sy n="84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="1" i="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b="1" i="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14</c:v>
                </c:pt>
                <c:pt idx="2">
                  <c:v>13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B6-475B-B654-FE5A0D82FE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</c:v>
                </c:pt>
                <c:pt idx="1">
                  <c:v>27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B6-475B-B654-FE5A0D82FEA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4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0543971293477057E-3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EB4-4C2B-9C5B-24DCDABD4CFE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84.9</c:v>
                </c:pt>
                <c:pt idx="1">
                  <c:v>85.07</c:v>
                </c:pt>
                <c:pt idx="2">
                  <c:v>80.15</c:v>
                </c:pt>
                <c:pt idx="3">
                  <c:v>74.82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solidFill>
                <a:srgbClr val="8FA2D4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5.908826344246362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6CE-4880-9BBB-81D000162EC3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78.66</c:v>
                </c:pt>
                <c:pt idx="1">
                  <c:v>77.89</c:v>
                </c:pt>
                <c:pt idx="2">
                  <c:v>76.58</c:v>
                </c:pt>
                <c:pt idx="3">
                  <c:v>73.04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28</c:v>
                </c:pt>
                <c:pt idx="2">
                  <c:v>24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cap="all" spc="120" normalizeH="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/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080" b="0" i="0" u="none" strike="noStrike" kern="1200" cap="all" spc="120" normalizeH="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D81-4525-9E00-E3663BB064E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0.8</c:v>
                </c:pt>
                <c:pt idx="2">
                  <c:v>1.0</c:v>
                </c:pt>
                <c:pt idx="3">
                  <c:v>0.8571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81-4525-9E00-E3663BB064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640097786235676E-3"/>
                  <c:y val="5.279400858671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E3C-4F37-AC14-28CD0BBA102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12-40EF-8066-FD97A60810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156642733382677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BD-4D19-BA76-61232F228C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  <c:pt idx="3">
                  <c:v>0.1429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3A-49F7-9BC3-14126413A1A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 algn="ctr" rtl="0">
        <a:defRPr lang="en-US" sz="900" b="0" i="0" u="none" strike="noStrike" kern="1200" baseline="0">
          <a:solidFill>
            <a:srgbClr val="E7E6E6">
              <a:lumMod val="25000"/>
            </a:srgb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8B9-4296-860A-92C6C3C91A6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0.9655</c:v>
                </c:pt>
                <c:pt idx="1">
                  <c:v>0.6786</c:v>
                </c:pt>
                <c:pt idx="2">
                  <c:v>0.9583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8B9-4296-860A-92C6C3C91A67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0.25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A7B5DB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0.0345</c:v>
                </c:pt>
                <c:pt idx="1">
                  <c:v>0.0714</c:v>
                </c:pt>
                <c:pt idx="2">
                  <c:v>0.0417</c:v>
                </c:pt>
                <c:pt idx="3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0528019557247087E-2"/>
                        <c:y val="9.6592250670940218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38B9-4296-860A-92C6C3C91A67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 rtl="0">
                        <a:defRPr lang="en-US" sz="1000" b="0" i="0" u="none" strike="noStrike" kern="1200" baseline="0">
                          <a:solidFill>
                            <a:srgbClr val="E7E6E6">
                              <a:lumMod val="25000"/>
                            </a:srgb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</c15:sqref>
                        </c15:formulaRef>
                      </c:ext>
                    </c:extLst>
                    <c:numCache>
                      <c:formatCode>0.00%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38B9-4296-860A-92C6C3C91A67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6927698986975396"/>
          <c:w val="0.8744435946646657"/>
          <c:h val="0.4229543270622286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38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0-4196-938F-6CD13323BE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73</c:v>
                </c:pt>
                <c:pt idx="2">
                  <c:v>72</c:v>
                </c:pt>
                <c:pt idx="3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50-4196-938F-6CD13323BEF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17588517390823E-2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70.11</c:v>
                </c:pt>
                <c:pt idx="2">
                  <c:v>67.29</c:v>
                </c:pt>
                <c:pt idx="3">
                  <c:v>70.44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2.363530537698544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74.47</c:v>
                </c:pt>
                <c:pt idx="1">
                  <c:v>74.89</c:v>
                </c:pt>
                <c:pt idx="2">
                  <c:v>71.65</c:v>
                </c:pt>
                <c:pt idx="3">
                  <c:v>72.97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80</c:v>
                </c:pt>
                <c:pt idx="2">
                  <c:v>89</c:v>
                </c:pt>
                <c:pt idx="3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16</c:v>
                </c:pt>
                <c:pt idx="2">
                  <c:v>25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838E-3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39-4F83-88F6-1343DEC9892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0.6491</c:v>
                </c:pt>
                <c:pt idx="1">
                  <c:v>0.825</c:v>
                </c:pt>
                <c:pt idx="2">
                  <c:v>0.7079</c:v>
                </c:pt>
                <c:pt idx="3">
                  <c:v>0.7791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E39-4F83-88F6-1343DEC989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4713E-3"/>
                  <c:y val="1.493862592576570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39-4F83-88F6-1343DEC9892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0.2456</c:v>
                </c:pt>
                <c:pt idx="1">
                  <c:v>0.1</c:v>
                </c:pt>
                <c:pt idx="2">
                  <c:v>0.2472</c:v>
                </c:pt>
                <c:pt idx="3">
                  <c:v>0.0465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EE39-4F83-88F6-1343DEC9892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114E-3"/>
                  <c:y val="1.646258526024536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A75-4966-AD4D-E8433DA2E14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0.1053</c:v>
                </c:pt>
                <c:pt idx="1">
                  <c:v>0.075</c:v>
                </c:pt>
                <c:pt idx="2">
                  <c:v>0.0449</c:v>
                </c:pt>
                <c:pt idx="3">
                  <c:v>0.1744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75-4966-AD4D-E8433DA2E14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452282683956935"/>
          <c:y val="9.50292154560903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914-4CE4-B025-E5CDD8FBBC9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0.6875</c:v>
                </c:pt>
                <c:pt idx="2">
                  <c:v>0.52</c:v>
                </c:pt>
                <c:pt idx="3">
                  <c:v>0.5833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914-4CE4-B025-E5CDD8FBBC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914-4CE4-B025-E5CDD8FBBC9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</c:v>
                </c:pt>
                <c:pt idx="1">
                  <c:v>0.1875</c:v>
                </c:pt>
                <c:pt idx="2">
                  <c:v>0.32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7914-4CE4-B025-E5CDD8FBBC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5.0424513713149481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A5B-4C52-8253-D6232F7F676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0.125</c:v>
                </c:pt>
                <c:pt idx="2">
                  <c:v>0.16</c:v>
                </c:pt>
                <c:pt idx="3">
                  <c:v>0.1667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B-4C52-8253-D6232F7F676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E-41AD-94AE-B6A3C2C557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E-41AD-94AE-B6A3C2C557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92.33</c:v>
                </c:pt>
                <c:pt idx="1">
                  <c:v>0.0</c:v>
                </c:pt>
                <c:pt idx="2">
                  <c:v>0.0</c:v>
                </c:pt>
                <c:pt idx="3">
                  <c:v>75.0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89.25</c:v>
                </c:pt>
                <c:pt idx="1">
                  <c:v>95.75</c:v>
                </c:pt>
                <c:pt idx="2">
                  <c:v>89.75</c:v>
                </c:pt>
                <c:pt idx="3">
                  <c:v>93.0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32-4906-BD87-C69A8C06D8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 xmlns:c15="http://schemas.microsoft.com/office/drawing/2012/chart">
            <c:ext xmlns:c16="http://schemas.microsoft.com/office/drawing/2014/chart" uri="{C3380CC4-5D6E-409C-BE32-E72D297353CC}">
              <c16:uniqueId val="{00000001-7A32-4906-BD87-C69A8C06D85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  <c:extLst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0"/>
                <a:lstStyle/>
                <a:p>
                  <a:pPr algn="ctr">
                    <a:defRPr lang="en-US" sz="1100" b="0" i="0" u="none" strike="noStrike" kern="1200" baseline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0.1667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A7B5DB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0.16669999999999999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 xmlns:c15="http://schemas.microsoft.com/office/drawing/2012/chart">
                      <c:ext xmlns:c15="http://schemas.microsoft.com/office/drawing/2012/chart"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–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A7B5DB"/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13723B-069C-4BA2-8326-9D0FE0D9B1C3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C5324-268C-4CF8-A9C6-71CD721CFB5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1327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100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373765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03804" y="5959488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feedbacks.</a:t>
            </a: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516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23236-BF94-B77A-EEB4-46AE6A06A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A810D-CA41-5799-649B-84D0CD8602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 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F1EB746-916A-5982-D095-2BF9CCFDF62A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5C2D997-17B3-6C28-5592-B8631D2E2BC5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31E32F1-831B-3813-D2F7-B3704B3B5D7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7E9C50B6-F5D5-73D0-FE1A-26EBFA357A68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A30BED49-D702-AE9D-D624-91D2EBE40B6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261A667C-668A-4FF1-E34C-1FAC79DCF91D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05D4A8BB-6462-942E-CE90-B638ADED9E10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E9E3413-0281-4DD9-BD99-D8365D82FF74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EA66A7A0-A5C5-5AC9-C227-EAC8E68B394B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3DD44FE-ABB3-E669-E257-842AF5B698AD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98E32A9-34D7-5D2A-462F-B57409AEB696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E55F3E4A-9163-6C11-B0D8-573BA280C3F8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6C34578C-375E-29EF-5946-D68341915CE6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56E8D93D-43E4-A93B-B18F-09DAA03ED77B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A70A8468-55D1-D382-4604-B7C367CC3E65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78B9FB1A-FC37-A087-988B-CF8FDC13B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1EFEA644-95DD-6798-9A27-43BD066E4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D9CB469-0B17-388B-AB08-5355B6A4A587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D4BDBE3C-86F9-2DD8-1751-605452089289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9299EB2-443F-C0D4-520B-5277F6D4FF47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EF96A62D-97CB-AE98-26E7-7824D9E5EE02}"/>
              </a:ext>
            </a:extLst>
          </p:cNvPr>
          <p:cNvSpPr/>
          <p:nvPr/>
        </p:nvSpPr>
        <p:spPr>
          <a:xfrm>
            <a:off x="3893783" y="5954237"/>
            <a:ext cx="1993652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E927952E-2512-4C0F-8C77-EEF439098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9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41797" y="129922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67" y="59986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30368" y="129922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96728" y="138344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431174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435575" y="129755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67439" y="143790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55580" y="1514808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63254" y="155379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86799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86800" y="129922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65061" y="138344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86798" y="153415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37885" y="245200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54243" y="135541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603845" y="142556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86167" y="143444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714341" y="242982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830978" y="244245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598541" y="357761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541798" y="3591685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7365304"/>
              </p:ext>
            </p:extLst>
          </p:nvPr>
        </p:nvGraphicFramePr>
        <p:xfrm>
          <a:off x="6821491" y="3641219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ítulo 1">
            <a:extLst>
              <a:ext uri="{FF2B5EF4-FFF2-40B4-BE49-F238E27FC236}">
                <a16:creationId xmlns:a16="http://schemas.microsoft.com/office/drawing/2014/main" id="{9BC95B46-61FD-6629-A231-7C069D01DFA2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6549977A-8B63-C967-1772-C7566E7828B0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1B690AA-E5EE-CA33-71DB-00F69DBF2A65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06C1842-3CD1-FF6A-151C-379D57278284}"/>
              </a:ext>
            </a:extLst>
          </p:cNvPr>
          <p:cNvSpPr txBox="1"/>
          <p:nvPr/>
        </p:nvSpPr>
        <p:spPr>
          <a:xfrm>
            <a:off x="10827970" y="1872943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feedbacks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B419C97D-FAD3-E8F8-E5CC-21848619E7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52996060"/>
              </p:ext>
            </p:extLst>
          </p:nvPr>
        </p:nvGraphicFramePr>
        <p:xfrm>
          <a:off x="754243" y="3702977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D5DF183-40C3-6345-E712-F472B0870DAC}"/>
              </a:ext>
            </a:extLst>
          </p:cNvPr>
          <p:cNvSpPr/>
          <p:nvPr/>
        </p:nvSpPr>
        <p:spPr>
          <a:xfrm>
            <a:off x="609162" y="3957681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6742203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F262DD0-7BDD-8601-E01F-999DA9D8F7FF}"/>
              </a:ext>
            </a:extLst>
          </p:cNvPr>
          <p:cNvSpPr/>
          <p:nvPr/>
        </p:nvSpPr>
        <p:spPr>
          <a:xfrm>
            <a:off x="3620208" y="1149090"/>
            <a:ext cx="4782960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3197121"/>
              </p:ext>
            </p:extLst>
          </p:nvPr>
        </p:nvGraphicFramePr>
        <p:xfrm>
          <a:off x="3932718" y="1149090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aixaDeTexto 20">
            <a:extLst>
              <a:ext uri="{FF2B5EF4-FFF2-40B4-BE49-F238E27FC236}">
                <a16:creationId xmlns:a16="http://schemas.microsoft.com/office/drawing/2014/main" id="{A7743D3F-3038-4D66-B580-C352697D0F5D}"/>
              </a:ext>
            </a:extLst>
          </p:cNvPr>
          <p:cNvSpPr txBox="1"/>
          <p:nvPr/>
        </p:nvSpPr>
        <p:spPr>
          <a:xfrm>
            <a:off x="9193926" y="2643423"/>
            <a:ext cx="5604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(43/48)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63A846A-14F7-45C9-8B5D-A9E53EE5C17F}"/>
              </a:ext>
            </a:extLst>
          </p:cNvPr>
          <p:cNvSpPr txBox="1"/>
          <p:nvPr/>
        </p:nvSpPr>
        <p:spPr>
          <a:xfrm>
            <a:off x="10231230" y="2160994"/>
            <a:ext cx="575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(6/9)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2963FA1-ED39-4AC0-9C8A-D3D7B26AB58B}"/>
              </a:ext>
            </a:extLst>
          </p:cNvPr>
          <p:cNvSpPr txBox="1"/>
          <p:nvPr/>
        </p:nvSpPr>
        <p:spPr>
          <a:xfrm>
            <a:off x="9184093" y="2192382"/>
            <a:ext cx="5751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(11/12)</a:t>
            </a:r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20B41420-4FDC-DD96-01E3-219DF7D6DD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2552755"/>
              </p:ext>
            </p:extLst>
          </p:nvPr>
        </p:nvGraphicFramePr>
        <p:xfrm>
          <a:off x="6346238" y="3820340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0820E5E9-E91B-E615-FDA0-39DF7BC51AEC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DF744891-2C93-BC43-A700-5BBD72AE63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1157997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4084652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CC4B2-666C-3DE9-698D-6932AEE7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6D1441-CD63-52A7-94E2-12C2334E02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AED3E38-C845-6324-924A-DF6577C04C65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D51300D-C873-A84E-F613-746A94147197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26B15D3-E240-E82C-94F6-6A221949545C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081BB37-97A7-82F5-23C4-F7F6FFFBAFE3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201ED0DC-F2E7-0593-50D5-713A10E6A6BF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3333422-9555-DC3B-D26B-DCE2506511B4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D63F61BF-6FB8-8AF0-C471-801FC5409D5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D26D9488-8A19-D2CA-31F8-D07676CC6CDE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2CBA5B1-C2C7-4780-C4D6-8A32AC304C2A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4B1D1D7C-F09D-E2CD-623F-6FD2210926EA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57C09AE-A3A0-ECA3-4A52-4CEFCEDD8F2D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A1B5F7-0D22-E0D0-56B1-3A344CC58466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37138569-F8B5-381A-7BB7-CA0FBFA17DC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2FAD254-5A91-16B4-82DD-54EF388E3AD8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F719153-7511-B6E3-022F-B422CF2677E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15ABE63A-0A2E-743F-153D-7EB77AF7D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F44503F3-73A1-4BA0-F49F-BBF212FD3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7C3F7AE-5DAD-8E1F-0B6B-3A024BC75343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8592D4B2-D3D9-D1D4-FC2C-31EF60DA834B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4B93B2B-6780-CCAD-90CF-D32D42DFD971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A731F27-C4EA-D967-33A5-2513551FDEE3}"/>
              </a:ext>
            </a:extLst>
          </p:cNvPr>
          <p:cNvSpPr/>
          <p:nvPr/>
        </p:nvSpPr>
        <p:spPr>
          <a:xfrm>
            <a:off x="6194774" y="5971806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AD875A6A-0BBC-4BA9-A55C-30D646534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11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9FDF6-386D-014D-8642-2FFFF19FF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4D804A94-1DCB-792B-F8E2-D3CD661AD778}"/>
              </a:ext>
            </a:extLst>
          </p:cNvPr>
          <p:cNvSpPr/>
          <p:nvPr/>
        </p:nvSpPr>
        <p:spPr>
          <a:xfrm>
            <a:off x="494567" y="122873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2D8DA84-3EAC-6092-AA2A-493AD34D728E}"/>
              </a:ext>
            </a:extLst>
          </p:cNvPr>
          <p:cNvSpPr/>
          <p:nvPr/>
        </p:nvSpPr>
        <p:spPr>
          <a:xfrm>
            <a:off x="494568" y="122873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03E670F-9E67-6936-2218-1645FA6BB9D8}"/>
              </a:ext>
            </a:extLst>
          </p:cNvPr>
          <p:cNvSpPr txBox="1"/>
          <p:nvPr/>
        </p:nvSpPr>
        <p:spPr>
          <a:xfrm>
            <a:off x="849498" y="131295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7F1FD97-3205-E407-B875-2DE9F4F5F58C}"/>
              </a:ext>
            </a:extLst>
          </p:cNvPr>
          <p:cNvSpPr/>
          <p:nvPr/>
        </p:nvSpPr>
        <p:spPr>
          <a:xfrm>
            <a:off x="8383944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32A0A0D7-9438-A0DD-FB46-36A858397DB3}"/>
              </a:ext>
            </a:extLst>
          </p:cNvPr>
          <p:cNvSpPr/>
          <p:nvPr/>
        </p:nvSpPr>
        <p:spPr>
          <a:xfrm>
            <a:off x="8388345" y="122706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1D75F8C-4F92-C0F4-380E-D28EDF1FB0D9}"/>
              </a:ext>
            </a:extLst>
          </p:cNvPr>
          <p:cNvSpPr txBox="1"/>
          <p:nvPr/>
        </p:nvSpPr>
        <p:spPr>
          <a:xfrm>
            <a:off x="9020209" y="136741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75EF185-1DEB-0B19-41AE-579EED0C2D8B}"/>
              </a:ext>
            </a:extLst>
          </p:cNvPr>
          <p:cNvSpPr txBox="1"/>
          <p:nvPr/>
        </p:nvSpPr>
        <p:spPr>
          <a:xfrm>
            <a:off x="1165500" y="1452054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447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2600B29F-ED08-93D2-08D6-BB4AD4F07A2A}"/>
              </a:ext>
            </a:extLst>
          </p:cNvPr>
          <p:cNvSpPr txBox="1"/>
          <p:nvPr/>
        </p:nvSpPr>
        <p:spPr>
          <a:xfrm>
            <a:off x="8416024" y="148330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407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04DAC12-FA16-FB30-DBEB-DC4AC99AF109}"/>
              </a:ext>
            </a:extLst>
          </p:cNvPr>
          <p:cNvSpPr/>
          <p:nvPr/>
        </p:nvSpPr>
        <p:spPr>
          <a:xfrm>
            <a:off x="4239569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C8F600D3-A7AC-A2F2-E190-20DD6F370CA7}"/>
              </a:ext>
            </a:extLst>
          </p:cNvPr>
          <p:cNvSpPr/>
          <p:nvPr/>
        </p:nvSpPr>
        <p:spPr>
          <a:xfrm>
            <a:off x="4239570" y="122873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B6B27095-7514-68EF-FA5D-265D8DF95654}"/>
              </a:ext>
            </a:extLst>
          </p:cNvPr>
          <p:cNvSpPr txBox="1"/>
          <p:nvPr/>
        </p:nvSpPr>
        <p:spPr>
          <a:xfrm>
            <a:off x="4917831" y="131295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0B4069B9-7540-3B88-FAD1-DE25A4C6C94C}"/>
              </a:ext>
            </a:extLst>
          </p:cNvPr>
          <p:cNvSpPr txBox="1"/>
          <p:nvPr/>
        </p:nvSpPr>
        <p:spPr>
          <a:xfrm>
            <a:off x="4239568" y="146366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72,13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078D6C19-6C87-73E0-10C4-D025A2D265EF}"/>
              </a:ext>
            </a:extLst>
          </p:cNvPr>
          <p:cNvSpPr txBox="1"/>
          <p:nvPr/>
        </p:nvSpPr>
        <p:spPr>
          <a:xfrm>
            <a:off x="4490655" y="238151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3FACE9C3-9EE2-6E33-22CC-A0EEFC96561F}"/>
              </a:ext>
            </a:extLst>
          </p:cNvPr>
          <p:cNvSpPr/>
          <p:nvPr/>
        </p:nvSpPr>
        <p:spPr>
          <a:xfrm>
            <a:off x="707013" y="128492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9D5AA3CE-24A7-96AA-F50D-05D0604AAFCA}"/>
              </a:ext>
            </a:extLst>
          </p:cNvPr>
          <p:cNvGrpSpPr/>
          <p:nvPr/>
        </p:nvGrpSpPr>
        <p:grpSpPr>
          <a:xfrm>
            <a:off x="4556615" y="135507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5B8B89EC-B5BA-50EB-7810-E7201BCA1E27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650B4EEA-397B-E257-5FEC-F7B60E43F713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FAB68D19-7D97-FC2A-3998-DB1053C4E17A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FBBC2808-F11F-8856-76D9-6B3A4D179211}"/>
              </a:ext>
            </a:extLst>
          </p:cNvPr>
          <p:cNvGrpSpPr/>
          <p:nvPr/>
        </p:nvGrpSpPr>
        <p:grpSpPr>
          <a:xfrm>
            <a:off x="8638937" y="136395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F9057E75-A0E1-6E33-3C04-9721A93BC24D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72BEB681-CDB9-CA0A-9A1C-C3A04163B268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D975833A-06EF-68BD-02D6-7035387EED90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18664CD2-0EF2-1744-30C7-4E69B2F2D419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2138-219B-7DF9-16CB-341815B87C25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3F01CCC0-F4E0-5F95-44F4-ED23A73CD8B4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B4B6B390-AE93-9715-BB49-CA78736A7167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65FC0188-9988-5465-C826-361D65232D0C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FB963DF-73B7-D3BC-F7F0-BB0208EF2D16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52981540-CC15-7565-BEE8-96D349F74B27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1B587573-DF52-40E3-46A2-8A9C4DF67DDA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91C55565-3113-7A31-1645-1F5240552D16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7BFE864-62F4-9200-AE45-BD086F1B9478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5AFF4FA9-965F-506A-13D0-045F3D342A85}"/>
              </a:ext>
            </a:extLst>
          </p:cNvPr>
          <p:cNvSpPr txBox="1"/>
          <p:nvPr/>
        </p:nvSpPr>
        <p:spPr>
          <a:xfrm>
            <a:off x="8667111" y="235933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DEBBF058-16ED-2700-B071-4CF70B85F4C8}"/>
              </a:ext>
            </a:extLst>
          </p:cNvPr>
          <p:cNvSpPr txBox="1"/>
          <p:nvPr/>
        </p:nvSpPr>
        <p:spPr>
          <a:xfrm>
            <a:off x="783748" y="237196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E5D1D10-6668-9447-5D25-41146DBF830F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45F0122-B4BF-1E9C-4D1E-FA38EB097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DFC9B0FC-F0A2-633A-78BC-A62D5B4ABC8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C9F90512-5890-FC5E-EDCB-D3D3D78D9130}"/>
              </a:ext>
            </a:extLst>
          </p:cNvPr>
          <p:cNvSpPr/>
          <p:nvPr/>
        </p:nvSpPr>
        <p:spPr>
          <a:xfrm>
            <a:off x="8242757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833760" y="36040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672304" y="3642709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2391757"/>
              </p:ext>
            </p:extLst>
          </p:nvPr>
        </p:nvGraphicFramePr>
        <p:xfrm>
          <a:off x="6951997" y="3692243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8ABBBF55-A2EB-BE3C-6E0C-87F3F88ACE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4849713"/>
              </p:ext>
            </p:extLst>
          </p:nvPr>
        </p:nvGraphicFramePr>
        <p:xfrm>
          <a:off x="951524" y="3702291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F184CAC5-0219-D18C-6F13-CEAA34191C8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F26FA34F-55DA-9217-B753-ECFB37922FB5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E60D9FE-0195-508E-9421-9EC534A41AC7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3773E08-C44F-CECD-5D4C-849E35A4EC0B}"/>
              </a:ext>
            </a:extLst>
          </p:cNvPr>
          <p:cNvSpPr txBox="1"/>
          <p:nvPr/>
        </p:nvSpPr>
        <p:spPr>
          <a:xfrm>
            <a:off x="10721245" y="176742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203145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B8F431D4-C986-7A9C-54FF-E53413D7048B}"/>
              </a:ext>
            </a:extLst>
          </p:cNvPr>
          <p:cNvSpPr/>
          <p:nvPr/>
        </p:nvSpPr>
        <p:spPr>
          <a:xfrm>
            <a:off x="3610054" y="1129299"/>
            <a:ext cx="4643247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8332470" y="165898"/>
            <a:ext cx="1136406" cy="21401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793135"/>
              </p:ext>
            </p:extLst>
          </p:nvPr>
        </p:nvGraphicFramePr>
        <p:xfrm>
          <a:off x="3743209" y="1146368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97EEB5F-C124-4E1B-507D-5A67EEC54270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3703405B-90C4-205B-8ECC-42E1F00F10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82751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4A127EFF-A92A-68E5-0FEE-4D2A1E516F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3933688"/>
              </p:ext>
            </p:extLst>
          </p:nvPr>
        </p:nvGraphicFramePr>
        <p:xfrm>
          <a:off x="6346238" y="36498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8877E65-3889-5A1B-36A6-FE64CF5EE307}"/>
              </a:ext>
            </a:extLst>
          </p:cNvPr>
          <p:cNvSpPr txBox="1">
            <a:spLocks/>
          </p:cNvSpPr>
          <p:nvPr/>
        </p:nvSpPr>
        <p:spPr>
          <a:xfrm>
            <a:off x="2969112" y="469863"/>
            <a:ext cx="5614428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</p:spTree>
    <p:extLst>
      <p:ext uri="{BB962C8B-B14F-4D97-AF65-F5344CB8AC3E}">
        <p14:creationId xmlns:p14="http://schemas.microsoft.com/office/powerpoint/2010/main" val="2203181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24917-72C2-81F7-20DC-06478F871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A3453-C1FD-A5F0-C9B0-BA5A4BADB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826007"/>
            <a:ext cx="9144000" cy="1181350"/>
          </a:xfrm>
        </p:spPr>
        <p:txBody>
          <a:bodyPr>
            <a:normAutofit fontScale="90000"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6CBA01-70ED-51C9-78E5-7A9201007FD5}"/>
              </a:ext>
            </a:extLst>
          </p:cNvPr>
          <p:cNvSpPr txBox="1">
            <a:spLocks/>
          </p:cNvSpPr>
          <p:nvPr/>
        </p:nvSpPr>
        <p:spPr>
          <a:xfrm>
            <a:off x="1122318" y="2395570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052827C-4A70-EBE2-5F7B-8531F58050F4}"/>
              </a:ext>
            </a:extLst>
          </p:cNvPr>
          <p:cNvSpPr txBox="1">
            <a:spLocks/>
          </p:cNvSpPr>
          <p:nvPr/>
        </p:nvSpPr>
        <p:spPr>
          <a:xfrm>
            <a:off x="2088974" y="4498485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601C46D-FD87-D4B8-E098-3365EC21FE54}"/>
              </a:ext>
            </a:extLst>
          </p:cNvPr>
          <p:cNvSpPr txBox="1">
            <a:spLocks/>
          </p:cNvSpPr>
          <p:nvPr/>
        </p:nvSpPr>
        <p:spPr>
          <a:xfrm>
            <a:off x="1179689" y="168391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AA74C28-6B6F-0CED-4A95-B8A0BFE1138F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9717A9C6-2D72-C8BF-B5E3-ADC939AFD611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C6F46222-5A05-2808-FDF2-F6BE5F51BA25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94C62C02-EE15-3690-F6A7-67454A17D173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B3B8311-BB48-DEF4-996A-C597E9D7FA73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4415C775-2630-B8DB-FEE1-D17DE4C4B170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C223CEA-3A2C-3E75-864B-CC92171B7F3F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DE0125C-2AA8-647A-C456-1CE537067AE2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DE6B3E-B464-7C53-CD0C-6941F01EF6BE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5B530BC9-6410-153B-25B3-E10F75617E1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5F750AF-7170-B7EA-B2F1-4621E06B05EA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C5E17DE-58C9-43A4-957F-253495405A6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8CB8664E-C36D-7D9D-BAD6-B30B8B042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6CAC67DE-D2DD-1E0C-BBCD-981F8931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20418CDB-FD42-8C5B-91D1-B11A6A20159C}"/>
              </a:ext>
            </a:extLst>
          </p:cNvPr>
          <p:cNvCxnSpPr>
            <a:cxnSpLocks/>
          </p:cNvCxnSpPr>
          <p:nvPr/>
        </p:nvCxnSpPr>
        <p:spPr>
          <a:xfrm>
            <a:off x="1319968" y="4876879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2D6809B2-446B-B070-6CAA-98A92F62D1DC}"/>
              </a:ext>
            </a:extLst>
          </p:cNvPr>
          <p:cNvSpPr/>
          <p:nvPr/>
        </p:nvSpPr>
        <p:spPr>
          <a:xfrm>
            <a:off x="1240224" y="4793184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3ACDF8C-6096-BFB8-D079-24B3C397FE53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1AE8EC0D-38B1-0695-038C-DB9947FE4E58}"/>
              </a:ext>
            </a:extLst>
          </p:cNvPr>
          <p:cNvSpPr/>
          <p:nvPr/>
        </p:nvSpPr>
        <p:spPr>
          <a:xfrm>
            <a:off x="8618997" y="5950541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77542DC5-F2F1-44CC-83A8-023728B85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899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410-9714-D735-40EF-B8E8F9776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91E5F01-3F25-C5F6-0864-23A2BA60EEF5}"/>
              </a:ext>
            </a:extLst>
          </p:cNvPr>
          <p:cNvSpPr/>
          <p:nvPr/>
        </p:nvSpPr>
        <p:spPr>
          <a:xfrm>
            <a:off x="530170" y="1239110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F52727C-8DB1-E84D-1225-53F9855A39FC}"/>
              </a:ext>
            </a:extLst>
          </p:cNvPr>
          <p:cNvSpPr/>
          <p:nvPr/>
        </p:nvSpPr>
        <p:spPr>
          <a:xfrm>
            <a:off x="530171" y="123911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9B1643F-3C81-FBF4-2CE7-53B9EED55162}"/>
              </a:ext>
            </a:extLst>
          </p:cNvPr>
          <p:cNvSpPr txBox="1"/>
          <p:nvPr/>
        </p:nvSpPr>
        <p:spPr>
          <a:xfrm>
            <a:off x="885101" y="1323329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17CC3D1-4CEB-92B2-4C2E-82AF334BC5D6}"/>
              </a:ext>
            </a:extLst>
          </p:cNvPr>
          <p:cNvSpPr/>
          <p:nvPr/>
        </p:nvSpPr>
        <p:spPr>
          <a:xfrm>
            <a:off x="8419547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7AFDABA-397C-3C41-0E34-C1E68F3A8EBC}"/>
              </a:ext>
            </a:extLst>
          </p:cNvPr>
          <p:cNvSpPr/>
          <p:nvPr/>
        </p:nvSpPr>
        <p:spPr>
          <a:xfrm>
            <a:off x="8423948" y="1237434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C5378416-CD54-2F40-F426-96090246C483}"/>
              </a:ext>
            </a:extLst>
          </p:cNvPr>
          <p:cNvSpPr txBox="1"/>
          <p:nvPr/>
        </p:nvSpPr>
        <p:spPr>
          <a:xfrm>
            <a:off x="9055812" y="1377791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AE54A5F-1CDE-19FB-9698-D704BBE11685}"/>
              </a:ext>
            </a:extLst>
          </p:cNvPr>
          <p:cNvSpPr txBox="1"/>
          <p:nvPr/>
        </p:nvSpPr>
        <p:spPr>
          <a:xfrm>
            <a:off x="1201103" y="1462427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CF028C69-3A4B-DAA3-FA06-FE54325F1E2C}"/>
              </a:ext>
            </a:extLst>
          </p:cNvPr>
          <p:cNvSpPr txBox="1"/>
          <p:nvPr/>
        </p:nvSpPr>
        <p:spPr>
          <a:xfrm>
            <a:off x="8451627" y="1493673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9E9E1EC0-665C-EB1A-E818-AFF19F6D2966}"/>
              </a:ext>
            </a:extLst>
          </p:cNvPr>
          <p:cNvSpPr/>
          <p:nvPr/>
        </p:nvSpPr>
        <p:spPr>
          <a:xfrm>
            <a:off x="4275172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44DEB2DB-C7B7-B4B2-84B9-41929220176A}"/>
              </a:ext>
            </a:extLst>
          </p:cNvPr>
          <p:cNvSpPr/>
          <p:nvPr/>
        </p:nvSpPr>
        <p:spPr>
          <a:xfrm>
            <a:off x="4275173" y="1239110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F015772D-F8F5-B3FC-C69E-3C47DC7BDA5E}"/>
              </a:ext>
            </a:extLst>
          </p:cNvPr>
          <p:cNvSpPr txBox="1"/>
          <p:nvPr/>
        </p:nvSpPr>
        <p:spPr>
          <a:xfrm>
            <a:off x="4953434" y="1323329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A919B4F5-E558-AAA1-9B05-A19CC88AF440}"/>
              </a:ext>
            </a:extLst>
          </p:cNvPr>
          <p:cNvSpPr txBox="1"/>
          <p:nvPr/>
        </p:nvSpPr>
        <p:spPr>
          <a:xfrm>
            <a:off x="4275171" y="1474037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90,523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62BB8DA8-2F6F-6073-7BD7-F01C753E73BB}"/>
              </a:ext>
            </a:extLst>
          </p:cNvPr>
          <p:cNvSpPr txBox="1"/>
          <p:nvPr/>
        </p:nvSpPr>
        <p:spPr>
          <a:xfrm>
            <a:off x="4526258" y="239188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84D48422-C7B9-D620-CB96-47E436022872}"/>
              </a:ext>
            </a:extLst>
          </p:cNvPr>
          <p:cNvSpPr/>
          <p:nvPr/>
        </p:nvSpPr>
        <p:spPr>
          <a:xfrm>
            <a:off x="742616" y="1295293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D75C027A-B21D-9D6A-C7A9-66277DA84D2B}"/>
              </a:ext>
            </a:extLst>
          </p:cNvPr>
          <p:cNvGrpSpPr/>
          <p:nvPr/>
        </p:nvGrpSpPr>
        <p:grpSpPr>
          <a:xfrm>
            <a:off x="4592218" y="1365447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F797BBD9-FCA8-4B71-304D-9CC804074F76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32009C02-F019-3953-1779-9E1D07B0FF6B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94736649-D867-44C5-9561-881B77E9BA5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7F79AFE7-B87C-103D-BF75-C61A63BA7D40}"/>
              </a:ext>
            </a:extLst>
          </p:cNvPr>
          <p:cNvGrpSpPr/>
          <p:nvPr/>
        </p:nvGrpSpPr>
        <p:grpSpPr>
          <a:xfrm>
            <a:off x="8674540" y="1374330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175EF017-E012-C480-241E-09C03DB9405F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E5F4173C-8151-7870-AE8D-70545DB2F141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7D3EE644-ADBE-7D5D-18AE-300A3C2BBFE1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A9B7CCCA-C55A-7A28-524A-62A750883F6E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CE94-F834-4F3B-8478-85D944CED879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8ED4AB0D-D1BE-4B86-EA8F-8512C0BC619F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FF3EDFC4-567C-549D-A3AA-67D983755BE0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25E72767-30F6-011C-502D-9E41C5EE44EE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2596032-4F82-2592-22FE-40FCA75A3494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138F0CCE-7292-AA44-1AE0-83EFE54F4155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EBC35933-F59A-55CA-8DEF-F4FDE68F1018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AEEF7099-FCF7-5CCC-5066-539EA02DDB18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16A08E0-8D99-B2C1-08E0-EE555F39A2C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2C96152-F786-C6EF-8DDB-857CC3BA7809}"/>
              </a:ext>
            </a:extLst>
          </p:cNvPr>
          <p:cNvSpPr txBox="1"/>
          <p:nvPr/>
        </p:nvSpPr>
        <p:spPr>
          <a:xfrm>
            <a:off x="8702714" y="236970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7367A1E8-85F5-8439-3791-7EF5AF702DF6}"/>
              </a:ext>
            </a:extLst>
          </p:cNvPr>
          <p:cNvSpPr txBox="1"/>
          <p:nvPr/>
        </p:nvSpPr>
        <p:spPr>
          <a:xfrm>
            <a:off x="819351" y="238233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3E662BA-4241-FDCC-27C3-F65E86C0F053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1CAB21-826E-5DFC-F826-1ACEDD9B2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EFCDA690-DB04-8189-6FB0-A88F5B66F79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FDCB3A6-751A-97AC-9847-7C7B31FF35F1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B35220F-A673-609E-F986-64B72EB6302A}"/>
              </a:ext>
            </a:extLst>
          </p:cNvPr>
          <p:cNvSpPr/>
          <p:nvPr/>
        </p:nvSpPr>
        <p:spPr>
          <a:xfrm>
            <a:off x="6488656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7381C6E-871A-9BB3-B095-F93C94D3D628}"/>
              </a:ext>
            </a:extLst>
          </p:cNvPr>
          <p:cNvSpPr/>
          <p:nvPr/>
        </p:nvSpPr>
        <p:spPr>
          <a:xfrm>
            <a:off x="671128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C5135827-81F6-4517-B98F-DF4DDF6689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6477911"/>
              </p:ext>
            </p:extLst>
          </p:nvPr>
        </p:nvGraphicFramePr>
        <p:xfrm>
          <a:off x="6767876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1FCA504-DDEB-28DB-A716-7C07B9FE51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7043072"/>
              </p:ext>
            </p:extLst>
          </p:nvPr>
        </p:nvGraphicFramePr>
        <p:xfrm>
          <a:off x="823674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C4F7E689-CFBB-76C3-AE6A-4E3EDA7FDB42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A9793297-14F4-DEB8-564F-A65CF4B3B8C1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90DAB6-F522-1499-1642-5C8F8BD330FE}"/>
              </a:ext>
            </a:extLst>
          </p:cNvPr>
          <p:cNvSpPr txBox="1"/>
          <p:nvPr/>
        </p:nvSpPr>
        <p:spPr>
          <a:xfrm>
            <a:off x="2585507" y="1827979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D8435C3-F3F7-84C7-C4C5-CAE5D6161A05}"/>
              </a:ext>
            </a:extLst>
          </p:cNvPr>
          <p:cNvSpPr txBox="1"/>
          <p:nvPr/>
        </p:nvSpPr>
        <p:spPr>
          <a:xfrm>
            <a:off x="10711720" y="1824605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453265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B36C86-52C6-1825-6E0F-EE786B263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880E80E-34C2-4D7E-0BB4-F2D8B66A003F}"/>
              </a:ext>
            </a:extLst>
          </p:cNvPr>
          <p:cNvSpPr/>
          <p:nvPr/>
        </p:nvSpPr>
        <p:spPr>
          <a:xfrm>
            <a:off x="3367784" y="1064333"/>
            <a:ext cx="5208282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182FF5E-8D19-6FB8-62BC-955FB13C7578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1EF433E8-16E8-0B2A-C726-50DB111C7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3675AF3E-E0BA-1D92-6B69-30595B6EA4A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2A43975-5B1D-1118-93CE-683D63BD0669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00B1E339-CDEF-46F9-BDB9-4678FFF9E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7733583"/>
              </p:ext>
            </p:extLst>
          </p:nvPr>
        </p:nvGraphicFramePr>
        <p:xfrm>
          <a:off x="3892955" y="1072867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BFADF4B-5C57-A0AF-97AB-FBE4ED3F4441}"/>
              </a:ext>
            </a:extLst>
          </p:cNvPr>
          <p:cNvSpPr/>
          <p:nvPr/>
        </p:nvSpPr>
        <p:spPr>
          <a:xfrm>
            <a:off x="470358" y="4005524"/>
            <a:ext cx="1090154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72A8A566-D2EF-E89C-C13D-77ED2C0F98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885964"/>
              </p:ext>
            </p:extLst>
          </p:nvPr>
        </p:nvGraphicFramePr>
        <p:xfrm>
          <a:off x="888093" y="402259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57C4723-75F6-4DCA-309C-C597E13DA3B1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745D3427-A932-D844-5D0E-98D767CCCB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2653927"/>
              </p:ext>
            </p:extLst>
          </p:nvPr>
        </p:nvGraphicFramePr>
        <p:xfrm>
          <a:off x="5913471" y="395813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35039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281"/>
          <a:stretch>
            <a:fillRect/>
          </a:stretch>
        </p:blipFill>
        <p:spPr>
          <a:xfrm>
            <a:off x="848018" y="578523"/>
            <a:ext cx="2818941" cy="878138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04BA396E-2B5F-4AFC-9B0F-0CFF906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781" y="816527"/>
            <a:ext cx="6908578" cy="371475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1FAF5779-C0C1-427C-A89A-034CCB24E447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4791</TotalTime>
  <Words>389</Words>
  <Application>Microsoft Office PowerPoint</Application>
  <PresentationFormat>Widescreen</PresentationFormat>
  <Paragraphs>147</Paragraphs>
  <Slides>12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PREMIUM </vt:lpstr>
      <vt:lpstr>Apresentação do PowerPoint</vt:lpstr>
      <vt:lpstr>Apresentação do PowerPoint</vt:lpstr>
      <vt:lpstr>CRC</vt:lpstr>
      <vt:lpstr>Apresentação do PowerPoint</vt:lpstr>
      <vt:lpstr>Apresentação do PowerPoint</vt:lpstr>
      <vt:lpstr>CADASTRO  POSITIVO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130</cp:revision>
  <dcterms:created xsi:type="dcterms:W3CDTF">2026-02-20T17:53:40Z</dcterms:created>
  <dcterms:modified xsi:type="dcterms:W3CDTF">2026-09-11T17:53:20Z</dcterms:modified>
</cp:coreProperties>
</file>
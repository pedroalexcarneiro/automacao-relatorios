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75" r:id="rId3"/>
    <p:sldId id="260" r:id="rId4"/>
    <p:sldId id="259" r:id="rId5"/>
    <p:sldId id="277" r:id="rId6"/>
    <p:sldId id="263" r:id="rId7"/>
    <p:sldId id="281" r:id="rId8"/>
    <p:sldId id="280" r:id="rId9"/>
    <p:sldId id="267" r:id="rId10"/>
    <p:sldId id="282" r:id="rId11"/>
    <p:sldId id="276" r:id="rId12"/>
    <p:sldId id="274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B5DB"/>
    <a:srgbClr val="FFC000"/>
    <a:srgbClr val="8FA2D4"/>
    <a:srgbClr val="FC9988"/>
    <a:srgbClr val="3B64AD"/>
    <a:srgbClr val="2E75B6"/>
    <a:srgbClr val="7F7F7F"/>
    <a:srgbClr val="194E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17" autoAdjust="0"/>
    <p:restoredTop sz="93037" autoAdjust="0"/>
  </p:normalViewPr>
  <p:slideViewPr>
    <p:cSldViewPr snapToGrid="0">
      <p:cViewPr varScale="1">
        <p:scale>
          <a:sx n="84" d="100"/>
          <a:sy n="84" d="100"/>
        </p:scale>
        <p:origin x="6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i="0" dirty="0">
                <a:latin typeface="Arial" panose="020B0604020202020204" pitchFamily="34" charset="0"/>
                <a:cs typeface="Arial" panose="020B0604020202020204" pitchFamily="34" charset="0"/>
              </a:rPr>
              <a:t>QUANTIDADE</a:t>
            </a:r>
            <a:r>
              <a:rPr lang="en-US" sz="1400" b="1" i="0" baseline="0" dirty="0">
                <a:latin typeface="Arial" panose="020B0604020202020204" pitchFamily="34" charset="0"/>
                <a:cs typeface="Arial" panose="020B0604020202020204" pitchFamily="34" charset="0"/>
              </a:rPr>
              <a:t> DE MONITORIAS</a:t>
            </a:r>
            <a:endParaRPr lang="en-US" sz="1400" b="1" i="0" dirty="0"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Operação</c:v>
                </c:pt>
              </c:strCache>
            </c:strRef>
          </c:tx>
          <c:spPr>
            <a:solidFill>
              <a:srgbClr val="8FA2D4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</c:v>
                </c:pt>
                <c:pt idx="1">
                  <c:v>14</c:v>
                </c:pt>
                <c:pt idx="2">
                  <c:v>13</c:v>
                </c:pt>
                <c:pt idx="3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B6-475B-B654-FE5A0D82FEA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Qualidade</c:v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32</c:v>
                </c:pt>
                <c:pt idx="1">
                  <c:v>27</c:v>
                </c:pt>
                <c:pt idx="2">
                  <c:v>24</c:v>
                </c:pt>
                <c:pt idx="3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2B6-475B-B654-FE5A0D82FEA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80928000"/>
        <c:axId val="480928480"/>
      </c:barChart>
      <c:catAx>
        <c:axId val="480928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480"/>
        <c:crosses val="autoZero"/>
        <c:auto val="1"/>
        <c:lblAlgn val="ctr"/>
        <c:lblOffset val="100"/>
        <c:noMultiLvlLbl val="0"/>
      </c:catAx>
      <c:valAx>
        <c:axId val="480928480"/>
        <c:scaling>
          <c:orientation val="minMax"/>
          <c:max val="4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000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MÉDIA</a:t>
            </a:r>
            <a:r>
              <a:rPr lang="en-US" sz="1400" b="1" baseline="0" dirty="0">
                <a:latin typeface="Arial" panose="020B0604020202020204" pitchFamily="34" charset="0"/>
                <a:cs typeface="Arial" panose="020B0604020202020204" pitchFamily="34" charset="0"/>
              </a:rPr>
              <a:t> DO CANAL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Operação</c:v>
                </c:pt>
              </c:strCache>
            </c:strRef>
          </c:tx>
          <c:spPr>
            <a:solidFill>
              <a:srgbClr val="8FA2D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3.0543971293477057E-3"/>
                  <c:y val="1.18176526884927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EB4-4C2B-9C5B-24DCDABD4CFE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84.9</c:v>
                </c:pt>
                <c:pt idx="1">
                  <c:v>85.07</c:v>
                </c:pt>
                <c:pt idx="2">
                  <c:v>80.150000000000006</c:v>
                </c:pt>
                <c:pt idx="3">
                  <c:v>74.819999999999993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A8-447A-B19E-2D58E8AA9CB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Qualidade</c:v>
                </c:pt>
              </c:strCache>
            </c:strRef>
          </c:tx>
          <c:spPr>
            <a:solidFill>
              <a:srgbClr val="4472C4"/>
            </a:solidFill>
            <a:ln>
              <a:solidFill>
                <a:srgbClr val="8FA2D4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6.1087942586954113E-3"/>
                  <c:y val="5.908826344246362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6CE-4880-9BBB-81D000162EC3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78.66</c:v>
                </c:pt>
                <c:pt idx="1">
                  <c:v>77.89</c:v>
                </c:pt>
                <c:pt idx="2">
                  <c:v>76.58</c:v>
                </c:pt>
                <c:pt idx="3">
                  <c:v>73.040000000000006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A8-447A-B19E-2D58E8AA9CB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0928000"/>
        <c:axId val="480928480"/>
      </c:barChart>
      <c:catAx>
        <c:axId val="480928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480"/>
        <c:crosses val="autoZero"/>
        <c:auto val="1"/>
        <c:lblAlgn val="ctr"/>
        <c:lblOffset val="100"/>
        <c:noMultiLvlLbl val="0"/>
      </c:catAx>
      <c:valAx>
        <c:axId val="4809284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0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VOLUME</a:t>
            </a:r>
            <a:r>
              <a:rPr lang="en-US" sz="1400" b="1" baseline="0" dirty="0">
                <a:latin typeface="Arial" panose="020B0604020202020204" pitchFamily="34" charset="0"/>
                <a:cs typeface="Arial" panose="020B0604020202020204" pitchFamily="34" charset="0"/>
              </a:rPr>
              <a:t> DE NC E NCG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NC</c:v>
                </c:pt>
              </c:strCache>
            </c:strRef>
          </c:tx>
          <c:spPr>
            <a:solidFill>
              <a:srgbClr val="3B64AD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</c:v>
                </c:pt>
                <c:pt idx="1">
                  <c:v>28</c:v>
                </c:pt>
                <c:pt idx="2">
                  <c:v>24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AC-45DD-A69D-570C1814D21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NCG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</c:v>
                </c:pt>
                <c:pt idx="1">
                  <c:v>5</c:v>
                </c:pt>
                <c:pt idx="2">
                  <c:v>5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FAC-45DD-A69D-570C1814D21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80928000"/>
        <c:axId val="480928480"/>
      </c:barChart>
      <c:catAx>
        <c:axId val="480928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480"/>
        <c:crosses val="autoZero"/>
        <c:auto val="1"/>
        <c:lblAlgn val="ctr"/>
        <c:lblOffset val="100"/>
        <c:noMultiLvlLbl val="0"/>
      </c:catAx>
      <c:valAx>
        <c:axId val="4809284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000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80" b="0" i="0" u="none" strike="noStrike" kern="1200" cap="all" spc="120" normalizeH="0" baseline="0"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pt-BR"/>
              <a:t>CUMPRIMENTO DO SLA(%) - NCG</a:t>
            </a:r>
          </a:p>
        </c:rich>
      </c:tx>
      <c:layout>
        <c:manualLayout>
          <c:xMode val="edge"/>
          <c:yMode val="edge"/>
          <c:x val="0.23189082195025759"/>
          <c:y val="6.863221116273192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80" b="0" i="0" u="none" strike="noStrike" kern="1200" cap="all" spc="120" normalizeH="0" baseline="0">
              <a:solidFill>
                <a:srgbClr val="E7E6E6">
                  <a:lumMod val="25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2477506202309159"/>
          <c:y val="0.25071916247917336"/>
          <c:w val="0.8462728841944791"/>
          <c:h val="0.470609118148834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3B64AD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7.8960146679352798E-3"/>
                  <c:y val="8.5389112628326859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D81-4525-9E00-E3663BB064E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E7E6E6">
                        <a:lumMod val="25000"/>
                      </a:srgb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0.8</c:v>
                </c:pt>
                <c:pt idx="2">
                  <c:v>1</c:v>
                </c:pt>
                <c:pt idx="3">
                  <c:v>0.85709999999999997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D81-4525-9E00-E3663BB064E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5.2640097786235676E-3"/>
                  <c:y val="5.2794008586716859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E3C-4F37-AC14-28CD0BBA102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 rtl="0">
                  <a:defRPr lang="en-US" sz="900" b="0" i="0" u="none" strike="noStrike" kern="1200" baseline="0">
                    <a:solidFill>
                      <a:srgbClr val="E7E6E6">
                        <a:lumMod val="25000"/>
                      </a:srgb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12-40EF-8066-FD97A608105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Justificado</c:v>
                </c:pt>
              </c:strCache>
            </c:strRef>
          </c:tx>
          <c:spPr>
            <a:solidFill>
              <a:srgbClr val="8FA2D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7.8960146679352798E-3"/>
                  <c:y val="9.1566427333826771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DBD-4D19-BA76-61232F228C5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rgbClr val="E7E6E6">
                        <a:lumMod val="25000"/>
                      </a:srgb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0.2</c:v>
                </c:pt>
                <c:pt idx="2">
                  <c:v>0</c:v>
                </c:pt>
                <c:pt idx="3">
                  <c:v>0.1429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3A-49F7-9BC3-14126413A1A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9"/>
        <c:axId val="667736623"/>
        <c:axId val="667748271"/>
      </c:barChart>
      <c:catAx>
        <c:axId val="6677366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1200" b="0" i="0" u="none" strike="noStrike" kern="1200" cap="none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67748271"/>
        <c:crosses val="autoZero"/>
        <c:auto val="1"/>
        <c:lblAlgn val="ctr"/>
        <c:lblOffset val="100"/>
        <c:noMultiLvlLbl val="0"/>
      </c:catAx>
      <c:valAx>
        <c:axId val="667748271"/>
        <c:scaling>
          <c:orientation val="minMax"/>
          <c:max val="1.1499999999999999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677366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rgbClr val="E7E6E6">
                  <a:lumMod val="2500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 algn="ctr" rtl="0">
        <a:defRPr lang="en-US" sz="900" b="0" i="0" u="none" strike="noStrike" kern="1200" baseline="0">
          <a:solidFill>
            <a:srgbClr val="E7E6E6">
              <a:lumMod val="25000"/>
            </a:srgb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cap="all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pt-BR" sz="1400" b="1" i="0" spc="0" dirty="0">
                <a:latin typeface="Arial" panose="020B0604020202020204" pitchFamily="34" charset="0"/>
                <a:cs typeface="Arial" panose="020B0604020202020204" pitchFamily="34" charset="0"/>
              </a:rPr>
              <a:t>CUMPRIMENTO DO SLA(%) - NC</a:t>
            </a:r>
          </a:p>
        </c:rich>
      </c:tx>
      <c:layout>
        <c:manualLayout>
          <c:xMode val="edge"/>
          <c:yMode val="edge"/>
          <c:x val="0.23189082195025759"/>
          <c:y val="6.863221116273192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cap="all" spc="0" normalizeH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2477506202309159"/>
          <c:y val="0.25071916247917336"/>
          <c:w val="0.8462728841944791"/>
          <c:h val="0.470609118148834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3B64AD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1.381831212150437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8B9-4296-860A-92C6C3C91A6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 rtl="0">
                  <a:defRPr lang="en-US" sz="900" b="0" i="0" u="none" strike="noStrike" kern="1200" baseline="0">
                    <a:solidFill>
                      <a:srgbClr val="E7E6E6">
                        <a:lumMod val="25000"/>
                      </a:srgb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0.96550000000000002</c:v>
                </c:pt>
                <c:pt idx="1">
                  <c:v>0.67859999999999998</c:v>
                </c:pt>
                <c:pt idx="2">
                  <c:v>0.95830000000000004</c:v>
                </c:pt>
                <c:pt idx="3">
                  <c:v>0.95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8B9-4296-860A-92C6C3C91A67}"/>
            </c:ext>
          </c:extLst>
        </c:ser>
        <c:ser>
          <c:idx val="2"/>
          <c:order val="2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0528019557247087E-2"/>
                  <c:y val="9.6592250670940218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8B9-4296-860A-92C6C3C91A6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 rtl="0">
                  <a:defRPr lang="en-US" sz="900" b="0" i="0" u="none" strike="noStrike" kern="1200" baseline="0">
                    <a:solidFill>
                      <a:srgbClr val="E7E6E6">
                        <a:lumMod val="25000"/>
                      </a:srgb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0.25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8B9-4296-860A-92C6C3C91A67}"/>
            </c:ext>
          </c:extLst>
        </c:ser>
        <c:ser>
          <c:idx val="3"/>
          <c:order val="3"/>
          <c:tx>
            <c:strRef>
              <c:f>Sheet1!$D$1</c:f>
              <c:strCache>
                <c:ptCount val="1"/>
                <c:pt idx="0">
                  <c:v>Justificado</c:v>
                </c:pt>
              </c:strCache>
            </c:strRef>
          </c:tx>
          <c:spPr>
            <a:solidFill>
              <a:srgbClr val="8FA2D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0528019557247087E-2"/>
                  <c:y val="9.6592250670940218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8B9-4296-860A-92C6C3C91A6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 rtl="0">
                  <a:defRPr lang="en-US" sz="900" b="0" i="0" u="none" strike="noStrike" kern="1200" baseline="0">
                    <a:solidFill>
                      <a:srgbClr val="E7E6E6">
                        <a:lumMod val="25000"/>
                      </a:srgb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3.4500000000000003E-2</c:v>
                </c:pt>
                <c:pt idx="1">
                  <c:v>7.1400000000000005E-2</c:v>
                </c:pt>
                <c:pt idx="2">
                  <c:v>4.1700000000000001E-2</c:v>
                </c:pt>
                <c:pt idx="3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8B9-4296-860A-92C6C3C91A6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9"/>
        <c:axId val="667736623"/>
        <c:axId val="667748271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Fora do Prazo</c:v>
                      </c:pt>
                    </c:strCache>
                  </c:strRef>
                </c:tx>
                <c:spPr>
                  <a:solidFill>
                    <a:srgbClr val="FFC000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layout>
                      <c:manualLayout>
                        <c:x val="-1.0528019557247087E-2"/>
                        <c:y val="9.6592250670940218E-3"/>
                      </c:manualLayout>
                    </c:layout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2-38B9-4296-860A-92C6C3C91A67}"/>
                      </c:ext>
                    </c:extLst>
                  </c:dLbl>
                  <c:numFmt formatCode="0%" sourceLinked="0"/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0">
                      <a:spAutoFit/>
                    </a:bodyPr>
                    <a:lstStyle/>
                    <a:p>
                      <a:pPr algn="ctr" rtl="0">
                        <a:defRPr lang="en-US" sz="1000" b="0" i="0" u="none" strike="noStrike" kern="1200" baseline="0">
                          <a:solidFill>
                            <a:srgbClr val="E7E6E6">
                              <a:lumMod val="25000"/>
                            </a:srgb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defRPr>
                      </a:pPr>
                      <a:endParaRPr lang="pt-BR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</c15:sqref>
                        </c15:formulaRef>
                      </c:ext>
                    </c:extLst>
                    <c:strCache>
                      <c:ptCount val="1"/>
                      <c:pt idx="0">
                        <c:v>Ciclo 1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Sheet1!$C$2</c15:sqref>
                        </c15:formulaRef>
                      </c:ext>
                    </c:extLst>
                    <c:numCache>
                      <c:formatCode>0.00%</c:formatCode>
                      <c:ptCount val="1"/>
                      <c:pt idx="0">
                        <c:v>0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4-38B9-4296-860A-92C6C3C91A67}"/>
                  </c:ext>
                </c:extLst>
              </c15:ser>
            </c15:filteredBarSeries>
          </c:ext>
        </c:extLst>
      </c:barChart>
      <c:catAx>
        <c:axId val="6677366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cap="none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67748271"/>
        <c:crosses val="autoZero"/>
        <c:auto val="1"/>
        <c:lblAlgn val="ctr"/>
        <c:lblOffset val="100"/>
        <c:noMultiLvlLbl val="0"/>
      </c:catAx>
      <c:valAx>
        <c:axId val="667748271"/>
        <c:scaling>
          <c:orientation val="minMax"/>
          <c:max val="1.1499999999999999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677366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QUANTIDADE</a:t>
            </a:r>
            <a:r>
              <a:rPr lang="en-US" sz="1400" baseline="0" dirty="0">
                <a:latin typeface="Arial" panose="020B0604020202020204" pitchFamily="34" charset="0"/>
                <a:cs typeface="Arial" panose="020B0604020202020204" pitchFamily="34" charset="0"/>
              </a:rPr>
              <a:t> DE MONITORIAS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1958036912509561E-2"/>
          <c:y val="0.26927698986975396"/>
          <c:w val="0.8744435946646657"/>
          <c:h val="0.4229543270622286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Operação</c:v>
                </c:pt>
              </c:strCache>
            </c:strRef>
          </c:tx>
          <c:spPr>
            <a:solidFill>
              <a:srgbClr val="8FA2D4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38</c:v>
                </c:pt>
                <c:pt idx="2">
                  <c:v>55</c:v>
                </c:pt>
                <c:pt idx="3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50-4196-938F-6CD13323BEF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Qualidade</c:v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75</c:v>
                </c:pt>
                <c:pt idx="1">
                  <c:v>73</c:v>
                </c:pt>
                <c:pt idx="2">
                  <c:v>72</c:v>
                </c:pt>
                <c:pt idx="3">
                  <c:v>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950-4196-938F-6CD13323BEF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80928000"/>
        <c:axId val="480928480"/>
      </c:barChart>
      <c:catAx>
        <c:axId val="480928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480"/>
        <c:crosses val="autoZero"/>
        <c:auto val="1"/>
        <c:lblAlgn val="ctr"/>
        <c:lblOffset val="100"/>
        <c:noMultiLvlLbl val="0"/>
      </c:catAx>
      <c:valAx>
        <c:axId val="480928480"/>
        <c:scaling>
          <c:orientation val="minMax"/>
          <c:max val="11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000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MÉDIA</a:t>
            </a:r>
            <a:r>
              <a:rPr lang="en-US" sz="1400" baseline="0" dirty="0">
                <a:latin typeface="Arial" panose="020B0604020202020204" pitchFamily="34" charset="0"/>
                <a:cs typeface="Arial" panose="020B0604020202020204" pitchFamily="34" charset="0"/>
              </a:rPr>
              <a:t> DO CANAL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Operação</c:v>
                </c:pt>
              </c:strCache>
            </c:strRef>
          </c:tx>
          <c:spPr>
            <a:solidFill>
              <a:srgbClr val="8FA2D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2217588517390823E-2"/>
                  <c:y val="1.18176526884927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C3C-4D30-8912-FD27AD6DA4CC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70.11</c:v>
                </c:pt>
                <c:pt idx="2">
                  <c:v>67.290000000000006</c:v>
                </c:pt>
                <c:pt idx="3">
                  <c:v>70.44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8F-48CA-94F0-77CF3A40029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Qualidade</c:v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6.1087942586954113E-3"/>
                  <c:y val="2.363530537698544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C3C-4D30-8912-FD27AD6DA4CC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74.47</c:v>
                </c:pt>
                <c:pt idx="1">
                  <c:v>74.89</c:v>
                </c:pt>
                <c:pt idx="2">
                  <c:v>71.650000000000006</c:v>
                </c:pt>
                <c:pt idx="3">
                  <c:v>72.97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8F-48CA-94F0-77CF3A40029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0928000"/>
        <c:axId val="480928480"/>
      </c:barChart>
      <c:catAx>
        <c:axId val="480928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480"/>
        <c:crosses val="autoZero"/>
        <c:auto val="1"/>
        <c:lblAlgn val="ctr"/>
        <c:lblOffset val="100"/>
        <c:noMultiLvlLbl val="0"/>
      </c:catAx>
      <c:valAx>
        <c:axId val="4809284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0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VOLUME</a:t>
            </a:r>
            <a:r>
              <a:rPr lang="en-US" sz="1400" b="1" baseline="0" dirty="0">
                <a:latin typeface="Arial" panose="020B0604020202020204" pitchFamily="34" charset="0"/>
                <a:cs typeface="Arial" panose="020B0604020202020204" pitchFamily="34" charset="0"/>
              </a:rPr>
              <a:t> DE NC E NCG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228517006017402"/>
          <c:y val="0.2320982127792626"/>
          <c:w val="0.85411646151700116"/>
          <c:h val="0.4840258149835058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NC</c:v>
                </c:pt>
              </c:strCache>
            </c:strRef>
          </c:tx>
          <c:spPr>
            <a:solidFill>
              <a:srgbClr val="3B64AD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</c:v>
                </c:pt>
                <c:pt idx="1">
                  <c:v>80</c:v>
                </c:pt>
                <c:pt idx="2">
                  <c:v>89</c:v>
                </c:pt>
                <c:pt idx="3">
                  <c:v>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AC-45DD-A69D-570C1814D21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NCG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</c:v>
                </c:pt>
                <c:pt idx="1">
                  <c:v>16</c:v>
                </c:pt>
                <c:pt idx="2">
                  <c:v>25</c:v>
                </c:pt>
                <c:pt idx="3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FAC-45DD-A69D-570C1814D21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80928000"/>
        <c:axId val="480928480"/>
      </c:barChart>
      <c:catAx>
        <c:axId val="480928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480"/>
        <c:crosses val="autoZero"/>
        <c:auto val="1"/>
        <c:lblAlgn val="ctr"/>
        <c:lblOffset val="100"/>
        <c:noMultiLvlLbl val="0"/>
      </c:catAx>
      <c:valAx>
        <c:axId val="480928480"/>
        <c:scaling>
          <c:orientation val="minMax"/>
          <c:max val="115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000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cap="all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pt-BR" sz="1400" b="1" i="0" spc="0" dirty="0">
                <a:latin typeface="Arial" panose="020B0604020202020204" pitchFamily="34" charset="0"/>
                <a:cs typeface="Arial" panose="020B0604020202020204" pitchFamily="34" charset="0"/>
              </a:rPr>
              <a:t>CUMPRIMENTO DO SLA(%) - NC</a:t>
            </a:r>
          </a:p>
        </c:rich>
      </c:tx>
      <c:layout>
        <c:manualLayout>
          <c:xMode val="edge"/>
          <c:yMode val="edge"/>
          <c:x val="0.23189082195025759"/>
          <c:y val="6.863221116273192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cap="all" spc="0" normalizeH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2477506202309159"/>
          <c:y val="0.25071916247917336"/>
          <c:w val="0.8462728841944791"/>
          <c:h val="0.470609118148834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3B64AD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6320048893117838E-3"/>
                  <c:y val="1.909771298017605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E39-4F83-88F6-1343DEC9892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n-US"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0.64910000000000001</c:v>
                </c:pt>
                <c:pt idx="1">
                  <c:v>0.82499999999999996</c:v>
                </c:pt>
                <c:pt idx="2">
                  <c:v>0.70789999999999997</c:v>
                </c:pt>
                <c:pt idx="3">
                  <c:v>0.77910000000000001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E39-4F83-88F6-1343DEC9892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5.2640097786234713E-3"/>
                  <c:y val="1.493862592576570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E39-4F83-88F6-1343DEC9892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0.24560000000000001</c:v>
                </c:pt>
                <c:pt idx="1">
                  <c:v>0.1</c:v>
                </c:pt>
                <c:pt idx="2">
                  <c:v>0.2472</c:v>
                </c:pt>
                <c:pt idx="3">
                  <c:v>4.65E-2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EE39-4F83-88F6-1343DEC9892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Justificado</c:v>
                </c:pt>
              </c:strCache>
            </c:strRef>
          </c:tx>
          <c:spPr>
            <a:solidFill>
              <a:srgbClr val="8FA2D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6320048893117114E-3"/>
                  <c:y val="1.646258526024536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A75-4966-AD4D-E8433DA2E14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0.1053</c:v>
                </c:pt>
                <c:pt idx="1">
                  <c:v>7.4999999999999997E-2</c:v>
                </c:pt>
                <c:pt idx="2">
                  <c:v>4.4900000000000002E-2</c:v>
                </c:pt>
                <c:pt idx="3">
                  <c:v>0.1744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75-4966-AD4D-E8433DA2E14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9"/>
        <c:axId val="667736623"/>
        <c:axId val="667748271"/>
      </c:barChart>
      <c:catAx>
        <c:axId val="6677366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cap="none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67748271"/>
        <c:crosses val="autoZero"/>
        <c:auto val="1"/>
        <c:lblAlgn val="ctr"/>
        <c:lblOffset val="100"/>
        <c:noMultiLvlLbl val="0"/>
      </c:catAx>
      <c:valAx>
        <c:axId val="667748271"/>
        <c:scaling>
          <c:orientation val="minMax"/>
          <c:max val="1.1499999999999999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677366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cap="all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pt-BR" sz="1400" b="1" i="0" spc="0" dirty="0">
                <a:latin typeface="Arial" panose="020B0604020202020204" pitchFamily="34" charset="0"/>
                <a:cs typeface="Arial" panose="020B0604020202020204" pitchFamily="34" charset="0"/>
              </a:rPr>
              <a:t>CUMPRIMENTO DO SLA(%) - NCG</a:t>
            </a:r>
          </a:p>
        </c:rich>
      </c:tx>
      <c:layout>
        <c:manualLayout>
          <c:xMode val="edge"/>
          <c:yMode val="edge"/>
          <c:x val="0.23452282683956935"/>
          <c:y val="9.50292154560903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cap="all" spc="0" normalizeH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2477506202309159"/>
          <c:y val="0.25071916247917336"/>
          <c:w val="0.8462728841944791"/>
          <c:h val="0.470609118148834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3B64AD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6320048893117357E-3"/>
                  <c:y val="1.381831212150437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914-4CE4-B025-E5CDD8FBBC9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n-US"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</c:v>
                </c:pt>
                <c:pt idx="1">
                  <c:v>0.6875</c:v>
                </c:pt>
                <c:pt idx="2">
                  <c:v>0.52</c:v>
                </c:pt>
                <c:pt idx="3">
                  <c:v>0.58330000000000004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914-4CE4-B025-E5CDD8FBBC9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7.8960146679352798E-3"/>
                  <c:y val="9.659225067094117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914-4CE4-B025-E5CDD8FBBC9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</c:v>
                </c:pt>
                <c:pt idx="1">
                  <c:v>0.1875</c:v>
                </c:pt>
                <c:pt idx="2">
                  <c:v>0.32</c:v>
                </c:pt>
                <c:pt idx="3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7914-4CE4-B025-E5CDD8FBBC9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Justificado</c:v>
                </c:pt>
              </c:strCache>
            </c:strRef>
          </c:tx>
          <c:spPr>
            <a:solidFill>
              <a:srgbClr val="8FA2D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7.8960146679352798E-3"/>
                  <c:y val="-5.0424513713149481E-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A5B-4C52-8253-D6232F7F676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0.125</c:v>
                </c:pt>
                <c:pt idx="2">
                  <c:v>0.16</c:v>
                </c:pt>
                <c:pt idx="3">
                  <c:v>0.16669999999999999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5B-4C52-8253-D6232F7F676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9"/>
        <c:axId val="667736623"/>
        <c:axId val="667748271"/>
      </c:barChart>
      <c:catAx>
        <c:axId val="6677366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cap="none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67748271"/>
        <c:crosses val="autoZero"/>
        <c:auto val="1"/>
        <c:lblAlgn val="ctr"/>
        <c:lblOffset val="100"/>
        <c:noMultiLvlLbl val="0"/>
      </c:catAx>
      <c:valAx>
        <c:axId val="667748271"/>
        <c:scaling>
          <c:orientation val="minMax"/>
          <c:max val="1.1499999999999999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677366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QUANTIDADE</a:t>
            </a:r>
            <a:r>
              <a:rPr lang="en-US" sz="1200" b="1" baseline="0" dirty="0">
                <a:latin typeface="Arial" panose="020B0604020202020204" pitchFamily="34" charset="0"/>
                <a:cs typeface="Arial" panose="020B0604020202020204" pitchFamily="34" charset="0"/>
              </a:rPr>
              <a:t> DE MONITORIAS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Operação</c:v>
                </c:pt>
              </c:strCache>
            </c:strRef>
          </c:tx>
          <c:spPr>
            <a:solidFill>
              <a:srgbClr val="8FA2D4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0</c:v>
                </c:pt>
                <c:pt idx="2">
                  <c:v>0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3E-41AD-94AE-B6A3C2C5571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Qualidade</c:v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03E-41AD-94AE-B6A3C2C5571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80928000"/>
        <c:axId val="480928480"/>
      </c:barChart>
      <c:catAx>
        <c:axId val="480928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480"/>
        <c:crosses val="autoZero"/>
        <c:auto val="1"/>
        <c:lblAlgn val="ctr"/>
        <c:lblOffset val="100"/>
        <c:noMultiLvlLbl val="0"/>
      </c:catAx>
      <c:valAx>
        <c:axId val="480928480"/>
        <c:scaling>
          <c:orientation val="minMax"/>
          <c:max val="5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000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200" b="1"/>
              <a:t>MÉDIA DO CANAL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Operação</c:v>
                </c:pt>
              </c:strCache>
            </c:strRef>
          </c:tx>
          <c:spPr>
            <a:solidFill>
              <a:srgbClr val="8FA2D4"/>
            </a:solidFill>
            <a:ln>
              <a:noFill/>
            </a:ln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92.33</c:v>
                </c:pt>
                <c:pt idx="1">
                  <c:v>0</c:v>
                </c:pt>
                <c:pt idx="2">
                  <c:v>0</c:v>
                </c:pt>
                <c:pt idx="3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D0-426B-A4F9-C2882EA1E56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Qualidade</c:v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89.25</c:v>
                </c:pt>
                <c:pt idx="1">
                  <c:v>95.75</c:v>
                </c:pt>
                <c:pt idx="2">
                  <c:v>89.75</c:v>
                </c:pt>
                <c:pt idx="3">
                  <c:v>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D0-426B-A4F9-C2882EA1E56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0928000"/>
        <c:axId val="480928480"/>
      </c:barChart>
      <c:catAx>
        <c:axId val="480928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480"/>
        <c:crosses val="autoZero"/>
        <c:auto val="1"/>
        <c:lblAlgn val="ctr"/>
        <c:lblOffset val="100"/>
        <c:noMultiLvlLbl val="0"/>
      </c:catAx>
      <c:valAx>
        <c:axId val="4809284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0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VOLUME</a:t>
            </a:r>
            <a:r>
              <a:rPr lang="en-US" sz="1400" b="1" baseline="0" dirty="0">
                <a:latin typeface="Arial" panose="020B0604020202020204" pitchFamily="34" charset="0"/>
                <a:cs typeface="Arial" panose="020B0604020202020204" pitchFamily="34" charset="0"/>
              </a:rPr>
              <a:t> DE NC E NCG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228517006017402"/>
          <c:y val="0.2320982127792626"/>
          <c:w val="0.85411646151700116"/>
          <c:h val="0.4840258149835058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NC</c:v>
                </c:pt>
              </c:strCache>
            </c:strRef>
          </c:tx>
          <c:spPr>
            <a:solidFill>
              <a:srgbClr val="3B64AD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3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32-4906-BD87-C69A8C06D85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NCG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7A32-4906-BD87-C69A8C06D85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80928000"/>
        <c:axId val="480928480"/>
        <c:extLst/>
      </c:barChart>
      <c:catAx>
        <c:axId val="480928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480"/>
        <c:crosses val="autoZero"/>
        <c:auto val="1"/>
        <c:lblAlgn val="ctr"/>
        <c:lblOffset val="100"/>
        <c:noMultiLvlLbl val="0"/>
      </c:catAx>
      <c:valAx>
        <c:axId val="4809284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0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cap="all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pt-BR" sz="1400" b="1" i="0" spc="0" dirty="0">
                <a:latin typeface="Arial" panose="020B0604020202020204" pitchFamily="34" charset="0"/>
                <a:cs typeface="Arial" panose="020B0604020202020204" pitchFamily="34" charset="0"/>
              </a:rPr>
              <a:t>CUMPRIMENTO DO SLA(%) - NC</a:t>
            </a:r>
          </a:p>
        </c:rich>
      </c:tx>
      <c:layout>
        <c:manualLayout>
          <c:xMode val="edge"/>
          <c:yMode val="edge"/>
          <c:x val="0.23189082195025759"/>
          <c:y val="6.863221116273192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cap="all" spc="0" normalizeH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2477506202309159"/>
          <c:y val="0.25071916247917336"/>
          <c:w val="0.8462728841944791"/>
          <c:h val="0.470609118148834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3B64AD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5.2640097786235199E-3"/>
                  <c:y val="2.4377113838847744E-2"/>
                </c:manualLayout>
              </c:layout>
              <c:numFmt formatCode="0.0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0"/>
                <a:lstStyle/>
                <a:p>
                  <a:pPr algn="ctr">
                    <a:defRPr lang="en-US" sz="1100" b="0" i="0" u="none" strike="noStrike" kern="1200" baseline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BB8-4EFB-99BC-2D58A17E6D7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n-US"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0.83330000000000004</c:v>
                </c:pt>
                <c:pt idx="1">
                  <c:v>0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BB8-4EFB-99BC-2D58A17E6D75}"/>
            </c:ext>
          </c:extLst>
        </c:ser>
        <c:ser>
          <c:idx val="1"/>
          <c:order val="3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5.2640097786235199E-3"/>
                  <c:y val="2.437711383884774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BB8-4EFB-99BC-2D58A17E6D7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n-US"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0.16669999999999999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BB8-4EFB-99BC-2D58A17E6D75}"/>
            </c:ext>
          </c:extLst>
        </c:ser>
        <c:ser>
          <c:idx val="2"/>
          <c:order val="4"/>
          <c:tx>
            <c:strRef>
              <c:f>Sheet1!$D$1</c:f>
              <c:strCache>
                <c:ptCount val="1"/>
                <c:pt idx="0">
                  <c:v>Justificado</c:v>
                </c:pt>
              </c:strCache>
            </c:strRef>
          </c:tx>
          <c:spPr>
            <a:solidFill>
              <a:srgbClr val="8FA2D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5.2640097786235199E-3"/>
                  <c:y val="2.437711383884774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BB8-4EFB-99BC-2D58A17E6D7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n-US"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BB8-4EFB-99BC-2D58A17E6D7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9"/>
        <c:axId val="667736623"/>
        <c:axId val="667748271"/>
        <c:extLst>
          <c:ext xmlns:c15="http://schemas.microsoft.com/office/drawing/2012/chart" uri="{02D57815-91ED-43cb-92C2-25804820EDAC}">
            <c15:filteredBarSeries>
              <c15:ser>
                <c:idx val="3"/>
                <c:order val="1"/>
                <c:tx>
                  <c:strRef>
                    <c:extLst>
                      <c:ext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Fora do Prazo</c:v>
                      </c:pt>
                    </c:strCache>
                  </c:strRef>
                </c:tx>
                <c:spPr>
                  <a:solidFill>
                    <a:srgbClr val="FFC000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layout>
                      <c:manualLayout>
                        <c:x val="7.8960146679351827E-3"/>
                        <c:y val="1.4938625925765805E-2"/>
                      </c:manualLayout>
                    </c:layout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5-6BB8-4EFB-99BC-2D58A17E6D75}"/>
                      </c:ext>
                    </c:extLst>
                  </c:dLbl>
                  <c:numFmt formatCode="0%" sourceLinked="0"/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00" b="0" i="0" u="none" strike="noStrike" kern="1200" baseline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defRPr>
                      </a:pPr>
                      <a:endParaRPr lang="pt-BR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Sheet1!$A$2:$A$4</c15:sqref>
                        </c15:formulaRef>
                      </c:ext>
                    </c:extLst>
                    <c:strCache>
                      <c:ptCount val="1"/>
                      <c:pt idx="0">
                        <c:v>Ciclo 1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Sheet1!$C$2:$C$4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0.16669999999999999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9-6BB8-4EFB-99BC-2D58A17E6D75}"/>
                  </c:ext>
                </c:extLst>
              </c15:ser>
            </c15:filteredBarSeries>
            <c15:filteredBarSeries>
              <c15:ser>
                <c:idx val="4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Justificado</c:v>
                      </c:pt>
                    </c:strCache>
                  </c:strRef>
                </c:tx>
                <c:spPr>
                  <a:solidFill>
                    <a:srgbClr val="FFC000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layout>
                      <c:manualLayout>
                        <c:x val="7.8960146679351827E-3"/>
                        <c:y val="1.4938625925765805E-2"/>
                      </c:manualLayout>
                    </c:layout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 xmlns:c15="http://schemas.microsoft.com/office/drawing/2012/chart">
                      <c:ext xmlns:c15="http://schemas.microsoft.com/office/drawing/2012/chart" uri="{CE6537A1-D6FC-4f65-9D91-7224C49458BB}"/>
                      <c:ext xmlns:c16="http://schemas.microsoft.com/office/drawing/2014/chart" uri="{C3380CC4-5D6E-409C-BE32-E72D297353CC}">
                        <c16:uniqueId val="{00000005-6BB8-4EFB-99BC-2D58A17E6D75}"/>
                      </c:ext>
                    </c:extLst>
                  </c:dLbl>
                  <c:numFmt formatCode="0%" sourceLinked="0"/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00" b="0" i="0" u="none" strike="noStrike" kern="1200" baseline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defRPr>
                      </a:pPr>
                      <a:endParaRPr lang="pt-BR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Sheet1!$A$2:$A$4</c15:sqref>
                        </c15:formulaRef>
                      </c:ext>
                    </c:extLst>
                    <c:strCache>
                      <c:ptCount val="1"/>
                      <c:pt idx="0">
                        <c:v>Ciclo 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Sheet1!$D$2:$D$4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6BB8-4EFB-99BC-2D58A17E6D75}"/>
                  </c:ext>
                </c:extLst>
              </c15:ser>
            </c15:filteredBarSeries>
          </c:ext>
        </c:extLst>
      </c:barChart>
      <c:catAx>
        <c:axId val="6677366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cap="none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67748271"/>
        <c:crosses val="autoZero"/>
        <c:auto val="1"/>
        <c:lblAlgn val="ctr"/>
        <c:lblOffset val="100"/>
        <c:noMultiLvlLbl val="0"/>
      </c:catAx>
      <c:valAx>
        <c:axId val="667748271"/>
        <c:scaling>
          <c:orientation val="minMax"/>
          <c:max val="1.1499999999999999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677366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cap="all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pt-BR" sz="1400" b="1" i="0" spc="0" dirty="0">
                <a:latin typeface="Arial" panose="020B0604020202020204" pitchFamily="34" charset="0"/>
                <a:cs typeface="Arial" panose="020B0604020202020204" pitchFamily="34" charset="0"/>
              </a:rPr>
              <a:t>CUMPRIMENTO DO SLA(%) – NCG</a:t>
            </a:r>
          </a:p>
        </c:rich>
      </c:tx>
      <c:layout>
        <c:manualLayout>
          <c:xMode val="edge"/>
          <c:yMode val="edge"/>
          <c:x val="0.23189082195025759"/>
          <c:y val="6.863221116273192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cap="all" spc="0" normalizeH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2477506202309159"/>
          <c:y val="0.25071916247917336"/>
          <c:w val="0.8462728841944791"/>
          <c:h val="0.470609118148834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3B64AD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n-US"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4D3-482D-BF95-B1FDECC026AB}"/>
            </c:ext>
          </c:extLst>
        </c:ser>
        <c:ser>
          <c:idx val="1"/>
          <c:order val="3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n-US"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4D3-482D-BF95-B1FDECC026AB}"/>
            </c:ext>
          </c:extLst>
        </c:ser>
        <c:ser>
          <c:idx val="2"/>
          <c:order val="4"/>
          <c:tx>
            <c:strRef>
              <c:f>Sheet1!$D$1</c:f>
              <c:strCache>
                <c:ptCount val="1"/>
                <c:pt idx="0">
                  <c:v>Justificado</c:v>
                </c:pt>
              </c:strCache>
            </c:strRef>
          </c:tx>
          <c:spPr>
            <a:solidFill>
              <a:srgbClr val="8FA2D4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n-US"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4D3-482D-BF95-B1FDECC026A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9"/>
        <c:axId val="667736623"/>
        <c:axId val="667748271"/>
        <c:extLst>
          <c:ext xmlns:c15="http://schemas.microsoft.com/office/drawing/2012/chart" uri="{02D57815-91ED-43cb-92C2-25804820EDAC}">
            <c15:filteredBarSeries>
              <c15:ser>
                <c:idx val="3"/>
                <c:order val="1"/>
                <c:tx>
                  <c:strRef>
                    <c:extLst>
                      <c:ext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Fora do Prazo</c:v>
                      </c:pt>
                    </c:strCache>
                  </c:strRef>
                </c:tx>
                <c:spPr>
                  <a:solidFill>
                    <a:schemeClr val="accent1">
                      <a:tint val="77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numFmt formatCode="0%" sourceLinked="0"/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0">
                      <a:spAutoFit/>
                    </a:bodyPr>
                    <a:lstStyle/>
                    <a:p>
                      <a:pPr algn="ctr">
                        <a:defRPr lang="en-US" sz="1100" b="0" i="0" u="none" strike="noStrike" kern="1200" baseline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defRPr>
                      </a:pPr>
                      <a:endParaRPr lang="pt-BR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Sheet1!$A$2:$A$4</c15:sqref>
                        </c15:formulaRef>
                      </c:ext>
                    </c:extLst>
                    <c:strCache>
                      <c:ptCount val="1"/>
                      <c:pt idx="0">
                        <c:v>Ciclo 1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Sheet1!$C$2:$C$4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0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0-284E-43BD-9B4C-3B2145B6B6F2}"/>
                  </c:ext>
                </c:extLst>
              </c15:ser>
            </c15:filteredBarSeries>
            <c15:filteredBarSeries>
              <c15:ser>
                <c:idx val="4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Justificado</c:v>
                      </c:pt>
                    </c:strCache>
                  </c:strRef>
                </c:tx>
                <c:spPr>
                  <a:solidFill>
                    <a:schemeClr val="accent1">
                      <a:tint val="77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numFmt formatCode="0%" sourceLinked="0"/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0">
                      <a:spAutoFit/>
                    </a:bodyPr>
                    <a:lstStyle/>
                    <a:p>
                      <a:pPr algn="ctr">
                        <a:defRPr lang="en-US" sz="1100" b="0" i="0" u="none" strike="noStrike" kern="1200" baseline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defRPr>
                      </a:pPr>
                      <a:endParaRPr lang="pt-BR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Sheet1!$A$2:$A$4</c15:sqref>
                        </c15:formulaRef>
                      </c:ext>
                    </c:extLst>
                    <c:strCache>
                      <c:ptCount val="1"/>
                      <c:pt idx="0">
                        <c:v>Ciclo 1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Sheet1!$D$2:$D$4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0-284E-43BD-9B4C-3B2145B6B6F2}"/>
                  </c:ext>
                </c:extLst>
              </c15:ser>
            </c15:filteredBarSeries>
          </c:ext>
        </c:extLst>
      </c:barChart>
      <c:catAx>
        <c:axId val="6677366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cap="none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67748271"/>
        <c:crosses val="autoZero"/>
        <c:auto val="1"/>
        <c:lblAlgn val="ctr"/>
        <c:lblOffset val="100"/>
        <c:noMultiLvlLbl val="0"/>
      </c:catAx>
      <c:valAx>
        <c:axId val="667748271"/>
        <c:scaling>
          <c:orientation val="minMax"/>
          <c:max val="1.1499999999999999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677366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4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5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6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9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10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1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14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15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5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13723B-069C-4BA2-8326-9D0FE0D9B1C3}" type="datetimeFigureOut">
              <a:rPr lang="pt-BR" smtClean="0"/>
              <a:t>19/10/2026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3C5324-268C-4CF8-A9C6-71CD721CFB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1327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3C5324-268C-4CF8-A9C6-71CD721CFB51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21003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3C5324-268C-4CF8-A9C6-71CD721CFB51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3737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44667C-1779-915A-9A58-07692E38C0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70F7840-2ED8-C090-B013-3045B02CAB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1B0C983-51AB-2547-D278-5014C7BF3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2E813-B8A4-40BB-9E27-ACD8514DD00E}" type="datetimeFigureOut">
              <a:rPr lang="pt-BR" smtClean="0"/>
              <a:t>19/10/2026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3F8875-8D6E-A49C-9D96-5C00932D5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2570FB-1546-C81A-61BE-BCC4B525B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46A9D-29C6-4592-B4F6-CE84A197136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0686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F619C-A085-9A39-6580-FBF22239C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9218D9-73A5-5607-523C-A8A906961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45548A-C663-60E9-0525-77AAF95D1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2E813-B8A4-40BB-9E27-ACD8514DD00E}" type="datetimeFigureOut">
              <a:rPr lang="pt-BR" smtClean="0"/>
              <a:t>19/10/2026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D34AE8-9DA7-6CB9-5437-B1AE97974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BBA2AA-54B2-8A08-52F1-E56F0A129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46A9D-29C6-4592-B4F6-CE84A197136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0121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041A84-0A01-88C2-2FEC-9E0866B2F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26DC73D-D277-B614-64FB-29A881F7C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C2B70A-1426-A1D8-9D9A-44A2B69FE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2E813-B8A4-40BB-9E27-ACD8514DD00E}" type="datetimeFigureOut">
              <a:rPr lang="pt-BR" smtClean="0"/>
              <a:t>19/10/2026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B4DBAD-38E3-FFCB-7F72-D494724C2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AF5775-177E-C2FD-EBF9-367699AD0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46A9D-29C6-4592-B4F6-CE84A197136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37750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C6AEF5-9A4E-1E14-31AD-C812C3E43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303929-F888-E25E-664E-3319CAE95C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AE4F04F-7FBE-B94D-EF3F-CFE4E9FBE6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EB75313-18DB-1BEF-BB75-0BEB09D86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2E813-B8A4-40BB-9E27-ACD8514DD00E}" type="datetimeFigureOut">
              <a:rPr lang="pt-BR" smtClean="0"/>
              <a:t>19/10/2026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0DDA59D-804E-3F6A-1102-54071638B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2B0B1DC-2183-9577-99E6-9A51624A9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46A9D-29C6-4592-B4F6-CE84A197136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09259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D70268-943B-CD3F-54C4-351885B12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EE5216E-A0DC-C3BA-EF8A-3A83FB82E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3F4B113-E8F0-02F2-2A8D-2D497A278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3F50F49-8E00-576C-A19F-4480568DF4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8FB761D-0C60-C999-A700-6C55FD59CC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FB9C745-6A90-6129-2D91-72DECD7DE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2E813-B8A4-40BB-9E27-ACD8514DD00E}" type="datetimeFigureOut">
              <a:rPr lang="pt-BR" smtClean="0"/>
              <a:t>19/10/2026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658E8B3-48E2-4C72-D9C9-C43608748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5C75CC9-9345-A727-A0A0-B69949D38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46A9D-29C6-4592-B4F6-CE84A197136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2163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F7CF9-3460-73C6-B668-154070084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963CECB-0D98-FB33-D798-BA017AD0A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2E813-B8A4-40BB-9E27-ACD8514DD00E}" type="datetimeFigureOut">
              <a:rPr lang="pt-BR" smtClean="0"/>
              <a:t>19/10/2026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8743CC6-C236-AAC5-0162-FD508FCA6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92577B5-DC71-5575-F278-88ADA068E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46A9D-29C6-4592-B4F6-CE84A197136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59479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18DBE7A-F360-711A-2ADD-0BE02B403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2E813-B8A4-40BB-9E27-ACD8514DD00E}" type="datetimeFigureOut">
              <a:rPr lang="pt-BR" smtClean="0"/>
              <a:t>19/10/2026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2C6401-B6B5-5BD3-A40E-0C24E2BBD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CB61B61-EE28-097A-EE1D-8C816F94C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46A9D-29C6-4592-B4F6-CE84A197136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10754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1835FD-03DD-1621-4A2D-E935611FF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294484-D149-CBD1-69D3-BD2E773E6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9B06622-2452-682C-C833-AA988ABBDC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E1C842-C711-6708-F040-97BD007CE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2E813-B8A4-40BB-9E27-ACD8514DD00E}" type="datetimeFigureOut">
              <a:rPr lang="pt-BR" smtClean="0"/>
              <a:t>19/10/2026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7814B53-BC52-5921-D41E-5CE4BFC24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F76A38B-91AA-D6C8-2BE8-3C7F82807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46A9D-29C6-4592-B4F6-CE84A197136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03797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124F7C-161A-FCD3-F40E-AAC0C9BA8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579FFB9-31C0-32AC-086D-749C798D7E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C4C321C-2788-471F-72EC-C8BBCD2417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2C7916B-F7D5-C78E-3DC1-EB760939C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2E813-B8A4-40BB-9E27-ACD8514DD00E}" type="datetimeFigureOut">
              <a:rPr lang="pt-BR" smtClean="0"/>
              <a:t>19/10/2026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37FEC02-8419-6475-B7DA-11D88A8E3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11D4D07-7272-6A2F-0F82-851A8BCF9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46A9D-29C6-4592-B4F6-CE84A197136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87221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86EEDF-640D-48A6-E7ED-A09E3B298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AC36AC4-2199-1A24-D590-05B5F674F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C3053D-B7CA-D1CD-880D-DE397C1E1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2E813-B8A4-40BB-9E27-ACD8514DD00E}" type="datetimeFigureOut">
              <a:rPr lang="pt-BR" smtClean="0"/>
              <a:t>19/10/2026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C52112-DBEA-44CD-DA8F-9185B64DA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7F6235-9C47-E2DF-E2E4-7905F2F10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46A9D-29C6-4592-B4F6-CE84A197136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72448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13CC2E6-4EF2-7D0C-8A36-42DAB41FBD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5D5126D-6858-0E33-9ACF-30BB0FF94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6E277D4-69CE-313C-FD1E-83530E0AD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2E813-B8A4-40BB-9E27-ACD8514DD00E}" type="datetimeFigureOut">
              <a:rPr lang="pt-BR" smtClean="0"/>
              <a:t>19/10/2026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20995D-3DD7-5A1B-A851-132C703C3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4E9136-675D-0C68-118D-C575F5DAE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46A9D-29C6-4592-B4F6-CE84A197136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65711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0975BED-518B-5053-2D39-FD7466A4C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F4B80A4-34C3-C446-C8D3-B30E9D07C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F6A3F9-1AE9-D8FB-AE3E-AD7A9C9E71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62E813-B8A4-40BB-9E27-ACD8514DD00E}" type="datetimeFigureOut">
              <a:rPr lang="pt-BR" smtClean="0"/>
              <a:t>19/10/2026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AF87F7-73B1-2F68-0E3D-E10643686B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B79649-65E7-0E68-563D-9B43B6E037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D46A9D-29C6-4592-B4F6-CE84A197136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76163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5.xml"/><Relationship Id="rId4" Type="http://schemas.openxmlformats.org/officeDocument/2006/relationships/chart" Target="../charts/char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">
              <a:srgbClr val="002060"/>
            </a:gs>
            <a:gs pos="61000">
              <a:schemeClr val="accent5">
                <a:lumMod val="75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D9B7EF7A-7DD1-8797-9CDB-D42DC05CB1F6}"/>
              </a:ext>
            </a:extLst>
          </p:cNvPr>
          <p:cNvSpPr/>
          <p:nvPr/>
        </p:nvSpPr>
        <p:spPr>
          <a:xfrm>
            <a:off x="1303804" y="5959488"/>
            <a:ext cx="2248329" cy="319990"/>
          </a:xfrm>
          <a:prstGeom prst="roundRect">
            <a:avLst>
              <a:gd name="adj" fmla="val 42683"/>
            </a:avLst>
          </a:prstGeom>
          <a:solidFill>
            <a:schemeClr val="bg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0C35198-21E9-7780-50CF-D3C1559A8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7233" y="1878717"/>
            <a:ext cx="9144000" cy="2219149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RELATÓRIO </a:t>
            </a:r>
            <a:br>
              <a:rPr lang="pt-BR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sz="6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AAA4997-7826-4F55-37AE-1D2B4B0C46B4}"/>
              </a:ext>
            </a:extLst>
          </p:cNvPr>
          <p:cNvSpPr txBox="1">
            <a:spLocks/>
          </p:cNvSpPr>
          <p:nvPr/>
        </p:nvSpPr>
        <p:spPr>
          <a:xfrm>
            <a:off x="1177233" y="2471385"/>
            <a:ext cx="9144000" cy="22191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3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SEMANAL 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DA725FB1-BEAA-D8EA-D9C9-9B8D50154A9E}"/>
              </a:ext>
            </a:extLst>
          </p:cNvPr>
          <p:cNvSpPr txBox="1">
            <a:spLocks/>
          </p:cNvSpPr>
          <p:nvPr/>
        </p:nvSpPr>
        <p:spPr>
          <a:xfrm>
            <a:off x="2115879" y="4778396"/>
            <a:ext cx="9144000" cy="5568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Setembro 2026</a:t>
            </a:r>
            <a:endParaRPr lang="pt-BR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90514CF-FD6C-D0CE-5DAF-FC712ABBFA98}"/>
              </a:ext>
            </a:extLst>
          </p:cNvPr>
          <p:cNvSpPr txBox="1">
            <a:spLocks/>
          </p:cNvSpPr>
          <p:nvPr/>
        </p:nvSpPr>
        <p:spPr>
          <a:xfrm>
            <a:off x="1177233" y="1618191"/>
            <a:ext cx="9144000" cy="5568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Monitorias e Feedbacks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E7CDE282-6D37-ADCD-BC23-245D0D2717DD}"/>
              </a:ext>
            </a:extLst>
          </p:cNvPr>
          <p:cNvCxnSpPr>
            <a:cxnSpLocks/>
          </p:cNvCxnSpPr>
          <p:nvPr/>
        </p:nvCxnSpPr>
        <p:spPr>
          <a:xfrm>
            <a:off x="770663" y="1421259"/>
            <a:ext cx="0" cy="40191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BA24F666-9D27-8354-F7A0-97A1B18F7B3C}"/>
              </a:ext>
            </a:extLst>
          </p:cNvPr>
          <p:cNvSpPr/>
          <p:nvPr/>
        </p:nvSpPr>
        <p:spPr>
          <a:xfrm>
            <a:off x="7947377" y="-1082856"/>
            <a:ext cx="5000980" cy="5000980"/>
          </a:xfrm>
          <a:prstGeom prst="ellipse">
            <a:avLst/>
          </a:prstGeom>
          <a:solidFill>
            <a:srgbClr val="194E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7606BDFD-9C72-0DB8-CE82-298C895D32A0}"/>
              </a:ext>
            </a:extLst>
          </p:cNvPr>
          <p:cNvSpPr txBox="1">
            <a:spLocks/>
          </p:cNvSpPr>
          <p:nvPr/>
        </p:nvSpPr>
        <p:spPr>
          <a:xfrm>
            <a:off x="1469486" y="5883696"/>
            <a:ext cx="1998133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Operações de Voz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5BEFBB8C-5A76-76AF-878C-8F412CEEDF75}"/>
              </a:ext>
            </a:extLst>
          </p:cNvPr>
          <p:cNvSpPr txBox="1">
            <a:spLocks/>
          </p:cNvSpPr>
          <p:nvPr/>
        </p:nvSpPr>
        <p:spPr>
          <a:xfrm>
            <a:off x="3753556" y="5901265"/>
            <a:ext cx="1998133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pt-BR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CA7B92B7-C10C-9170-686C-619A358C3EDA}"/>
              </a:ext>
            </a:extLst>
          </p:cNvPr>
          <p:cNvSpPr txBox="1">
            <a:spLocks/>
          </p:cNvSpPr>
          <p:nvPr/>
        </p:nvSpPr>
        <p:spPr>
          <a:xfrm>
            <a:off x="4371986" y="5885738"/>
            <a:ext cx="1030482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Premium</a:t>
            </a: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D8388B6F-26C0-E8B5-C3B2-F7B433F03866}"/>
              </a:ext>
            </a:extLst>
          </p:cNvPr>
          <p:cNvSpPr txBox="1">
            <a:spLocks/>
          </p:cNvSpPr>
          <p:nvPr/>
        </p:nvSpPr>
        <p:spPr>
          <a:xfrm>
            <a:off x="6635041" y="5885738"/>
            <a:ext cx="739420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CRC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D0F93BBA-E770-0B22-E5D8-7C404A0D454B}"/>
              </a:ext>
            </a:extLst>
          </p:cNvPr>
          <p:cNvSpPr txBox="1">
            <a:spLocks/>
          </p:cNvSpPr>
          <p:nvPr/>
        </p:nvSpPr>
        <p:spPr>
          <a:xfrm>
            <a:off x="8661767" y="5885739"/>
            <a:ext cx="1998133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Cadastro Positivo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E533871F-8317-6F72-69E0-F732373A9CF4}"/>
              </a:ext>
            </a:extLst>
          </p:cNvPr>
          <p:cNvSpPr/>
          <p:nvPr/>
        </p:nvSpPr>
        <p:spPr>
          <a:xfrm>
            <a:off x="1168400" y="5901265"/>
            <a:ext cx="9855200" cy="447587"/>
          </a:xfrm>
          <a:prstGeom prst="roundRect">
            <a:avLst>
              <a:gd name="adj" fmla="val 42683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DE706286-D960-53B5-5D40-39BC04E97E30}"/>
              </a:ext>
            </a:extLst>
          </p:cNvPr>
          <p:cNvSpPr txBox="1">
            <a:spLocks/>
          </p:cNvSpPr>
          <p:nvPr/>
        </p:nvSpPr>
        <p:spPr>
          <a:xfrm>
            <a:off x="3590232" y="5822126"/>
            <a:ext cx="366888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2289849F-2484-731C-FE10-24CF16AD49ED}"/>
              </a:ext>
            </a:extLst>
          </p:cNvPr>
          <p:cNvSpPr txBox="1">
            <a:spLocks/>
          </p:cNvSpPr>
          <p:nvPr/>
        </p:nvSpPr>
        <p:spPr>
          <a:xfrm>
            <a:off x="5827886" y="5822125"/>
            <a:ext cx="366888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4C19BD5A-A221-916E-E0A9-367FCCE9030F}"/>
              </a:ext>
            </a:extLst>
          </p:cNvPr>
          <p:cNvSpPr txBox="1">
            <a:spLocks/>
          </p:cNvSpPr>
          <p:nvPr/>
        </p:nvSpPr>
        <p:spPr>
          <a:xfrm>
            <a:off x="7817921" y="5822124"/>
            <a:ext cx="366888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13F0455B-3641-40F4-95BA-84BFC54319ED}"/>
              </a:ext>
            </a:extLst>
          </p:cNvPr>
          <p:cNvSpPr/>
          <p:nvPr/>
        </p:nvSpPr>
        <p:spPr>
          <a:xfrm>
            <a:off x="690919" y="1896621"/>
            <a:ext cx="159488" cy="15948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925310E8-91AC-2334-EEC2-64368966EC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74460" y="1237010"/>
            <a:ext cx="5480601" cy="4019107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C51CC3E6-5A2B-3343-12E9-8389B37039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290" y="2236217"/>
            <a:ext cx="5332261" cy="3435813"/>
          </a:xfrm>
          <a:prstGeom prst="rect">
            <a:avLst/>
          </a:prstGeom>
        </p:spPr>
      </p:pic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1EEF303A-748B-ACE1-6572-9B9AA034D3BA}"/>
              </a:ext>
            </a:extLst>
          </p:cNvPr>
          <p:cNvCxnSpPr>
            <a:cxnSpLocks/>
          </p:cNvCxnSpPr>
          <p:nvPr/>
        </p:nvCxnSpPr>
        <p:spPr>
          <a:xfrm>
            <a:off x="1346873" y="5156790"/>
            <a:ext cx="769006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>
            <a:extLst>
              <a:ext uri="{FF2B5EF4-FFF2-40B4-BE49-F238E27FC236}">
                <a16:creationId xmlns:a16="http://schemas.microsoft.com/office/drawing/2014/main" id="{E5E13028-53BD-1678-A341-3B8C3A967720}"/>
              </a:ext>
            </a:extLst>
          </p:cNvPr>
          <p:cNvSpPr/>
          <p:nvPr/>
        </p:nvSpPr>
        <p:spPr>
          <a:xfrm>
            <a:off x="1267129" y="5073095"/>
            <a:ext cx="159488" cy="15948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3" name="Título 1">
            <a:extLst>
              <a:ext uri="{FF2B5EF4-FFF2-40B4-BE49-F238E27FC236}">
                <a16:creationId xmlns:a16="http://schemas.microsoft.com/office/drawing/2014/main" id="{3EC67C43-208D-B659-2866-D1829CF93E89}"/>
              </a:ext>
            </a:extLst>
          </p:cNvPr>
          <p:cNvSpPr txBox="1">
            <a:spLocks/>
          </p:cNvSpPr>
          <p:nvPr/>
        </p:nvSpPr>
        <p:spPr>
          <a:xfrm>
            <a:off x="1122318" y="1933886"/>
            <a:ext cx="9144000" cy="22002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pt-BR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OPERACIONAL</a:t>
            </a:r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8F103DBD-DAD2-4FE4-B5CC-941177F86F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3156" y="368559"/>
            <a:ext cx="1505175" cy="598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232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4942C4-360A-CA40-D07F-93ED55A4B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tângulo 90">
            <a:extLst>
              <a:ext uri="{FF2B5EF4-FFF2-40B4-BE49-F238E27FC236}">
                <a16:creationId xmlns:a16="http://schemas.microsoft.com/office/drawing/2014/main" id="{6025DE95-E3B5-424F-82FE-3F6F475566C7}"/>
              </a:ext>
            </a:extLst>
          </p:cNvPr>
          <p:cNvSpPr/>
          <p:nvPr/>
        </p:nvSpPr>
        <p:spPr>
          <a:xfrm>
            <a:off x="0" y="6294967"/>
            <a:ext cx="12192000" cy="627321"/>
          </a:xfrm>
          <a:prstGeom prst="rect">
            <a:avLst/>
          </a:prstGeom>
          <a:gradFill>
            <a:gsLst>
              <a:gs pos="3000">
                <a:srgbClr val="002060"/>
              </a:gs>
              <a:gs pos="61000">
                <a:schemeClr val="accent5">
                  <a:lumMod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0A610AA-C687-9D87-FA8E-44CB81C9E61E}"/>
              </a:ext>
            </a:extLst>
          </p:cNvPr>
          <p:cNvSpPr/>
          <p:nvPr/>
        </p:nvSpPr>
        <p:spPr>
          <a:xfrm>
            <a:off x="0" y="-51217"/>
            <a:ext cx="12192000" cy="627321"/>
          </a:xfrm>
          <a:prstGeom prst="rect">
            <a:avLst/>
          </a:prstGeom>
          <a:gradFill>
            <a:gsLst>
              <a:gs pos="3000">
                <a:srgbClr val="002060"/>
              </a:gs>
              <a:gs pos="61000">
                <a:schemeClr val="accent5">
                  <a:lumMod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B4C67EB2-4004-74F9-F7E8-424FA511C451}"/>
              </a:ext>
            </a:extLst>
          </p:cNvPr>
          <p:cNvSpPr/>
          <p:nvPr/>
        </p:nvSpPr>
        <p:spPr>
          <a:xfrm>
            <a:off x="5052300" y="194332"/>
            <a:ext cx="1418303" cy="193089"/>
          </a:xfrm>
          <a:prstGeom prst="roundRect">
            <a:avLst>
              <a:gd name="adj" fmla="val 42683"/>
            </a:avLst>
          </a:prstGeom>
          <a:solidFill>
            <a:schemeClr val="bg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55CAF606-032B-8A64-2A6C-9247C1253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174" y="90050"/>
            <a:ext cx="6790413" cy="365121"/>
          </a:xfrm>
          <a:prstGeom prst="rect">
            <a:avLst/>
          </a:prstGeom>
        </p:spPr>
      </p:pic>
      <p:sp>
        <p:nvSpPr>
          <p:cNvPr id="16" name="Título 1">
            <a:extLst>
              <a:ext uri="{FF2B5EF4-FFF2-40B4-BE49-F238E27FC236}">
                <a16:creationId xmlns:a16="http://schemas.microsoft.com/office/drawing/2014/main" id="{AECF371B-B7D1-2C68-9ACA-7EF0D4C398D6}"/>
              </a:ext>
            </a:extLst>
          </p:cNvPr>
          <p:cNvSpPr txBox="1">
            <a:spLocks/>
          </p:cNvSpPr>
          <p:nvPr/>
        </p:nvSpPr>
        <p:spPr>
          <a:xfrm>
            <a:off x="324876" y="0"/>
            <a:ext cx="9144000" cy="4890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Resumo Geral</a:t>
            </a:r>
          </a:p>
        </p:txBody>
      </p:sp>
      <p:sp>
        <p:nvSpPr>
          <p:cNvPr id="89" name="Título 1">
            <a:extLst>
              <a:ext uri="{FF2B5EF4-FFF2-40B4-BE49-F238E27FC236}">
                <a16:creationId xmlns:a16="http://schemas.microsoft.com/office/drawing/2014/main" id="{90A26515-E9A4-4AC5-A344-6965580CDB86}"/>
              </a:ext>
            </a:extLst>
          </p:cNvPr>
          <p:cNvSpPr txBox="1">
            <a:spLocks/>
          </p:cNvSpPr>
          <p:nvPr/>
        </p:nvSpPr>
        <p:spPr>
          <a:xfrm>
            <a:off x="1480009" y="2203463"/>
            <a:ext cx="9426804" cy="245107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Este relatório apresenta o consolidado operacional de Monitorias e Feedbacks do primeiro ciclo de setembro. </a:t>
            </a:r>
          </a:p>
          <a:p>
            <a:pPr algn="just">
              <a:lnSpc>
                <a:spcPct val="150000"/>
              </a:lnSpc>
            </a:pPr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material tem como objetivo demonstrar o desempenho da semana, evidenciando os indicadores de qualidade, o volume de monitorias realizadas, a aplicação de feedbacks.</a:t>
            </a:r>
          </a:p>
        </p:txBody>
      </p:sp>
      <p:pic>
        <p:nvPicPr>
          <p:cNvPr id="90" name="Imagem 89">
            <a:extLst>
              <a:ext uri="{FF2B5EF4-FFF2-40B4-BE49-F238E27FC236}">
                <a16:creationId xmlns:a16="http://schemas.microsoft.com/office/drawing/2014/main" id="{94F06FC4-A492-41DE-B244-55DE4F910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5091" y="6309200"/>
            <a:ext cx="1505175" cy="598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516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">
              <a:srgbClr val="002060"/>
            </a:gs>
            <a:gs pos="61000">
              <a:schemeClr val="accent5">
                <a:lumMod val="75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723236-BF94-B77A-EEB4-46AE6A06A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4A810D-CA41-5799-649B-84D0CD8602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2318" y="2466134"/>
            <a:ext cx="9144000" cy="1181350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PREMIUM 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F1EB746-916A-5982-D095-2BF9CCFDF62A}"/>
              </a:ext>
            </a:extLst>
          </p:cNvPr>
          <p:cNvSpPr txBox="1">
            <a:spLocks/>
          </p:cNvSpPr>
          <p:nvPr/>
        </p:nvSpPr>
        <p:spPr>
          <a:xfrm>
            <a:off x="1122318" y="1911623"/>
            <a:ext cx="9144000" cy="22191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3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SEMANAL</a:t>
            </a:r>
            <a:endParaRPr lang="pt-BR" sz="4800" b="1" dirty="0">
              <a:solidFill>
                <a:schemeClr val="accent4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B5C2D997-17B3-6C28-5592-B8631D2E2BC5}"/>
              </a:ext>
            </a:extLst>
          </p:cNvPr>
          <p:cNvSpPr txBox="1">
            <a:spLocks/>
          </p:cNvSpPr>
          <p:nvPr/>
        </p:nvSpPr>
        <p:spPr>
          <a:xfrm>
            <a:off x="2090824" y="3987434"/>
            <a:ext cx="2375911" cy="5568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Setembro 2026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31E32F1-831B-3813-D2F7-B3704B3B5D7B}"/>
              </a:ext>
            </a:extLst>
          </p:cNvPr>
          <p:cNvSpPr txBox="1">
            <a:spLocks/>
          </p:cNvSpPr>
          <p:nvPr/>
        </p:nvSpPr>
        <p:spPr>
          <a:xfrm>
            <a:off x="1179689" y="2068978"/>
            <a:ext cx="9144000" cy="5568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Monitorias e Feedbacks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7E9C50B6-F5D5-73D0-FE1A-26EBFA357A68}"/>
              </a:ext>
            </a:extLst>
          </p:cNvPr>
          <p:cNvCxnSpPr>
            <a:cxnSpLocks/>
          </p:cNvCxnSpPr>
          <p:nvPr/>
        </p:nvCxnSpPr>
        <p:spPr>
          <a:xfrm>
            <a:off x="770663" y="2347408"/>
            <a:ext cx="0" cy="19347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A30BED49-D702-AE9D-D624-91D2EBE40B6C}"/>
              </a:ext>
            </a:extLst>
          </p:cNvPr>
          <p:cNvSpPr/>
          <p:nvPr/>
        </p:nvSpPr>
        <p:spPr>
          <a:xfrm>
            <a:off x="7947377" y="-1082856"/>
            <a:ext cx="5000980" cy="5000980"/>
          </a:xfrm>
          <a:prstGeom prst="ellipse">
            <a:avLst/>
          </a:prstGeom>
          <a:solidFill>
            <a:srgbClr val="194E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261A667C-668A-4FF1-E34C-1FAC79DCF91D}"/>
              </a:ext>
            </a:extLst>
          </p:cNvPr>
          <p:cNvSpPr txBox="1">
            <a:spLocks/>
          </p:cNvSpPr>
          <p:nvPr/>
        </p:nvSpPr>
        <p:spPr>
          <a:xfrm>
            <a:off x="1469486" y="5883696"/>
            <a:ext cx="1998133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Operações de Voz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05D4A8BB-6462-942E-CE90-B638ADED9E10}"/>
              </a:ext>
            </a:extLst>
          </p:cNvPr>
          <p:cNvSpPr txBox="1">
            <a:spLocks/>
          </p:cNvSpPr>
          <p:nvPr/>
        </p:nvSpPr>
        <p:spPr>
          <a:xfrm>
            <a:off x="3753556" y="5901265"/>
            <a:ext cx="1998133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pt-BR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0E9E3413-0281-4DD9-BD99-D8365D82FF74}"/>
              </a:ext>
            </a:extLst>
          </p:cNvPr>
          <p:cNvSpPr txBox="1">
            <a:spLocks/>
          </p:cNvSpPr>
          <p:nvPr/>
        </p:nvSpPr>
        <p:spPr>
          <a:xfrm>
            <a:off x="4371986" y="5885738"/>
            <a:ext cx="1030482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Premium</a:t>
            </a: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EA66A7A0-A5C5-5AC9-C227-EAC8E68B394B}"/>
              </a:ext>
            </a:extLst>
          </p:cNvPr>
          <p:cNvSpPr txBox="1">
            <a:spLocks/>
          </p:cNvSpPr>
          <p:nvPr/>
        </p:nvSpPr>
        <p:spPr>
          <a:xfrm>
            <a:off x="6635041" y="5885738"/>
            <a:ext cx="739420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CRC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D3DD44FE-ABB3-E669-E257-842AF5B698AD}"/>
              </a:ext>
            </a:extLst>
          </p:cNvPr>
          <p:cNvSpPr txBox="1">
            <a:spLocks/>
          </p:cNvSpPr>
          <p:nvPr/>
        </p:nvSpPr>
        <p:spPr>
          <a:xfrm>
            <a:off x="8661767" y="5885739"/>
            <a:ext cx="1998133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Cadastro Positivo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B98E32A9-34D7-5D2A-462F-B57409AEB696}"/>
              </a:ext>
            </a:extLst>
          </p:cNvPr>
          <p:cNvSpPr/>
          <p:nvPr/>
        </p:nvSpPr>
        <p:spPr>
          <a:xfrm>
            <a:off x="1168400" y="5901265"/>
            <a:ext cx="9855200" cy="447587"/>
          </a:xfrm>
          <a:prstGeom prst="roundRect">
            <a:avLst>
              <a:gd name="adj" fmla="val 42683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E55F3E4A-9163-6C11-B0D8-573BA280C3F8}"/>
              </a:ext>
            </a:extLst>
          </p:cNvPr>
          <p:cNvSpPr txBox="1">
            <a:spLocks/>
          </p:cNvSpPr>
          <p:nvPr/>
        </p:nvSpPr>
        <p:spPr>
          <a:xfrm>
            <a:off x="3590232" y="5822126"/>
            <a:ext cx="366888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6C34578C-375E-29EF-5946-D68341915CE6}"/>
              </a:ext>
            </a:extLst>
          </p:cNvPr>
          <p:cNvSpPr txBox="1">
            <a:spLocks/>
          </p:cNvSpPr>
          <p:nvPr/>
        </p:nvSpPr>
        <p:spPr>
          <a:xfrm>
            <a:off x="5827886" y="5822125"/>
            <a:ext cx="366888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56E8D93D-43E4-A93B-B18F-09DAA03ED77B}"/>
              </a:ext>
            </a:extLst>
          </p:cNvPr>
          <p:cNvSpPr txBox="1">
            <a:spLocks/>
          </p:cNvSpPr>
          <p:nvPr/>
        </p:nvSpPr>
        <p:spPr>
          <a:xfrm>
            <a:off x="7817921" y="5822124"/>
            <a:ext cx="366888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A70A8468-55D1-D382-4604-B7C367CC3E65}"/>
              </a:ext>
            </a:extLst>
          </p:cNvPr>
          <p:cNvSpPr/>
          <p:nvPr/>
        </p:nvSpPr>
        <p:spPr>
          <a:xfrm>
            <a:off x="690919" y="3166819"/>
            <a:ext cx="159488" cy="15948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78B9FB1A-FC37-A087-988B-CF8FDC13B1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74460" y="1237010"/>
            <a:ext cx="5480601" cy="4019107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1EFEA644-95DD-6798-9A27-43BD066E49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290" y="2236217"/>
            <a:ext cx="5332261" cy="3435813"/>
          </a:xfrm>
          <a:prstGeom prst="rect">
            <a:avLst/>
          </a:prstGeom>
        </p:spPr>
      </p:pic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AD9CB469-0B17-388B-AB08-5355B6A4A587}"/>
              </a:ext>
            </a:extLst>
          </p:cNvPr>
          <p:cNvCxnSpPr>
            <a:cxnSpLocks/>
          </p:cNvCxnSpPr>
          <p:nvPr/>
        </p:nvCxnSpPr>
        <p:spPr>
          <a:xfrm>
            <a:off x="1321818" y="4365828"/>
            <a:ext cx="769006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>
            <a:extLst>
              <a:ext uri="{FF2B5EF4-FFF2-40B4-BE49-F238E27FC236}">
                <a16:creationId xmlns:a16="http://schemas.microsoft.com/office/drawing/2014/main" id="{D4BDBE3C-86F9-2DD8-1751-605452089289}"/>
              </a:ext>
            </a:extLst>
          </p:cNvPr>
          <p:cNvSpPr/>
          <p:nvPr/>
        </p:nvSpPr>
        <p:spPr>
          <a:xfrm>
            <a:off x="1242074" y="4282133"/>
            <a:ext cx="159488" cy="15948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3" name="Título 1">
            <a:extLst>
              <a:ext uri="{FF2B5EF4-FFF2-40B4-BE49-F238E27FC236}">
                <a16:creationId xmlns:a16="http://schemas.microsoft.com/office/drawing/2014/main" id="{C9299EB2-443F-C0D4-520B-5277F6D4FF47}"/>
              </a:ext>
            </a:extLst>
          </p:cNvPr>
          <p:cNvSpPr txBox="1">
            <a:spLocks/>
          </p:cNvSpPr>
          <p:nvPr/>
        </p:nvSpPr>
        <p:spPr>
          <a:xfrm>
            <a:off x="1122318" y="1933886"/>
            <a:ext cx="9144000" cy="22002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EF96A62D-97CB-AE98-26E7-7824D9E5EE02}"/>
              </a:ext>
            </a:extLst>
          </p:cNvPr>
          <p:cNvSpPr/>
          <p:nvPr/>
        </p:nvSpPr>
        <p:spPr>
          <a:xfrm>
            <a:off x="3893783" y="5954237"/>
            <a:ext cx="1993652" cy="319990"/>
          </a:xfrm>
          <a:prstGeom prst="roundRect">
            <a:avLst>
              <a:gd name="adj" fmla="val 42683"/>
            </a:avLst>
          </a:prstGeom>
          <a:solidFill>
            <a:schemeClr val="bg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E927952E-2512-4C0F-8C77-EEF439098F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3156" y="368559"/>
            <a:ext cx="1505175" cy="598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790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42C4-360A-CA40-D07F-93ED55A4B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D11EAAB7-2A87-0DFB-808D-0F95247425CF}"/>
              </a:ext>
            </a:extLst>
          </p:cNvPr>
          <p:cNvSpPr/>
          <p:nvPr/>
        </p:nvSpPr>
        <p:spPr>
          <a:xfrm>
            <a:off x="541797" y="1299227"/>
            <a:ext cx="3236495" cy="1515979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0A610AA-C687-9D87-FA8E-44CB81C9E61E}"/>
              </a:ext>
            </a:extLst>
          </p:cNvPr>
          <p:cNvSpPr/>
          <p:nvPr/>
        </p:nvSpPr>
        <p:spPr>
          <a:xfrm>
            <a:off x="0" y="-51217"/>
            <a:ext cx="12192000" cy="627321"/>
          </a:xfrm>
          <a:prstGeom prst="rect">
            <a:avLst/>
          </a:prstGeom>
          <a:gradFill>
            <a:gsLst>
              <a:gs pos="3000">
                <a:srgbClr val="002060"/>
              </a:gs>
              <a:gs pos="61000">
                <a:schemeClr val="accent5">
                  <a:lumMod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B4C67EB2-4004-74F9-F7E8-424FA511C451}"/>
              </a:ext>
            </a:extLst>
          </p:cNvPr>
          <p:cNvSpPr/>
          <p:nvPr/>
        </p:nvSpPr>
        <p:spPr>
          <a:xfrm>
            <a:off x="6739698" y="165898"/>
            <a:ext cx="1418303" cy="193089"/>
          </a:xfrm>
          <a:prstGeom prst="roundRect">
            <a:avLst>
              <a:gd name="adj" fmla="val 42683"/>
            </a:avLst>
          </a:prstGeom>
          <a:solidFill>
            <a:schemeClr val="bg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55CAF606-032B-8A64-2A6C-9247C1253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6467" y="59986"/>
            <a:ext cx="6790413" cy="365121"/>
          </a:xfrm>
          <a:prstGeom prst="rect">
            <a:avLst/>
          </a:prstGeom>
        </p:spPr>
      </p:pic>
      <p:sp>
        <p:nvSpPr>
          <p:cNvPr id="16" name="Título 1">
            <a:extLst>
              <a:ext uri="{FF2B5EF4-FFF2-40B4-BE49-F238E27FC236}">
                <a16:creationId xmlns:a16="http://schemas.microsoft.com/office/drawing/2014/main" id="{AECF371B-B7D1-2C68-9ACA-7EF0D4C398D6}"/>
              </a:ext>
            </a:extLst>
          </p:cNvPr>
          <p:cNvSpPr txBox="1">
            <a:spLocks/>
          </p:cNvSpPr>
          <p:nvPr/>
        </p:nvSpPr>
        <p:spPr>
          <a:xfrm>
            <a:off x="324876" y="0"/>
            <a:ext cx="9144000" cy="4890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Resumo Geral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85C5BEB5-2B76-8918-22A4-D8EF6ACC2936}"/>
              </a:ext>
            </a:extLst>
          </p:cNvPr>
          <p:cNvSpPr/>
          <p:nvPr/>
        </p:nvSpPr>
        <p:spPr>
          <a:xfrm>
            <a:off x="530368" y="1299228"/>
            <a:ext cx="3236495" cy="151597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dist="101600" dir="10740000" algn="t" rotWithShape="0">
              <a:srgbClr val="2E75B6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3A827915-CB23-2EF5-CDCC-A7D4748F56B1}"/>
              </a:ext>
            </a:extLst>
          </p:cNvPr>
          <p:cNvSpPr txBox="1"/>
          <p:nvPr/>
        </p:nvSpPr>
        <p:spPr>
          <a:xfrm>
            <a:off x="896728" y="1383446"/>
            <a:ext cx="25266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MONITORIAS REALIZADAS 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9DB21D64-0782-7C39-83E7-31BA261C2C40}"/>
              </a:ext>
            </a:extLst>
          </p:cNvPr>
          <p:cNvSpPr/>
          <p:nvPr/>
        </p:nvSpPr>
        <p:spPr>
          <a:xfrm>
            <a:off x="8431174" y="1299226"/>
            <a:ext cx="3236495" cy="1515979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6E0DF0E2-8B2B-9359-94E2-CBCDA0AB3EF9}"/>
              </a:ext>
            </a:extLst>
          </p:cNvPr>
          <p:cNvSpPr/>
          <p:nvPr/>
        </p:nvSpPr>
        <p:spPr>
          <a:xfrm>
            <a:off x="8435575" y="1297551"/>
            <a:ext cx="3236495" cy="151597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dist="101600" dir="10740000" algn="t" rotWithShape="0">
              <a:srgbClr val="00B05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9CEE9B60-CACA-DA9B-95A4-7FC33F8C999E}"/>
              </a:ext>
            </a:extLst>
          </p:cNvPr>
          <p:cNvSpPr txBox="1"/>
          <p:nvPr/>
        </p:nvSpPr>
        <p:spPr>
          <a:xfrm>
            <a:off x="9067439" y="1437908"/>
            <a:ext cx="21492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FEEDBACKS  REALIZADOS 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F0D0413F-1302-4951-BA58-5FCEB97A18C2}"/>
              </a:ext>
            </a:extLst>
          </p:cNvPr>
          <p:cNvSpPr txBox="1"/>
          <p:nvPr/>
        </p:nvSpPr>
        <p:spPr>
          <a:xfrm>
            <a:off x="1155580" y="1514808"/>
            <a:ext cx="17237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176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4264D1BE-81D1-4DD0-9406-41D070E956B1}"/>
              </a:ext>
            </a:extLst>
          </p:cNvPr>
          <p:cNvSpPr txBox="1"/>
          <p:nvPr/>
        </p:nvSpPr>
        <p:spPr>
          <a:xfrm>
            <a:off x="8463254" y="1553790"/>
            <a:ext cx="31603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173</a:t>
            </a:r>
            <a:endParaRPr lang="pt-BR" sz="60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14B57E3F-A289-454E-9606-9DE2D5AEF48E}"/>
              </a:ext>
            </a:extLst>
          </p:cNvPr>
          <p:cNvSpPr/>
          <p:nvPr/>
        </p:nvSpPr>
        <p:spPr>
          <a:xfrm>
            <a:off x="4286799" y="1299226"/>
            <a:ext cx="3236495" cy="1515979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32AC41D8-CA97-4638-86E6-CF10F8020902}"/>
              </a:ext>
            </a:extLst>
          </p:cNvPr>
          <p:cNvSpPr/>
          <p:nvPr/>
        </p:nvSpPr>
        <p:spPr>
          <a:xfrm>
            <a:off x="4286800" y="1299227"/>
            <a:ext cx="3236495" cy="151597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dist="101600" dir="10740000" algn="t" rotWithShape="0">
              <a:srgbClr val="00B05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27F2EC3F-B6FB-4FEF-9F8E-F02B9B08CA70}"/>
              </a:ext>
            </a:extLst>
          </p:cNvPr>
          <p:cNvSpPr txBox="1"/>
          <p:nvPr/>
        </p:nvSpPr>
        <p:spPr>
          <a:xfrm>
            <a:off x="4965061" y="1383446"/>
            <a:ext cx="1811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MÉDIA  DO MÊS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B2E6552C-25E5-4A50-BE6E-0CCABD0AB438}"/>
              </a:ext>
            </a:extLst>
          </p:cNvPr>
          <p:cNvSpPr txBox="1"/>
          <p:nvPr/>
        </p:nvSpPr>
        <p:spPr>
          <a:xfrm>
            <a:off x="4286798" y="1534154"/>
            <a:ext cx="31603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78,97</a:t>
            </a:r>
            <a:endParaRPr lang="pt-BR" sz="60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FFA7B38D-33D4-44A2-A850-4CE694DBF118}"/>
              </a:ext>
            </a:extLst>
          </p:cNvPr>
          <p:cNvSpPr txBox="1"/>
          <p:nvPr/>
        </p:nvSpPr>
        <p:spPr>
          <a:xfrm>
            <a:off x="4537885" y="2452003"/>
            <a:ext cx="26581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(Qualidade + Operação)</a:t>
            </a:r>
          </a:p>
        </p:txBody>
      </p:sp>
      <p:sp>
        <p:nvSpPr>
          <p:cNvPr id="43" name="Google Shape;2081;p50">
            <a:extLst>
              <a:ext uri="{FF2B5EF4-FFF2-40B4-BE49-F238E27FC236}">
                <a16:creationId xmlns:a16="http://schemas.microsoft.com/office/drawing/2014/main" id="{2FAE6210-2975-4948-B144-3AC5F39539B9}"/>
              </a:ext>
            </a:extLst>
          </p:cNvPr>
          <p:cNvSpPr/>
          <p:nvPr/>
        </p:nvSpPr>
        <p:spPr>
          <a:xfrm>
            <a:off x="754243" y="1355410"/>
            <a:ext cx="179751" cy="284697"/>
          </a:xfrm>
          <a:custGeom>
            <a:avLst/>
            <a:gdLst/>
            <a:ahLst/>
            <a:cxnLst/>
            <a:rect l="l" t="t" r="r" b="b"/>
            <a:pathLst>
              <a:path w="7240" h="11467" extrusionOk="0">
                <a:moveTo>
                  <a:pt x="1048" y="346"/>
                </a:moveTo>
                <a:cubicBezTo>
                  <a:pt x="1156" y="346"/>
                  <a:pt x="1239" y="441"/>
                  <a:pt x="1239" y="537"/>
                </a:cubicBezTo>
                <a:cubicBezTo>
                  <a:pt x="1239" y="644"/>
                  <a:pt x="1156" y="727"/>
                  <a:pt x="1048" y="727"/>
                </a:cubicBezTo>
                <a:cubicBezTo>
                  <a:pt x="941" y="727"/>
                  <a:pt x="858" y="644"/>
                  <a:pt x="858" y="537"/>
                </a:cubicBezTo>
                <a:cubicBezTo>
                  <a:pt x="858" y="429"/>
                  <a:pt x="941" y="346"/>
                  <a:pt x="1048" y="346"/>
                </a:cubicBezTo>
                <a:close/>
                <a:moveTo>
                  <a:pt x="3549" y="1203"/>
                </a:moveTo>
                <a:lnTo>
                  <a:pt x="3906" y="1453"/>
                </a:lnTo>
                <a:lnTo>
                  <a:pt x="3549" y="1453"/>
                </a:lnTo>
                <a:lnTo>
                  <a:pt x="3549" y="1203"/>
                </a:lnTo>
                <a:close/>
                <a:moveTo>
                  <a:pt x="6883" y="1060"/>
                </a:moveTo>
                <a:lnTo>
                  <a:pt x="6883" y="1072"/>
                </a:lnTo>
                <a:lnTo>
                  <a:pt x="6097" y="2799"/>
                </a:lnTo>
                <a:cubicBezTo>
                  <a:pt x="6085" y="2846"/>
                  <a:pt x="6085" y="2894"/>
                  <a:pt x="6097" y="2942"/>
                </a:cubicBezTo>
                <a:lnTo>
                  <a:pt x="6883" y="4680"/>
                </a:lnTo>
                <a:lnTo>
                  <a:pt x="4620" y="4680"/>
                </a:lnTo>
                <a:lnTo>
                  <a:pt x="4620" y="1608"/>
                </a:lnTo>
                <a:cubicBezTo>
                  <a:pt x="4620" y="1549"/>
                  <a:pt x="4597" y="1501"/>
                  <a:pt x="4549" y="1477"/>
                </a:cubicBezTo>
                <a:lnTo>
                  <a:pt x="3942" y="1060"/>
                </a:lnTo>
                <a:close/>
                <a:moveTo>
                  <a:pt x="6883" y="4680"/>
                </a:moveTo>
                <a:cubicBezTo>
                  <a:pt x="6883" y="4686"/>
                  <a:pt x="6880" y="4689"/>
                  <a:pt x="6878" y="4689"/>
                </a:cubicBezTo>
                <a:cubicBezTo>
                  <a:pt x="6877" y="4689"/>
                  <a:pt x="6877" y="4686"/>
                  <a:pt x="6883" y="4680"/>
                </a:cubicBezTo>
                <a:close/>
                <a:moveTo>
                  <a:pt x="4299" y="1787"/>
                </a:moveTo>
                <a:lnTo>
                  <a:pt x="4299" y="5394"/>
                </a:lnTo>
                <a:lnTo>
                  <a:pt x="1941" y="5406"/>
                </a:lnTo>
                <a:lnTo>
                  <a:pt x="1941" y="2692"/>
                </a:lnTo>
                <a:cubicBezTo>
                  <a:pt x="1941" y="2608"/>
                  <a:pt x="1870" y="2537"/>
                  <a:pt x="1787" y="2537"/>
                </a:cubicBezTo>
                <a:cubicBezTo>
                  <a:pt x="1691" y="2537"/>
                  <a:pt x="1620" y="2608"/>
                  <a:pt x="1620" y="2692"/>
                </a:cubicBezTo>
                <a:lnTo>
                  <a:pt x="1620" y="5406"/>
                </a:lnTo>
                <a:lnTo>
                  <a:pt x="1227" y="5406"/>
                </a:lnTo>
                <a:lnTo>
                  <a:pt x="1227" y="1787"/>
                </a:lnTo>
                <a:lnTo>
                  <a:pt x="1620" y="1787"/>
                </a:lnTo>
                <a:lnTo>
                  <a:pt x="1620" y="1989"/>
                </a:lnTo>
                <a:cubicBezTo>
                  <a:pt x="1620" y="2072"/>
                  <a:pt x="1691" y="2144"/>
                  <a:pt x="1787" y="2144"/>
                </a:cubicBezTo>
                <a:cubicBezTo>
                  <a:pt x="1870" y="2144"/>
                  <a:pt x="1941" y="2072"/>
                  <a:pt x="1941" y="1989"/>
                </a:cubicBezTo>
                <a:lnTo>
                  <a:pt x="1941" y="1787"/>
                </a:lnTo>
                <a:close/>
                <a:moveTo>
                  <a:pt x="1584" y="10764"/>
                </a:moveTo>
                <a:cubicBezTo>
                  <a:pt x="1691" y="10764"/>
                  <a:pt x="1787" y="10859"/>
                  <a:pt x="1787" y="10954"/>
                </a:cubicBezTo>
                <a:lnTo>
                  <a:pt x="1787" y="11145"/>
                </a:lnTo>
                <a:lnTo>
                  <a:pt x="322" y="11145"/>
                </a:lnTo>
                <a:lnTo>
                  <a:pt x="322" y="10954"/>
                </a:lnTo>
                <a:cubicBezTo>
                  <a:pt x="322" y="10847"/>
                  <a:pt x="417" y="10764"/>
                  <a:pt x="513" y="10764"/>
                </a:cubicBezTo>
                <a:close/>
                <a:moveTo>
                  <a:pt x="1048" y="1"/>
                </a:moveTo>
                <a:cubicBezTo>
                  <a:pt x="775" y="1"/>
                  <a:pt x="536" y="239"/>
                  <a:pt x="536" y="525"/>
                </a:cubicBezTo>
                <a:cubicBezTo>
                  <a:pt x="536" y="763"/>
                  <a:pt x="679" y="953"/>
                  <a:pt x="894" y="1037"/>
                </a:cubicBezTo>
                <a:lnTo>
                  <a:pt x="894" y="10419"/>
                </a:lnTo>
                <a:lnTo>
                  <a:pt x="513" y="10419"/>
                </a:lnTo>
                <a:cubicBezTo>
                  <a:pt x="215" y="10419"/>
                  <a:pt x="1" y="10657"/>
                  <a:pt x="1" y="10943"/>
                </a:cubicBezTo>
                <a:lnTo>
                  <a:pt x="1" y="11300"/>
                </a:lnTo>
                <a:cubicBezTo>
                  <a:pt x="1" y="11395"/>
                  <a:pt x="72" y="11466"/>
                  <a:pt x="155" y="11466"/>
                </a:cubicBezTo>
                <a:lnTo>
                  <a:pt x="1965" y="11466"/>
                </a:lnTo>
                <a:cubicBezTo>
                  <a:pt x="2049" y="11466"/>
                  <a:pt x="2120" y="11395"/>
                  <a:pt x="2120" y="11300"/>
                </a:cubicBezTo>
                <a:lnTo>
                  <a:pt x="2120" y="10943"/>
                </a:lnTo>
                <a:cubicBezTo>
                  <a:pt x="2120" y="10645"/>
                  <a:pt x="1882" y="10419"/>
                  <a:pt x="1608" y="10419"/>
                </a:cubicBezTo>
                <a:lnTo>
                  <a:pt x="1227" y="10419"/>
                </a:lnTo>
                <a:lnTo>
                  <a:pt x="1227" y="5740"/>
                </a:lnTo>
                <a:lnTo>
                  <a:pt x="4299" y="5740"/>
                </a:lnTo>
                <a:cubicBezTo>
                  <a:pt x="4489" y="5740"/>
                  <a:pt x="4632" y="5585"/>
                  <a:pt x="4632" y="5394"/>
                </a:cubicBezTo>
                <a:lnTo>
                  <a:pt x="4632" y="5025"/>
                </a:lnTo>
                <a:lnTo>
                  <a:pt x="6883" y="5025"/>
                </a:lnTo>
                <a:cubicBezTo>
                  <a:pt x="7002" y="5025"/>
                  <a:pt x="7109" y="4966"/>
                  <a:pt x="7180" y="4859"/>
                </a:cubicBezTo>
                <a:cubicBezTo>
                  <a:pt x="7228" y="4763"/>
                  <a:pt x="7240" y="4632"/>
                  <a:pt x="7180" y="4525"/>
                </a:cubicBezTo>
                <a:lnTo>
                  <a:pt x="6442" y="2882"/>
                </a:lnTo>
                <a:lnTo>
                  <a:pt x="7180" y="1227"/>
                </a:lnTo>
                <a:cubicBezTo>
                  <a:pt x="7228" y="1120"/>
                  <a:pt x="7228" y="989"/>
                  <a:pt x="7156" y="894"/>
                </a:cubicBezTo>
                <a:cubicBezTo>
                  <a:pt x="7097" y="787"/>
                  <a:pt x="6978" y="727"/>
                  <a:pt x="6859" y="727"/>
                </a:cubicBezTo>
                <a:lnTo>
                  <a:pt x="3358" y="727"/>
                </a:lnTo>
                <a:cubicBezTo>
                  <a:pt x="3275" y="727"/>
                  <a:pt x="3192" y="810"/>
                  <a:pt x="3192" y="894"/>
                </a:cubicBezTo>
                <a:lnTo>
                  <a:pt x="3192" y="1453"/>
                </a:lnTo>
                <a:lnTo>
                  <a:pt x="1215" y="1453"/>
                </a:lnTo>
                <a:lnTo>
                  <a:pt x="1215" y="1037"/>
                </a:lnTo>
                <a:cubicBezTo>
                  <a:pt x="1429" y="953"/>
                  <a:pt x="1572" y="763"/>
                  <a:pt x="1572" y="525"/>
                </a:cubicBezTo>
                <a:cubicBezTo>
                  <a:pt x="1572" y="227"/>
                  <a:pt x="1334" y="1"/>
                  <a:pt x="1048" y="1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" name="Google Shape;2561;p51">
            <a:extLst>
              <a:ext uri="{FF2B5EF4-FFF2-40B4-BE49-F238E27FC236}">
                <a16:creationId xmlns:a16="http://schemas.microsoft.com/office/drawing/2014/main" id="{FA05CF1A-469F-455B-BEDE-0FEB762402FB}"/>
              </a:ext>
            </a:extLst>
          </p:cNvPr>
          <p:cNvGrpSpPr/>
          <p:nvPr/>
        </p:nvGrpSpPr>
        <p:grpSpPr>
          <a:xfrm>
            <a:off x="4603845" y="1425564"/>
            <a:ext cx="230870" cy="230118"/>
            <a:chOff x="852385" y="1510916"/>
            <a:chExt cx="353145" cy="351998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63" name="Google Shape;2562;p51">
              <a:extLst>
                <a:ext uri="{FF2B5EF4-FFF2-40B4-BE49-F238E27FC236}">
                  <a16:creationId xmlns:a16="http://schemas.microsoft.com/office/drawing/2014/main" id="{B8E3C87E-7523-4330-9AC2-B6D3C7D4141E}"/>
                </a:ext>
              </a:extLst>
            </p:cNvPr>
            <p:cNvSpPr/>
            <p:nvPr/>
          </p:nvSpPr>
          <p:spPr>
            <a:xfrm>
              <a:off x="852385" y="1510916"/>
              <a:ext cx="353145" cy="187785"/>
            </a:xfrm>
            <a:custGeom>
              <a:avLst/>
              <a:gdLst/>
              <a:ahLst/>
              <a:cxnLst/>
              <a:rect l="l" t="t" r="r" b="b"/>
              <a:pathLst>
                <a:path w="11086" h="5895" extrusionOk="0">
                  <a:moveTo>
                    <a:pt x="6145" y="334"/>
                  </a:moveTo>
                  <a:lnTo>
                    <a:pt x="6145" y="703"/>
                  </a:lnTo>
                  <a:lnTo>
                    <a:pt x="4942" y="703"/>
                  </a:lnTo>
                  <a:lnTo>
                    <a:pt x="4942" y="334"/>
                  </a:lnTo>
                  <a:close/>
                  <a:moveTo>
                    <a:pt x="10764" y="1025"/>
                  </a:moveTo>
                  <a:lnTo>
                    <a:pt x="10764" y="1596"/>
                  </a:lnTo>
                  <a:lnTo>
                    <a:pt x="346" y="1596"/>
                  </a:lnTo>
                  <a:lnTo>
                    <a:pt x="346" y="1025"/>
                  </a:lnTo>
                  <a:close/>
                  <a:moveTo>
                    <a:pt x="4775" y="1"/>
                  </a:moveTo>
                  <a:cubicBezTo>
                    <a:pt x="4692" y="1"/>
                    <a:pt x="4621" y="84"/>
                    <a:pt x="4621" y="167"/>
                  </a:cubicBezTo>
                  <a:lnTo>
                    <a:pt x="4621" y="703"/>
                  </a:lnTo>
                  <a:lnTo>
                    <a:pt x="168" y="703"/>
                  </a:lnTo>
                  <a:cubicBezTo>
                    <a:pt x="72" y="703"/>
                    <a:pt x="1" y="775"/>
                    <a:pt x="1" y="870"/>
                  </a:cubicBezTo>
                  <a:lnTo>
                    <a:pt x="1" y="1751"/>
                  </a:lnTo>
                  <a:cubicBezTo>
                    <a:pt x="1" y="1834"/>
                    <a:pt x="72" y="1906"/>
                    <a:pt x="168" y="1906"/>
                  </a:cubicBezTo>
                  <a:lnTo>
                    <a:pt x="656" y="1906"/>
                  </a:lnTo>
                  <a:lnTo>
                    <a:pt x="656" y="2620"/>
                  </a:lnTo>
                  <a:cubicBezTo>
                    <a:pt x="656" y="2715"/>
                    <a:pt x="727" y="2787"/>
                    <a:pt x="822" y="2787"/>
                  </a:cubicBezTo>
                  <a:cubicBezTo>
                    <a:pt x="906" y="2787"/>
                    <a:pt x="989" y="2715"/>
                    <a:pt x="989" y="2620"/>
                  </a:cubicBezTo>
                  <a:lnTo>
                    <a:pt x="989" y="1906"/>
                  </a:lnTo>
                  <a:lnTo>
                    <a:pt x="10109" y="1906"/>
                  </a:lnTo>
                  <a:lnTo>
                    <a:pt x="10109" y="5740"/>
                  </a:lnTo>
                  <a:cubicBezTo>
                    <a:pt x="10109" y="5823"/>
                    <a:pt x="10181" y="5894"/>
                    <a:pt x="10276" y="5894"/>
                  </a:cubicBezTo>
                  <a:cubicBezTo>
                    <a:pt x="10359" y="5894"/>
                    <a:pt x="10431" y="5823"/>
                    <a:pt x="10431" y="5740"/>
                  </a:cubicBezTo>
                  <a:lnTo>
                    <a:pt x="10431" y="1918"/>
                  </a:lnTo>
                  <a:lnTo>
                    <a:pt x="10931" y="1918"/>
                  </a:lnTo>
                  <a:cubicBezTo>
                    <a:pt x="11014" y="1918"/>
                    <a:pt x="11086" y="1846"/>
                    <a:pt x="11086" y="1763"/>
                  </a:cubicBezTo>
                  <a:lnTo>
                    <a:pt x="11086" y="882"/>
                  </a:lnTo>
                  <a:cubicBezTo>
                    <a:pt x="11086" y="775"/>
                    <a:pt x="11014" y="703"/>
                    <a:pt x="10931" y="703"/>
                  </a:cubicBezTo>
                  <a:lnTo>
                    <a:pt x="6478" y="703"/>
                  </a:lnTo>
                  <a:lnTo>
                    <a:pt x="6478" y="167"/>
                  </a:lnTo>
                  <a:cubicBezTo>
                    <a:pt x="6478" y="84"/>
                    <a:pt x="6406" y="1"/>
                    <a:pt x="63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2563;p51">
              <a:extLst>
                <a:ext uri="{FF2B5EF4-FFF2-40B4-BE49-F238E27FC236}">
                  <a16:creationId xmlns:a16="http://schemas.microsoft.com/office/drawing/2014/main" id="{1919F32F-8FE3-4E2C-B0FC-28AAAB49DEF6}"/>
                </a:ext>
              </a:extLst>
            </p:cNvPr>
            <p:cNvSpPr/>
            <p:nvPr/>
          </p:nvSpPr>
          <p:spPr>
            <a:xfrm>
              <a:off x="852385" y="1609921"/>
              <a:ext cx="353145" cy="252992"/>
            </a:xfrm>
            <a:custGeom>
              <a:avLst/>
              <a:gdLst/>
              <a:ahLst/>
              <a:cxnLst/>
              <a:rect l="l" t="t" r="r" b="b"/>
              <a:pathLst>
                <a:path w="11086" h="7942" extrusionOk="0">
                  <a:moveTo>
                    <a:pt x="10764" y="4382"/>
                  </a:moveTo>
                  <a:lnTo>
                    <a:pt x="10764" y="4953"/>
                  </a:lnTo>
                  <a:lnTo>
                    <a:pt x="346" y="4953"/>
                  </a:lnTo>
                  <a:lnTo>
                    <a:pt x="346" y="4382"/>
                  </a:lnTo>
                  <a:close/>
                  <a:moveTo>
                    <a:pt x="6406" y="5275"/>
                  </a:moveTo>
                  <a:lnTo>
                    <a:pt x="6895" y="6168"/>
                  </a:lnTo>
                  <a:lnTo>
                    <a:pt x="4228" y="6168"/>
                  </a:lnTo>
                  <a:lnTo>
                    <a:pt x="4716" y="5275"/>
                  </a:lnTo>
                  <a:close/>
                  <a:moveTo>
                    <a:pt x="4335" y="5275"/>
                  </a:moveTo>
                  <a:lnTo>
                    <a:pt x="3049" y="7608"/>
                  </a:lnTo>
                  <a:lnTo>
                    <a:pt x="2573" y="7608"/>
                  </a:lnTo>
                  <a:lnTo>
                    <a:pt x="3859" y="5275"/>
                  </a:lnTo>
                  <a:close/>
                  <a:moveTo>
                    <a:pt x="7240" y="5275"/>
                  </a:moveTo>
                  <a:lnTo>
                    <a:pt x="8514" y="7608"/>
                  </a:lnTo>
                  <a:lnTo>
                    <a:pt x="8038" y="7608"/>
                  </a:lnTo>
                  <a:lnTo>
                    <a:pt x="6764" y="5275"/>
                  </a:lnTo>
                  <a:close/>
                  <a:moveTo>
                    <a:pt x="822" y="0"/>
                  </a:moveTo>
                  <a:cubicBezTo>
                    <a:pt x="727" y="0"/>
                    <a:pt x="656" y="84"/>
                    <a:pt x="656" y="167"/>
                  </a:cubicBezTo>
                  <a:lnTo>
                    <a:pt x="656" y="4072"/>
                  </a:lnTo>
                  <a:lnTo>
                    <a:pt x="168" y="4072"/>
                  </a:lnTo>
                  <a:cubicBezTo>
                    <a:pt x="72" y="4072"/>
                    <a:pt x="1" y="4144"/>
                    <a:pt x="1" y="4239"/>
                  </a:cubicBezTo>
                  <a:lnTo>
                    <a:pt x="1" y="5108"/>
                  </a:lnTo>
                  <a:cubicBezTo>
                    <a:pt x="1" y="5203"/>
                    <a:pt x="72" y="5275"/>
                    <a:pt x="168" y="5275"/>
                  </a:cubicBezTo>
                  <a:lnTo>
                    <a:pt x="3489" y="5275"/>
                  </a:lnTo>
                  <a:lnTo>
                    <a:pt x="2144" y="7704"/>
                  </a:lnTo>
                  <a:cubicBezTo>
                    <a:pt x="2120" y="7751"/>
                    <a:pt x="2120" y="7811"/>
                    <a:pt x="2144" y="7870"/>
                  </a:cubicBezTo>
                  <a:cubicBezTo>
                    <a:pt x="2180" y="7906"/>
                    <a:pt x="2239" y="7942"/>
                    <a:pt x="2275" y="7942"/>
                  </a:cubicBezTo>
                  <a:lnTo>
                    <a:pt x="3132" y="7942"/>
                  </a:lnTo>
                  <a:cubicBezTo>
                    <a:pt x="3192" y="7942"/>
                    <a:pt x="3251" y="7906"/>
                    <a:pt x="3275" y="7846"/>
                  </a:cubicBezTo>
                  <a:lnTo>
                    <a:pt x="3644" y="7168"/>
                  </a:lnTo>
                  <a:lnTo>
                    <a:pt x="4644" y="7168"/>
                  </a:lnTo>
                  <a:cubicBezTo>
                    <a:pt x="4728" y="7168"/>
                    <a:pt x="4811" y="7096"/>
                    <a:pt x="4811" y="7001"/>
                  </a:cubicBezTo>
                  <a:cubicBezTo>
                    <a:pt x="4811" y="6906"/>
                    <a:pt x="4728" y="6834"/>
                    <a:pt x="4644" y="6834"/>
                  </a:cubicBezTo>
                  <a:lnTo>
                    <a:pt x="3823" y="6834"/>
                  </a:lnTo>
                  <a:lnTo>
                    <a:pt x="4037" y="6465"/>
                  </a:lnTo>
                  <a:lnTo>
                    <a:pt x="7061" y="6465"/>
                  </a:lnTo>
                  <a:lnTo>
                    <a:pt x="7252" y="6834"/>
                  </a:lnTo>
                  <a:lnTo>
                    <a:pt x="5299" y="6834"/>
                  </a:lnTo>
                  <a:cubicBezTo>
                    <a:pt x="5216" y="6834"/>
                    <a:pt x="5133" y="6906"/>
                    <a:pt x="5133" y="7001"/>
                  </a:cubicBezTo>
                  <a:cubicBezTo>
                    <a:pt x="5133" y="7096"/>
                    <a:pt x="5216" y="7168"/>
                    <a:pt x="5299" y="7168"/>
                  </a:cubicBezTo>
                  <a:lnTo>
                    <a:pt x="7430" y="7168"/>
                  </a:lnTo>
                  <a:lnTo>
                    <a:pt x="7800" y="7846"/>
                  </a:lnTo>
                  <a:cubicBezTo>
                    <a:pt x="7835" y="7894"/>
                    <a:pt x="7895" y="7942"/>
                    <a:pt x="7954" y="7942"/>
                  </a:cubicBezTo>
                  <a:lnTo>
                    <a:pt x="8800" y="7942"/>
                  </a:lnTo>
                  <a:cubicBezTo>
                    <a:pt x="8859" y="7942"/>
                    <a:pt x="8907" y="7906"/>
                    <a:pt x="8931" y="7870"/>
                  </a:cubicBezTo>
                  <a:cubicBezTo>
                    <a:pt x="8966" y="7823"/>
                    <a:pt x="8966" y="7763"/>
                    <a:pt x="8931" y="7704"/>
                  </a:cubicBezTo>
                  <a:lnTo>
                    <a:pt x="7597" y="5275"/>
                  </a:lnTo>
                  <a:lnTo>
                    <a:pt x="10931" y="5275"/>
                  </a:lnTo>
                  <a:cubicBezTo>
                    <a:pt x="11014" y="5275"/>
                    <a:pt x="11086" y="5203"/>
                    <a:pt x="11086" y="5108"/>
                  </a:cubicBezTo>
                  <a:lnTo>
                    <a:pt x="11086" y="4239"/>
                  </a:lnTo>
                  <a:cubicBezTo>
                    <a:pt x="11086" y="4144"/>
                    <a:pt x="11014" y="4072"/>
                    <a:pt x="10931" y="4072"/>
                  </a:cubicBezTo>
                  <a:lnTo>
                    <a:pt x="10431" y="4072"/>
                  </a:lnTo>
                  <a:lnTo>
                    <a:pt x="10431" y="3263"/>
                  </a:lnTo>
                  <a:cubicBezTo>
                    <a:pt x="10431" y="3179"/>
                    <a:pt x="10359" y="3108"/>
                    <a:pt x="10276" y="3108"/>
                  </a:cubicBezTo>
                  <a:cubicBezTo>
                    <a:pt x="10181" y="3108"/>
                    <a:pt x="10109" y="3179"/>
                    <a:pt x="10109" y="3263"/>
                  </a:cubicBezTo>
                  <a:lnTo>
                    <a:pt x="10109" y="4072"/>
                  </a:lnTo>
                  <a:lnTo>
                    <a:pt x="989" y="4072"/>
                  </a:lnTo>
                  <a:lnTo>
                    <a:pt x="989" y="167"/>
                  </a:lnTo>
                  <a:cubicBezTo>
                    <a:pt x="989" y="84"/>
                    <a:pt x="906" y="0"/>
                    <a:pt x="8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2564;p51">
              <a:extLst>
                <a:ext uri="{FF2B5EF4-FFF2-40B4-BE49-F238E27FC236}">
                  <a16:creationId xmlns:a16="http://schemas.microsoft.com/office/drawing/2014/main" id="{CA4BE8FC-BFBD-4665-AB35-B56061B229F9}"/>
                </a:ext>
              </a:extLst>
            </p:cNvPr>
            <p:cNvSpPr/>
            <p:nvPr/>
          </p:nvSpPr>
          <p:spPr>
            <a:xfrm>
              <a:off x="928264" y="1584501"/>
              <a:ext cx="198775" cy="140735"/>
            </a:xfrm>
            <a:custGeom>
              <a:avLst/>
              <a:gdLst/>
              <a:ahLst/>
              <a:cxnLst/>
              <a:rect l="l" t="t" r="r" b="b"/>
              <a:pathLst>
                <a:path w="6240" h="4418" extrusionOk="0">
                  <a:moveTo>
                    <a:pt x="5608" y="322"/>
                  </a:moveTo>
                  <a:cubicBezTo>
                    <a:pt x="5787" y="322"/>
                    <a:pt x="5929" y="465"/>
                    <a:pt x="5929" y="643"/>
                  </a:cubicBezTo>
                  <a:cubicBezTo>
                    <a:pt x="5929" y="798"/>
                    <a:pt x="5775" y="953"/>
                    <a:pt x="5608" y="953"/>
                  </a:cubicBezTo>
                  <a:cubicBezTo>
                    <a:pt x="5453" y="953"/>
                    <a:pt x="5298" y="822"/>
                    <a:pt x="5298" y="643"/>
                  </a:cubicBezTo>
                  <a:cubicBezTo>
                    <a:pt x="5298" y="477"/>
                    <a:pt x="5429" y="322"/>
                    <a:pt x="5608" y="322"/>
                  </a:cubicBezTo>
                  <a:close/>
                  <a:moveTo>
                    <a:pt x="2131" y="1334"/>
                  </a:moveTo>
                  <a:cubicBezTo>
                    <a:pt x="2310" y="1334"/>
                    <a:pt x="2441" y="1477"/>
                    <a:pt x="2441" y="1656"/>
                  </a:cubicBezTo>
                  <a:cubicBezTo>
                    <a:pt x="2441" y="1834"/>
                    <a:pt x="2310" y="1965"/>
                    <a:pt x="2131" y="1965"/>
                  </a:cubicBezTo>
                  <a:cubicBezTo>
                    <a:pt x="1965" y="1965"/>
                    <a:pt x="1822" y="1834"/>
                    <a:pt x="1822" y="1656"/>
                  </a:cubicBezTo>
                  <a:cubicBezTo>
                    <a:pt x="1822" y="1489"/>
                    <a:pt x="1953" y="1334"/>
                    <a:pt x="2131" y="1334"/>
                  </a:cubicBezTo>
                  <a:close/>
                  <a:moveTo>
                    <a:pt x="4036" y="2429"/>
                  </a:moveTo>
                  <a:cubicBezTo>
                    <a:pt x="4215" y="2429"/>
                    <a:pt x="4346" y="2560"/>
                    <a:pt x="4346" y="2739"/>
                  </a:cubicBezTo>
                  <a:cubicBezTo>
                    <a:pt x="4346" y="2918"/>
                    <a:pt x="4203" y="3049"/>
                    <a:pt x="4036" y="3049"/>
                  </a:cubicBezTo>
                  <a:cubicBezTo>
                    <a:pt x="3870" y="3049"/>
                    <a:pt x="3727" y="2918"/>
                    <a:pt x="3727" y="2739"/>
                  </a:cubicBezTo>
                  <a:cubicBezTo>
                    <a:pt x="3727" y="2572"/>
                    <a:pt x="3858" y="2429"/>
                    <a:pt x="4036" y="2429"/>
                  </a:cubicBezTo>
                  <a:close/>
                  <a:moveTo>
                    <a:pt x="595" y="3501"/>
                  </a:moveTo>
                  <a:cubicBezTo>
                    <a:pt x="774" y="3501"/>
                    <a:pt x="905" y="3632"/>
                    <a:pt x="905" y="3811"/>
                  </a:cubicBezTo>
                  <a:cubicBezTo>
                    <a:pt x="905" y="3989"/>
                    <a:pt x="762" y="4120"/>
                    <a:pt x="595" y="4120"/>
                  </a:cubicBezTo>
                  <a:cubicBezTo>
                    <a:pt x="429" y="4120"/>
                    <a:pt x="286" y="3989"/>
                    <a:pt x="286" y="3811"/>
                  </a:cubicBezTo>
                  <a:cubicBezTo>
                    <a:pt x="286" y="3644"/>
                    <a:pt x="417" y="3501"/>
                    <a:pt x="595" y="3501"/>
                  </a:cubicBezTo>
                  <a:close/>
                  <a:moveTo>
                    <a:pt x="5608" y="1"/>
                  </a:moveTo>
                  <a:cubicBezTo>
                    <a:pt x="5275" y="1"/>
                    <a:pt x="4989" y="286"/>
                    <a:pt x="4989" y="632"/>
                  </a:cubicBezTo>
                  <a:cubicBezTo>
                    <a:pt x="4989" y="786"/>
                    <a:pt x="5048" y="941"/>
                    <a:pt x="5156" y="1048"/>
                  </a:cubicBezTo>
                  <a:lnTo>
                    <a:pt x="4239" y="2132"/>
                  </a:lnTo>
                  <a:cubicBezTo>
                    <a:pt x="4179" y="2120"/>
                    <a:pt x="4108" y="2096"/>
                    <a:pt x="4048" y="2096"/>
                  </a:cubicBezTo>
                  <a:cubicBezTo>
                    <a:pt x="3858" y="2096"/>
                    <a:pt x="3679" y="2191"/>
                    <a:pt x="3560" y="2334"/>
                  </a:cubicBezTo>
                  <a:lnTo>
                    <a:pt x="2739" y="1882"/>
                  </a:lnTo>
                  <a:cubicBezTo>
                    <a:pt x="2774" y="1798"/>
                    <a:pt x="2786" y="1727"/>
                    <a:pt x="2786" y="1656"/>
                  </a:cubicBezTo>
                  <a:cubicBezTo>
                    <a:pt x="2786" y="1310"/>
                    <a:pt x="2500" y="1024"/>
                    <a:pt x="2155" y="1024"/>
                  </a:cubicBezTo>
                  <a:cubicBezTo>
                    <a:pt x="1822" y="1024"/>
                    <a:pt x="1536" y="1310"/>
                    <a:pt x="1536" y="1656"/>
                  </a:cubicBezTo>
                  <a:cubicBezTo>
                    <a:pt x="1536" y="1822"/>
                    <a:pt x="1596" y="1953"/>
                    <a:pt x="1703" y="2072"/>
                  </a:cubicBezTo>
                  <a:lnTo>
                    <a:pt x="834" y="3203"/>
                  </a:lnTo>
                  <a:cubicBezTo>
                    <a:pt x="774" y="3191"/>
                    <a:pt x="703" y="3168"/>
                    <a:pt x="631" y="3168"/>
                  </a:cubicBezTo>
                  <a:cubicBezTo>
                    <a:pt x="286" y="3168"/>
                    <a:pt x="0" y="3453"/>
                    <a:pt x="0" y="3799"/>
                  </a:cubicBezTo>
                  <a:cubicBezTo>
                    <a:pt x="0" y="4144"/>
                    <a:pt x="286" y="4418"/>
                    <a:pt x="631" y="4418"/>
                  </a:cubicBezTo>
                  <a:cubicBezTo>
                    <a:pt x="965" y="4418"/>
                    <a:pt x="1250" y="4144"/>
                    <a:pt x="1250" y="3799"/>
                  </a:cubicBezTo>
                  <a:cubicBezTo>
                    <a:pt x="1250" y="3632"/>
                    <a:pt x="1191" y="3501"/>
                    <a:pt x="1084" y="3382"/>
                  </a:cubicBezTo>
                  <a:lnTo>
                    <a:pt x="1953" y="2251"/>
                  </a:lnTo>
                  <a:cubicBezTo>
                    <a:pt x="2012" y="2263"/>
                    <a:pt x="2084" y="2275"/>
                    <a:pt x="2155" y="2275"/>
                  </a:cubicBezTo>
                  <a:cubicBezTo>
                    <a:pt x="2310" y="2275"/>
                    <a:pt x="2441" y="2215"/>
                    <a:pt x="2560" y="2144"/>
                  </a:cubicBezTo>
                  <a:lnTo>
                    <a:pt x="3441" y="2632"/>
                  </a:lnTo>
                  <a:cubicBezTo>
                    <a:pt x="3441" y="2668"/>
                    <a:pt x="3429" y="2691"/>
                    <a:pt x="3429" y="2739"/>
                  </a:cubicBezTo>
                  <a:cubicBezTo>
                    <a:pt x="3429" y="3084"/>
                    <a:pt x="3703" y="3370"/>
                    <a:pt x="4048" y="3370"/>
                  </a:cubicBezTo>
                  <a:cubicBezTo>
                    <a:pt x="4394" y="3370"/>
                    <a:pt x="4679" y="3084"/>
                    <a:pt x="4679" y="2739"/>
                  </a:cubicBezTo>
                  <a:cubicBezTo>
                    <a:pt x="4679" y="2572"/>
                    <a:pt x="4620" y="2429"/>
                    <a:pt x="4513" y="2322"/>
                  </a:cubicBezTo>
                  <a:lnTo>
                    <a:pt x="5418" y="1239"/>
                  </a:lnTo>
                  <a:cubicBezTo>
                    <a:pt x="5477" y="1251"/>
                    <a:pt x="5548" y="1263"/>
                    <a:pt x="5608" y="1263"/>
                  </a:cubicBezTo>
                  <a:cubicBezTo>
                    <a:pt x="5953" y="1263"/>
                    <a:pt x="6239" y="989"/>
                    <a:pt x="6239" y="643"/>
                  </a:cubicBezTo>
                  <a:cubicBezTo>
                    <a:pt x="6239" y="286"/>
                    <a:pt x="5953" y="1"/>
                    <a:pt x="56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" name="Google Shape;3637;p53">
            <a:extLst>
              <a:ext uri="{FF2B5EF4-FFF2-40B4-BE49-F238E27FC236}">
                <a16:creationId xmlns:a16="http://schemas.microsoft.com/office/drawing/2014/main" id="{4AD75BB9-FA08-4795-8951-1D6FAE49B1F3}"/>
              </a:ext>
            </a:extLst>
          </p:cNvPr>
          <p:cNvGrpSpPr/>
          <p:nvPr/>
        </p:nvGrpSpPr>
        <p:grpSpPr>
          <a:xfrm>
            <a:off x="8686167" y="1434447"/>
            <a:ext cx="286642" cy="288164"/>
            <a:chOff x="7098912" y="1969392"/>
            <a:chExt cx="359651" cy="361560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67" name="Google Shape;3638;p53">
              <a:extLst>
                <a:ext uri="{FF2B5EF4-FFF2-40B4-BE49-F238E27FC236}">
                  <a16:creationId xmlns:a16="http://schemas.microsoft.com/office/drawing/2014/main" id="{720044B5-7EC5-459E-A6AE-048C2133F775}"/>
                </a:ext>
              </a:extLst>
            </p:cNvPr>
            <p:cNvSpPr/>
            <p:nvPr/>
          </p:nvSpPr>
          <p:spPr>
            <a:xfrm>
              <a:off x="7098912" y="2127607"/>
              <a:ext cx="134567" cy="202582"/>
            </a:xfrm>
            <a:custGeom>
              <a:avLst/>
              <a:gdLst/>
              <a:ahLst/>
              <a:cxnLst/>
              <a:rect l="l" t="t" r="r" b="b"/>
              <a:pathLst>
                <a:path w="4228" h="6365" extrusionOk="0">
                  <a:moveTo>
                    <a:pt x="2108" y="331"/>
                  </a:moveTo>
                  <a:cubicBezTo>
                    <a:pt x="2153" y="331"/>
                    <a:pt x="2198" y="334"/>
                    <a:pt x="2239" y="340"/>
                  </a:cubicBezTo>
                  <a:cubicBezTo>
                    <a:pt x="2978" y="399"/>
                    <a:pt x="3537" y="1042"/>
                    <a:pt x="3537" y="1780"/>
                  </a:cubicBezTo>
                  <a:cubicBezTo>
                    <a:pt x="3537" y="2483"/>
                    <a:pt x="3704" y="3138"/>
                    <a:pt x="3847" y="3483"/>
                  </a:cubicBezTo>
                  <a:lnTo>
                    <a:pt x="3847" y="3495"/>
                  </a:lnTo>
                  <a:cubicBezTo>
                    <a:pt x="3656" y="3602"/>
                    <a:pt x="3335" y="3793"/>
                    <a:pt x="2787" y="3912"/>
                  </a:cubicBezTo>
                  <a:lnTo>
                    <a:pt x="2787" y="3864"/>
                  </a:lnTo>
                  <a:lnTo>
                    <a:pt x="2787" y="3531"/>
                  </a:lnTo>
                  <a:cubicBezTo>
                    <a:pt x="3001" y="3412"/>
                    <a:pt x="3180" y="3233"/>
                    <a:pt x="3299" y="3007"/>
                  </a:cubicBezTo>
                  <a:cubicBezTo>
                    <a:pt x="3537" y="2590"/>
                    <a:pt x="3454" y="2066"/>
                    <a:pt x="3108" y="1745"/>
                  </a:cubicBezTo>
                  <a:cubicBezTo>
                    <a:pt x="2870" y="1518"/>
                    <a:pt x="2430" y="1245"/>
                    <a:pt x="1727" y="1245"/>
                  </a:cubicBezTo>
                  <a:cubicBezTo>
                    <a:pt x="1680" y="1245"/>
                    <a:pt x="1632" y="1268"/>
                    <a:pt x="1608" y="1292"/>
                  </a:cubicBezTo>
                  <a:lnTo>
                    <a:pt x="1251" y="1649"/>
                  </a:lnTo>
                  <a:cubicBezTo>
                    <a:pt x="1192" y="1709"/>
                    <a:pt x="1192" y="1816"/>
                    <a:pt x="1251" y="1888"/>
                  </a:cubicBezTo>
                  <a:cubicBezTo>
                    <a:pt x="1281" y="1917"/>
                    <a:pt x="1323" y="1932"/>
                    <a:pt x="1366" y="1932"/>
                  </a:cubicBezTo>
                  <a:cubicBezTo>
                    <a:pt x="1409" y="1932"/>
                    <a:pt x="1454" y="1917"/>
                    <a:pt x="1489" y="1888"/>
                  </a:cubicBezTo>
                  <a:lnTo>
                    <a:pt x="1799" y="1578"/>
                  </a:lnTo>
                  <a:cubicBezTo>
                    <a:pt x="2239" y="1590"/>
                    <a:pt x="2608" y="1721"/>
                    <a:pt x="2882" y="1983"/>
                  </a:cubicBezTo>
                  <a:cubicBezTo>
                    <a:pt x="3120" y="2185"/>
                    <a:pt x="3180" y="2542"/>
                    <a:pt x="3025" y="2828"/>
                  </a:cubicBezTo>
                  <a:cubicBezTo>
                    <a:pt x="2823" y="3173"/>
                    <a:pt x="2466" y="3376"/>
                    <a:pt x="2085" y="3376"/>
                  </a:cubicBezTo>
                  <a:cubicBezTo>
                    <a:pt x="1489" y="3376"/>
                    <a:pt x="1013" y="2900"/>
                    <a:pt x="1013" y="2304"/>
                  </a:cubicBezTo>
                  <a:cubicBezTo>
                    <a:pt x="1013" y="2209"/>
                    <a:pt x="942" y="2138"/>
                    <a:pt x="846" y="2138"/>
                  </a:cubicBezTo>
                  <a:cubicBezTo>
                    <a:pt x="763" y="2138"/>
                    <a:pt x="680" y="2209"/>
                    <a:pt x="680" y="2304"/>
                  </a:cubicBezTo>
                  <a:cubicBezTo>
                    <a:pt x="680" y="2828"/>
                    <a:pt x="965" y="3292"/>
                    <a:pt x="1394" y="3519"/>
                  </a:cubicBezTo>
                  <a:lnTo>
                    <a:pt x="1394" y="3852"/>
                  </a:lnTo>
                  <a:lnTo>
                    <a:pt x="1394" y="3900"/>
                  </a:lnTo>
                  <a:cubicBezTo>
                    <a:pt x="834" y="3781"/>
                    <a:pt x="501" y="3602"/>
                    <a:pt x="370" y="3495"/>
                  </a:cubicBezTo>
                  <a:cubicBezTo>
                    <a:pt x="370" y="3495"/>
                    <a:pt x="358" y="3495"/>
                    <a:pt x="370" y="3483"/>
                  </a:cubicBezTo>
                  <a:cubicBezTo>
                    <a:pt x="525" y="3138"/>
                    <a:pt x="680" y="2483"/>
                    <a:pt x="680" y="1780"/>
                  </a:cubicBezTo>
                  <a:cubicBezTo>
                    <a:pt x="680" y="1042"/>
                    <a:pt x="1251" y="399"/>
                    <a:pt x="1977" y="340"/>
                  </a:cubicBezTo>
                  <a:cubicBezTo>
                    <a:pt x="2019" y="334"/>
                    <a:pt x="2064" y="331"/>
                    <a:pt x="2108" y="331"/>
                  </a:cubicBezTo>
                  <a:close/>
                  <a:moveTo>
                    <a:pt x="2442" y="3662"/>
                  </a:moveTo>
                  <a:lnTo>
                    <a:pt x="2442" y="3852"/>
                  </a:lnTo>
                  <a:cubicBezTo>
                    <a:pt x="2442" y="4043"/>
                    <a:pt x="2549" y="4221"/>
                    <a:pt x="2727" y="4316"/>
                  </a:cubicBezTo>
                  <a:lnTo>
                    <a:pt x="2823" y="4376"/>
                  </a:lnTo>
                  <a:cubicBezTo>
                    <a:pt x="2680" y="4626"/>
                    <a:pt x="2382" y="4793"/>
                    <a:pt x="2073" y="4793"/>
                  </a:cubicBezTo>
                  <a:cubicBezTo>
                    <a:pt x="1751" y="4793"/>
                    <a:pt x="1477" y="4626"/>
                    <a:pt x="1311" y="4376"/>
                  </a:cubicBezTo>
                  <a:lnTo>
                    <a:pt x="1418" y="4316"/>
                  </a:lnTo>
                  <a:cubicBezTo>
                    <a:pt x="1596" y="4221"/>
                    <a:pt x="1692" y="4043"/>
                    <a:pt x="1692" y="3852"/>
                  </a:cubicBezTo>
                  <a:lnTo>
                    <a:pt x="1692" y="3662"/>
                  </a:lnTo>
                  <a:cubicBezTo>
                    <a:pt x="1811" y="3685"/>
                    <a:pt x="1930" y="3709"/>
                    <a:pt x="2073" y="3709"/>
                  </a:cubicBezTo>
                  <a:cubicBezTo>
                    <a:pt x="2192" y="3709"/>
                    <a:pt x="2323" y="3685"/>
                    <a:pt x="2442" y="3662"/>
                  </a:cubicBezTo>
                  <a:close/>
                  <a:moveTo>
                    <a:pt x="2096" y="0"/>
                  </a:moveTo>
                  <a:cubicBezTo>
                    <a:pt x="2040" y="0"/>
                    <a:pt x="1983" y="6"/>
                    <a:pt x="1930" y="18"/>
                  </a:cubicBezTo>
                  <a:cubicBezTo>
                    <a:pt x="1037" y="102"/>
                    <a:pt x="334" y="875"/>
                    <a:pt x="334" y="1780"/>
                  </a:cubicBezTo>
                  <a:cubicBezTo>
                    <a:pt x="334" y="2435"/>
                    <a:pt x="180" y="3042"/>
                    <a:pt x="60" y="3364"/>
                  </a:cubicBezTo>
                  <a:cubicBezTo>
                    <a:pt x="1" y="3507"/>
                    <a:pt x="37" y="3673"/>
                    <a:pt x="180" y="3781"/>
                  </a:cubicBezTo>
                  <a:cubicBezTo>
                    <a:pt x="311" y="3888"/>
                    <a:pt x="596" y="4043"/>
                    <a:pt x="1037" y="4162"/>
                  </a:cubicBezTo>
                  <a:lnTo>
                    <a:pt x="382" y="4495"/>
                  </a:lnTo>
                  <a:cubicBezTo>
                    <a:pt x="144" y="4614"/>
                    <a:pt x="1" y="4852"/>
                    <a:pt x="1" y="5114"/>
                  </a:cubicBezTo>
                  <a:lnTo>
                    <a:pt x="1" y="6209"/>
                  </a:lnTo>
                  <a:cubicBezTo>
                    <a:pt x="1" y="6293"/>
                    <a:pt x="72" y="6364"/>
                    <a:pt x="156" y="6364"/>
                  </a:cubicBezTo>
                  <a:cubicBezTo>
                    <a:pt x="251" y="6364"/>
                    <a:pt x="322" y="6293"/>
                    <a:pt x="322" y="6209"/>
                  </a:cubicBezTo>
                  <a:lnTo>
                    <a:pt x="322" y="5114"/>
                  </a:lnTo>
                  <a:cubicBezTo>
                    <a:pt x="322" y="4983"/>
                    <a:pt x="394" y="4852"/>
                    <a:pt x="537" y="4793"/>
                  </a:cubicBezTo>
                  <a:lnTo>
                    <a:pt x="1049" y="4519"/>
                  </a:lnTo>
                  <a:cubicBezTo>
                    <a:pt x="1275" y="4900"/>
                    <a:pt x="1680" y="5138"/>
                    <a:pt x="2108" y="5138"/>
                  </a:cubicBezTo>
                  <a:cubicBezTo>
                    <a:pt x="2561" y="5138"/>
                    <a:pt x="2942" y="4900"/>
                    <a:pt x="3168" y="4519"/>
                  </a:cubicBezTo>
                  <a:lnTo>
                    <a:pt x="3692" y="4793"/>
                  </a:lnTo>
                  <a:cubicBezTo>
                    <a:pt x="3811" y="4852"/>
                    <a:pt x="3894" y="4983"/>
                    <a:pt x="3894" y="5114"/>
                  </a:cubicBezTo>
                  <a:lnTo>
                    <a:pt x="3894" y="6209"/>
                  </a:lnTo>
                  <a:cubicBezTo>
                    <a:pt x="3894" y="6293"/>
                    <a:pt x="3966" y="6364"/>
                    <a:pt x="4061" y="6364"/>
                  </a:cubicBezTo>
                  <a:cubicBezTo>
                    <a:pt x="4144" y="6364"/>
                    <a:pt x="4228" y="6293"/>
                    <a:pt x="4228" y="6209"/>
                  </a:cubicBezTo>
                  <a:lnTo>
                    <a:pt x="4228" y="5114"/>
                  </a:lnTo>
                  <a:cubicBezTo>
                    <a:pt x="4192" y="4852"/>
                    <a:pt x="4049" y="4614"/>
                    <a:pt x="3811" y="4495"/>
                  </a:cubicBezTo>
                  <a:lnTo>
                    <a:pt x="3156" y="4162"/>
                  </a:lnTo>
                  <a:cubicBezTo>
                    <a:pt x="3597" y="4043"/>
                    <a:pt x="3870" y="3888"/>
                    <a:pt x="4013" y="3781"/>
                  </a:cubicBezTo>
                  <a:cubicBezTo>
                    <a:pt x="4156" y="3685"/>
                    <a:pt x="4192" y="3507"/>
                    <a:pt x="4132" y="3364"/>
                  </a:cubicBezTo>
                  <a:cubicBezTo>
                    <a:pt x="4001" y="3042"/>
                    <a:pt x="3847" y="2435"/>
                    <a:pt x="3847" y="1780"/>
                  </a:cubicBezTo>
                  <a:cubicBezTo>
                    <a:pt x="3847" y="875"/>
                    <a:pt x="3156" y="90"/>
                    <a:pt x="2263" y="18"/>
                  </a:cubicBezTo>
                  <a:cubicBezTo>
                    <a:pt x="2210" y="6"/>
                    <a:pt x="2153" y="0"/>
                    <a:pt x="20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68" name="Google Shape;3639;p53">
              <a:extLst>
                <a:ext uri="{FF2B5EF4-FFF2-40B4-BE49-F238E27FC236}">
                  <a16:creationId xmlns:a16="http://schemas.microsoft.com/office/drawing/2014/main" id="{FC9BBF50-6DDB-4E90-BFCE-9AE41ECC7DCE}"/>
                </a:ext>
              </a:extLst>
            </p:cNvPr>
            <p:cNvSpPr/>
            <p:nvPr/>
          </p:nvSpPr>
          <p:spPr>
            <a:xfrm>
              <a:off x="7120141" y="2297184"/>
              <a:ext cx="10662" cy="33005"/>
            </a:xfrm>
            <a:custGeom>
              <a:avLst/>
              <a:gdLst/>
              <a:ahLst/>
              <a:cxnLst/>
              <a:rect l="l" t="t" r="r" b="b"/>
              <a:pathLst>
                <a:path w="335" h="1037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881"/>
                  </a:lnTo>
                  <a:cubicBezTo>
                    <a:pt x="1" y="965"/>
                    <a:pt x="72" y="1036"/>
                    <a:pt x="167" y="1036"/>
                  </a:cubicBezTo>
                  <a:cubicBezTo>
                    <a:pt x="251" y="1036"/>
                    <a:pt x="334" y="965"/>
                    <a:pt x="334" y="881"/>
                  </a:cubicBezTo>
                  <a:lnTo>
                    <a:pt x="334" y="167"/>
                  </a:lnTo>
                  <a:cubicBezTo>
                    <a:pt x="334" y="72"/>
                    <a:pt x="251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69" name="Google Shape;3640;p53">
              <a:extLst>
                <a:ext uri="{FF2B5EF4-FFF2-40B4-BE49-F238E27FC236}">
                  <a16:creationId xmlns:a16="http://schemas.microsoft.com/office/drawing/2014/main" id="{CFF6D3A9-9607-469D-811B-FCB4162826D3}"/>
                </a:ext>
              </a:extLst>
            </p:cNvPr>
            <p:cNvSpPr/>
            <p:nvPr/>
          </p:nvSpPr>
          <p:spPr>
            <a:xfrm>
              <a:off x="7199360" y="2297184"/>
              <a:ext cx="10248" cy="33005"/>
            </a:xfrm>
            <a:custGeom>
              <a:avLst/>
              <a:gdLst/>
              <a:ahLst/>
              <a:cxnLst/>
              <a:rect l="l" t="t" r="r" b="b"/>
              <a:pathLst>
                <a:path w="322" h="1037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881"/>
                  </a:lnTo>
                  <a:cubicBezTo>
                    <a:pt x="0" y="965"/>
                    <a:pt x="72" y="1036"/>
                    <a:pt x="167" y="1036"/>
                  </a:cubicBezTo>
                  <a:cubicBezTo>
                    <a:pt x="250" y="1036"/>
                    <a:pt x="322" y="965"/>
                    <a:pt x="322" y="881"/>
                  </a:cubicBezTo>
                  <a:lnTo>
                    <a:pt x="322" y="167"/>
                  </a:lnTo>
                  <a:cubicBezTo>
                    <a:pt x="322" y="72"/>
                    <a:pt x="250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0" name="Google Shape;3641;p53">
              <a:extLst>
                <a:ext uri="{FF2B5EF4-FFF2-40B4-BE49-F238E27FC236}">
                  <a16:creationId xmlns:a16="http://schemas.microsoft.com/office/drawing/2014/main" id="{DB651687-7563-4694-B26B-5A783AE845C3}"/>
                </a:ext>
              </a:extLst>
            </p:cNvPr>
            <p:cNvSpPr/>
            <p:nvPr/>
          </p:nvSpPr>
          <p:spPr>
            <a:xfrm>
              <a:off x="7357001" y="2165704"/>
              <a:ext cx="56876" cy="17823"/>
            </a:xfrm>
            <a:custGeom>
              <a:avLst/>
              <a:gdLst/>
              <a:ahLst/>
              <a:cxnLst/>
              <a:rect l="l" t="t" r="r" b="b"/>
              <a:pathLst>
                <a:path w="1787" h="560" extrusionOk="0">
                  <a:moveTo>
                    <a:pt x="630" y="0"/>
                  </a:moveTo>
                  <a:cubicBezTo>
                    <a:pt x="478" y="0"/>
                    <a:pt x="311" y="14"/>
                    <a:pt x="131" y="48"/>
                  </a:cubicBezTo>
                  <a:cubicBezTo>
                    <a:pt x="60" y="71"/>
                    <a:pt x="0" y="143"/>
                    <a:pt x="0" y="214"/>
                  </a:cubicBezTo>
                  <a:lnTo>
                    <a:pt x="0" y="393"/>
                  </a:lnTo>
                  <a:cubicBezTo>
                    <a:pt x="0" y="488"/>
                    <a:pt x="72" y="560"/>
                    <a:pt x="167" y="560"/>
                  </a:cubicBezTo>
                  <a:cubicBezTo>
                    <a:pt x="250" y="560"/>
                    <a:pt x="322" y="488"/>
                    <a:pt x="322" y="393"/>
                  </a:cubicBezTo>
                  <a:lnTo>
                    <a:pt x="322" y="345"/>
                  </a:lnTo>
                  <a:cubicBezTo>
                    <a:pt x="436" y="334"/>
                    <a:pt x="543" y="328"/>
                    <a:pt x="642" y="328"/>
                  </a:cubicBezTo>
                  <a:cubicBezTo>
                    <a:pt x="851" y="328"/>
                    <a:pt x="1022" y="352"/>
                    <a:pt x="1143" y="393"/>
                  </a:cubicBezTo>
                  <a:cubicBezTo>
                    <a:pt x="1369" y="452"/>
                    <a:pt x="1488" y="524"/>
                    <a:pt x="1488" y="524"/>
                  </a:cubicBezTo>
                  <a:cubicBezTo>
                    <a:pt x="1512" y="548"/>
                    <a:pt x="1548" y="560"/>
                    <a:pt x="1572" y="560"/>
                  </a:cubicBezTo>
                  <a:cubicBezTo>
                    <a:pt x="1631" y="560"/>
                    <a:pt x="1679" y="524"/>
                    <a:pt x="1715" y="488"/>
                  </a:cubicBezTo>
                  <a:cubicBezTo>
                    <a:pt x="1786" y="405"/>
                    <a:pt x="1762" y="310"/>
                    <a:pt x="1679" y="262"/>
                  </a:cubicBezTo>
                  <a:cubicBezTo>
                    <a:pt x="1660" y="252"/>
                    <a:pt x="1280" y="0"/>
                    <a:pt x="6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1" name="Google Shape;3642;p53">
              <a:extLst>
                <a:ext uri="{FF2B5EF4-FFF2-40B4-BE49-F238E27FC236}">
                  <a16:creationId xmlns:a16="http://schemas.microsoft.com/office/drawing/2014/main" id="{865F944F-1BF6-4B63-9342-8FF534273A68}"/>
                </a:ext>
              </a:extLst>
            </p:cNvPr>
            <p:cNvSpPr/>
            <p:nvPr/>
          </p:nvSpPr>
          <p:spPr>
            <a:xfrm>
              <a:off x="7312666" y="2133113"/>
              <a:ext cx="145897" cy="197840"/>
            </a:xfrm>
            <a:custGeom>
              <a:avLst/>
              <a:gdLst/>
              <a:ahLst/>
              <a:cxnLst/>
              <a:rect l="l" t="t" r="r" b="b"/>
              <a:pathLst>
                <a:path w="4584" h="6216" extrusionOk="0">
                  <a:moveTo>
                    <a:pt x="3536" y="345"/>
                  </a:moveTo>
                  <a:lnTo>
                    <a:pt x="3536" y="1167"/>
                  </a:lnTo>
                  <a:cubicBezTo>
                    <a:pt x="3536" y="1298"/>
                    <a:pt x="3512" y="1453"/>
                    <a:pt x="3453" y="1572"/>
                  </a:cubicBezTo>
                  <a:lnTo>
                    <a:pt x="3393" y="1703"/>
                  </a:lnTo>
                  <a:cubicBezTo>
                    <a:pt x="3370" y="1726"/>
                    <a:pt x="3370" y="1750"/>
                    <a:pt x="3370" y="1774"/>
                  </a:cubicBezTo>
                  <a:lnTo>
                    <a:pt x="3370" y="2131"/>
                  </a:lnTo>
                  <a:cubicBezTo>
                    <a:pt x="3358" y="2417"/>
                    <a:pt x="3239" y="2703"/>
                    <a:pt x="3036" y="2905"/>
                  </a:cubicBezTo>
                  <a:cubicBezTo>
                    <a:pt x="2834" y="3108"/>
                    <a:pt x="2568" y="3204"/>
                    <a:pt x="2288" y="3204"/>
                  </a:cubicBezTo>
                  <a:cubicBezTo>
                    <a:pt x="2271" y="3204"/>
                    <a:pt x="2255" y="3203"/>
                    <a:pt x="2238" y="3203"/>
                  </a:cubicBezTo>
                  <a:cubicBezTo>
                    <a:pt x="1667" y="3191"/>
                    <a:pt x="1203" y="2679"/>
                    <a:pt x="1203" y="2072"/>
                  </a:cubicBezTo>
                  <a:lnTo>
                    <a:pt x="1203" y="1774"/>
                  </a:lnTo>
                  <a:cubicBezTo>
                    <a:pt x="1203" y="1750"/>
                    <a:pt x="1203" y="1726"/>
                    <a:pt x="1191" y="1703"/>
                  </a:cubicBezTo>
                  <a:lnTo>
                    <a:pt x="1131" y="1572"/>
                  </a:lnTo>
                  <a:cubicBezTo>
                    <a:pt x="1072" y="1453"/>
                    <a:pt x="1036" y="1298"/>
                    <a:pt x="1036" y="1167"/>
                  </a:cubicBezTo>
                  <a:cubicBezTo>
                    <a:pt x="1036" y="702"/>
                    <a:pt x="1405" y="345"/>
                    <a:pt x="1857" y="345"/>
                  </a:cubicBezTo>
                  <a:close/>
                  <a:moveTo>
                    <a:pt x="1726" y="3417"/>
                  </a:moveTo>
                  <a:cubicBezTo>
                    <a:pt x="1869" y="3489"/>
                    <a:pt x="2048" y="3512"/>
                    <a:pt x="2227" y="3536"/>
                  </a:cubicBezTo>
                  <a:lnTo>
                    <a:pt x="2274" y="3536"/>
                  </a:lnTo>
                  <a:cubicBezTo>
                    <a:pt x="2465" y="3536"/>
                    <a:pt x="2643" y="3489"/>
                    <a:pt x="2822" y="3429"/>
                  </a:cubicBezTo>
                  <a:lnTo>
                    <a:pt x="2822" y="3655"/>
                  </a:lnTo>
                  <a:cubicBezTo>
                    <a:pt x="2822" y="3691"/>
                    <a:pt x="2834" y="3750"/>
                    <a:pt x="2834" y="3798"/>
                  </a:cubicBezTo>
                  <a:lnTo>
                    <a:pt x="2274" y="4227"/>
                  </a:lnTo>
                  <a:lnTo>
                    <a:pt x="1703" y="3798"/>
                  </a:lnTo>
                  <a:cubicBezTo>
                    <a:pt x="1726" y="3750"/>
                    <a:pt x="1726" y="3715"/>
                    <a:pt x="1726" y="3655"/>
                  </a:cubicBezTo>
                  <a:lnTo>
                    <a:pt x="1726" y="3417"/>
                  </a:lnTo>
                  <a:close/>
                  <a:moveTo>
                    <a:pt x="1857" y="0"/>
                  </a:moveTo>
                  <a:cubicBezTo>
                    <a:pt x="1215" y="0"/>
                    <a:pt x="691" y="524"/>
                    <a:pt x="691" y="1167"/>
                  </a:cubicBezTo>
                  <a:cubicBezTo>
                    <a:pt x="691" y="1357"/>
                    <a:pt x="738" y="1548"/>
                    <a:pt x="834" y="1715"/>
                  </a:cubicBezTo>
                  <a:lnTo>
                    <a:pt x="869" y="1810"/>
                  </a:lnTo>
                  <a:lnTo>
                    <a:pt x="869" y="2072"/>
                  </a:lnTo>
                  <a:cubicBezTo>
                    <a:pt x="869" y="2536"/>
                    <a:pt x="1084" y="2941"/>
                    <a:pt x="1405" y="3215"/>
                  </a:cubicBezTo>
                  <a:lnTo>
                    <a:pt x="1405" y="3667"/>
                  </a:lnTo>
                  <a:cubicBezTo>
                    <a:pt x="1405" y="3739"/>
                    <a:pt x="1369" y="3810"/>
                    <a:pt x="1286" y="3846"/>
                  </a:cubicBezTo>
                  <a:lnTo>
                    <a:pt x="441" y="4155"/>
                  </a:lnTo>
                  <a:cubicBezTo>
                    <a:pt x="179" y="4262"/>
                    <a:pt x="0" y="4512"/>
                    <a:pt x="0" y="4810"/>
                  </a:cubicBezTo>
                  <a:lnTo>
                    <a:pt x="0" y="6048"/>
                  </a:lnTo>
                  <a:cubicBezTo>
                    <a:pt x="0" y="6132"/>
                    <a:pt x="72" y="6215"/>
                    <a:pt x="155" y="6215"/>
                  </a:cubicBezTo>
                  <a:cubicBezTo>
                    <a:pt x="250" y="6215"/>
                    <a:pt x="322" y="6132"/>
                    <a:pt x="322" y="6048"/>
                  </a:cubicBezTo>
                  <a:lnTo>
                    <a:pt x="322" y="4810"/>
                  </a:lnTo>
                  <a:cubicBezTo>
                    <a:pt x="322" y="4655"/>
                    <a:pt x="417" y="4524"/>
                    <a:pt x="560" y="4465"/>
                  </a:cubicBezTo>
                  <a:lnTo>
                    <a:pt x="1405" y="4155"/>
                  </a:lnTo>
                  <a:cubicBezTo>
                    <a:pt x="1453" y="4143"/>
                    <a:pt x="1500" y="4108"/>
                    <a:pt x="1524" y="4084"/>
                  </a:cubicBezTo>
                  <a:lnTo>
                    <a:pt x="2119" y="4524"/>
                  </a:lnTo>
                  <a:lnTo>
                    <a:pt x="2119" y="6036"/>
                  </a:lnTo>
                  <a:cubicBezTo>
                    <a:pt x="2119" y="6120"/>
                    <a:pt x="2203" y="6191"/>
                    <a:pt x="2286" y="6191"/>
                  </a:cubicBezTo>
                  <a:cubicBezTo>
                    <a:pt x="2369" y="6191"/>
                    <a:pt x="2453" y="6120"/>
                    <a:pt x="2453" y="6036"/>
                  </a:cubicBezTo>
                  <a:lnTo>
                    <a:pt x="2453" y="4512"/>
                  </a:lnTo>
                  <a:lnTo>
                    <a:pt x="3048" y="4072"/>
                  </a:lnTo>
                  <a:cubicBezTo>
                    <a:pt x="3084" y="4096"/>
                    <a:pt x="3120" y="4108"/>
                    <a:pt x="3167" y="4143"/>
                  </a:cubicBezTo>
                  <a:lnTo>
                    <a:pt x="4012" y="4453"/>
                  </a:lnTo>
                  <a:cubicBezTo>
                    <a:pt x="4155" y="4512"/>
                    <a:pt x="4251" y="4643"/>
                    <a:pt x="4251" y="4798"/>
                  </a:cubicBezTo>
                  <a:lnTo>
                    <a:pt x="4251" y="6036"/>
                  </a:lnTo>
                  <a:cubicBezTo>
                    <a:pt x="4251" y="6120"/>
                    <a:pt x="4322" y="6191"/>
                    <a:pt x="4417" y="6191"/>
                  </a:cubicBezTo>
                  <a:cubicBezTo>
                    <a:pt x="4501" y="6191"/>
                    <a:pt x="4572" y="6120"/>
                    <a:pt x="4572" y="6036"/>
                  </a:cubicBezTo>
                  <a:lnTo>
                    <a:pt x="4572" y="4798"/>
                  </a:lnTo>
                  <a:cubicBezTo>
                    <a:pt x="4584" y="4512"/>
                    <a:pt x="4382" y="4251"/>
                    <a:pt x="4120" y="4143"/>
                  </a:cubicBezTo>
                  <a:lnTo>
                    <a:pt x="3274" y="3834"/>
                  </a:lnTo>
                  <a:cubicBezTo>
                    <a:pt x="3191" y="3798"/>
                    <a:pt x="3155" y="3727"/>
                    <a:pt x="3155" y="3655"/>
                  </a:cubicBezTo>
                  <a:lnTo>
                    <a:pt x="3155" y="3215"/>
                  </a:lnTo>
                  <a:cubicBezTo>
                    <a:pt x="3179" y="3191"/>
                    <a:pt x="3227" y="3155"/>
                    <a:pt x="3250" y="3131"/>
                  </a:cubicBezTo>
                  <a:cubicBezTo>
                    <a:pt x="3536" y="2858"/>
                    <a:pt x="3691" y="2500"/>
                    <a:pt x="3691" y="2119"/>
                  </a:cubicBezTo>
                  <a:lnTo>
                    <a:pt x="3691" y="1810"/>
                  </a:lnTo>
                  <a:lnTo>
                    <a:pt x="3727" y="1715"/>
                  </a:lnTo>
                  <a:cubicBezTo>
                    <a:pt x="3822" y="1548"/>
                    <a:pt x="3870" y="1357"/>
                    <a:pt x="3870" y="1167"/>
                  </a:cubicBezTo>
                  <a:lnTo>
                    <a:pt x="3870" y="167"/>
                  </a:lnTo>
                  <a:cubicBezTo>
                    <a:pt x="3870" y="71"/>
                    <a:pt x="3786" y="0"/>
                    <a:pt x="37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2" name="Google Shape;3643;p53">
              <a:extLst>
                <a:ext uri="{FF2B5EF4-FFF2-40B4-BE49-F238E27FC236}">
                  <a16:creationId xmlns:a16="http://schemas.microsoft.com/office/drawing/2014/main" id="{E1A349CE-F0AF-49B1-AF89-7EBC145FD517}"/>
                </a:ext>
              </a:extLst>
            </p:cNvPr>
            <p:cNvSpPr/>
            <p:nvPr/>
          </p:nvSpPr>
          <p:spPr>
            <a:xfrm>
              <a:off x="7340324" y="2291486"/>
              <a:ext cx="10630" cy="38702"/>
            </a:xfrm>
            <a:custGeom>
              <a:avLst/>
              <a:gdLst/>
              <a:ahLst/>
              <a:cxnLst/>
              <a:rect l="l" t="t" r="r" b="b"/>
              <a:pathLst>
                <a:path w="334" h="1216" extrusionOk="0">
                  <a:moveTo>
                    <a:pt x="167" y="1"/>
                  </a:moveTo>
                  <a:cubicBezTo>
                    <a:pt x="84" y="1"/>
                    <a:pt x="0" y="72"/>
                    <a:pt x="0" y="167"/>
                  </a:cubicBezTo>
                  <a:lnTo>
                    <a:pt x="0" y="1060"/>
                  </a:lnTo>
                  <a:cubicBezTo>
                    <a:pt x="0" y="1144"/>
                    <a:pt x="84" y="1215"/>
                    <a:pt x="167" y="1215"/>
                  </a:cubicBezTo>
                  <a:cubicBezTo>
                    <a:pt x="262" y="1215"/>
                    <a:pt x="334" y="1144"/>
                    <a:pt x="334" y="1060"/>
                  </a:cubicBezTo>
                  <a:lnTo>
                    <a:pt x="334" y="167"/>
                  </a:lnTo>
                  <a:cubicBezTo>
                    <a:pt x="334" y="72"/>
                    <a:pt x="262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3" name="Google Shape;3644;p53">
              <a:extLst>
                <a:ext uri="{FF2B5EF4-FFF2-40B4-BE49-F238E27FC236}">
                  <a16:creationId xmlns:a16="http://schemas.microsoft.com/office/drawing/2014/main" id="{544C8F6D-6685-4C1E-A1FC-7D7F95AE4AD9}"/>
                </a:ext>
              </a:extLst>
            </p:cNvPr>
            <p:cNvSpPr/>
            <p:nvPr/>
          </p:nvSpPr>
          <p:spPr>
            <a:xfrm>
              <a:off x="7419511" y="2291486"/>
              <a:ext cx="10630" cy="38702"/>
            </a:xfrm>
            <a:custGeom>
              <a:avLst/>
              <a:gdLst/>
              <a:ahLst/>
              <a:cxnLst/>
              <a:rect l="l" t="t" r="r" b="b"/>
              <a:pathLst>
                <a:path w="334" h="1216" extrusionOk="0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lnTo>
                    <a:pt x="1" y="1060"/>
                  </a:lnTo>
                  <a:cubicBezTo>
                    <a:pt x="1" y="1144"/>
                    <a:pt x="72" y="1215"/>
                    <a:pt x="167" y="1215"/>
                  </a:cubicBezTo>
                  <a:cubicBezTo>
                    <a:pt x="251" y="1215"/>
                    <a:pt x="334" y="1144"/>
                    <a:pt x="334" y="1060"/>
                  </a:cubicBezTo>
                  <a:lnTo>
                    <a:pt x="334" y="167"/>
                  </a:lnTo>
                  <a:cubicBezTo>
                    <a:pt x="334" y="72"/>
                    <a:pt x="251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4" name="Google Shape;3645;p53">
              <a:extLst>
                <a:ext uri="{FF2B5EF4-FFF2-40B4-BE49-F238E27FC236}">
                  <a16:creationId xmlns:a16="http://schemas.microsoft.com/office/drawing/2014/main" id="{74FC2806-F583-402D-A48B-18F4122BA020}"/>
                </a:ext>
              </a:extLst>
            </p:cNvPr>
            <p:cNvSpPr/>
            <p:nvPr/>
          </p:nvSpPr>
          <p:spPr>
            <a:xfrm>
              <a:off x="7153878" y="1969392"/>
              <a:ext cx="225498" cy="188355"/>
            </a:xfrm>
            <a:custGeom>
              <a:avLst/>
              <a:gdLst/>
              <a:ahLst/>
              <a:cxnLst/>
              <a:rect l="l" t="t" r="r" b="b"/>
              <a:pathLst>
                <a:path w="7085" h="5918" extrusionOk="0">
                  <a:moveTo>
                    <a:pt x="2441" y="4227"/>
                  </a:moveTo>
                  <a:lnTo>
                    <a:pt x="2346" y="4608"/>
                  </a:lnTo>
                  <a:lnTo>
                    <a:pt x="2132" y="4608"/>
                  </a:lnTo>
                  <a:cubicBezTo>
                    <a:pt x="1917" y="4608"/>
                    <a:pt x="1751" y="4442"/>
                    <a:pt x="1751" y="4239"/>
                  </a:cubicBezTo>
                  <a:lnTo>
                    <a:pt x="1751" y="4227"/>
                  </a:lnTo>
                  <a:close/>
                  <a:moveTo>
                    <a:pt x="5668" y="310"/>
                  </a:moveTo>
                  <a:cubicBezTo>
                    <a:pt x="5882" y="310"/>
                    <a:pt x="6037" y="477"/>
                    <a:pt x="6037" y="679"/>
                  </a:cubicBezTo>
                  <a:lnTo>
                    <a:pt x="6037" y="3525"/>
                  </a:lnTo>
                  <a:cubicBezTo>
                    <a:pt x="6037" y="3739"/>
                    <a:pt x="5882" y="3894"/>
                    <a:pt x="5668" y="3894"/>
                  </a:cubicBezTo>
                  <a:lnTo>
                    <a:pt x="4251" y="3894"/>
                  </a:lnTo>
                  <a:cubicBezTo>
                    <a:pt x="4227" y="3894"/>
                    <a:pt x="4179" y="3918"/>
                    <a:pt x="4156" y="3930"/>
                  </a:cubicBezTo>
                  <a:lnTo>
                    <a:pt x="2572" y="5084"/>
                  </a:lnTo>
                  <a:lnTo>
                    <a:pt x="2810" y="4108"/>
                  </a:lnTo>
                  <a:cubicBezTo>
                    <a:pt x="2822" y="4061"/>
                    <a:pt x="2810" y="4001"/>
                    <a:pt x="2786" y="3953"/>
                  </a:cubicBezTo>
                  <a:cubicBezTo>
                    <a:pt x="2751" y="3918"/>
                    <a:pt x="2703" y="3894"/>
                    <a:pt x="2644" y="3894"/>
                  </a:cubicBezTo>
                  <a:lnTo>
                    <a:pt x="703" y="3894"/>
                  </a:lnTo>
                  <a:cubicBezTo>
                    <a:pt x="489" y="3894"/>
                    <a:pt x="322" y="3739"/>
                    <a:pt x="322" y="3525"/>
                  </a:cubicBezTo>
                  <a:lnTo>
                    <a:pt x="322" y="679"/>
                  </a:lnTo>
                  <a:cubicBezTo>
                    <a:pt x="322" y="477"/>
                    <a:pt x="489" y="310"/>
                    <a:pt x="703" y="310"/>
                  </a:cubicBezTo>
                  <a:close/>
                  <a:moveTo>
                    <a:pt x="6382" y="1036"/>
                  </a:moveTo>
                  <a:cubicBezTo>
                    <a:pt x="6585" y="1036"/>
                    <a:pt x="6751" y="1203"/>
                    <a:pt x="6751" y="1417"/>
                  </a:cubicBezTo>
                  <a:lnTo>
                    <a:pt x="6751" y="4251"/>
                  </a:lnTo>
                  <a:lnTo>
                    <a:pt x="6739" y="4251"/>
                  </a:lnTo>
                  <a:cubicBezTo>
                    <a:pt x="6739" y="4465"/>
                    <a:pt x="6573" y="4632"/>
                    <a:pt x="6370" y="4632"/>
                  </a:cubicBezTo>
                  <a:lnTo>
                    <a:pt x="4953" y="4632"/>
                  </a:lnTo>
                  <a:cubicBezTo>
                    <a:pt x="4906" y="4632"/>
                    <a:pt x="4870" y="4644"/>
                    <a:pt x="4822" y="4692"/>
                  </a:cubicBezTo>
                  <a:cubicBezTo>
                    <a:pt x="4787" y="4727"/>
                    <a:pt x="4775" y="4775"/>
                    <a:pt x="4787" y="4823"/>
                  </a:cubicBezTo>
                  <a:lnTo>
                    <a:pt x="4906" y="5501"/>
                  </a:lnTo>
                  <a:lnTo>
                    <a:pt x="3691" y="4692"/>
                  </a:lnTo>
                  <a:lnTo>
                    <a:pt x="4299" y="4239"/>
                  </a:lnTo>
                  <a:lnTo>
                    <a:pt x="5668" y="4239"/>
                  </a:lnTo>
                  <a:cubicBezTo>
                    <a:pt x="6049" y="4239"/>
                    <a:pt x="6370" y="3930"/>
                    <a:pt x="6370" y="3537"/>
                  </a:cubicBezTo>
                  <a:lnTo>
                    <a:pt x="6370" y="1036"/>
                  </a:lnTo>
                  <a:close/>
                  <a:moveTo>
                    <a:pt x="703" y="1"/>
                  </a:moveTo>
                  <a:cubicBezTo>
                    <a:pt x="310" y="1"/>
                    <a:pt x="0" y="310"/>
                    <a:pt x="0" y="703"/>
                  </a:cubicBezTo>
                  <a:lnTo>
                    <a:pt x="0" y="3537"/>
                  </a:lnTo>
                  <a:cubicBezTo>
                    <a:pt x="0" y="3930"/>
                    <a:pt x="310" y="4239"/>
                    <a:pt x="703" y="4239"/>
                  </a:cubicBezTo>
                  <a:lnTo>
                    <a:pt x="1405" y="4239"/>
                  </a:lnTo>
                  <a:lnTo>
                    <a:pt x="1405" y="4251"/>
                  </a:lnTo>
                  <a:cubicBezTo>
                    <a:pt x="1405" y="4644"/>
                    <a:pt x="1727" y="4954"/>
                    <a:pt x="2108" y="4954"/>
                  </a:cubicBezTo>
                  <a:lnTo>
                    <a:pt x="2263" y="4954"/>
                  </a:lnTo>
                  <a:lnTo>
                    <a:pt x="2203" y="5227"/>
                  </a:lnTo>
                  <a:cubicBezTo>
                    <a:pt x="2167" y="5323"/>
                    <a:pt x="2215" y="5430"/>
                    <a:pt x="2298" y="5489"/>
                  </a:cubicBezTo>
                  <a:cubicBezTo>
                    <a:pt x="2346" y="5525"/>
                    <a:pt x="2394" y="5537"/>
                    <a:pt x="2453" y="5537"/>
                  </a:cubicBezTo>
                  <a:cubicBezTo>
                    <a:pt x="2513" y="5537"/>
                    <a:pt x="2560" y="5525"/>
                    <a:pt x="2596" y="5489"/>
                  </a:cubicBezTo>
                  <a:lnTo>
                    <a:pt x="3334" y="4954"/>
                  </a:lnTo>
                  <a:lnTo>
                    <a:pt x="3489" y="4954"/>
                  </a:lnTo>
                  <a:lnTo>
                    <a:pt x="4882" y="5882"/>
                  </a:lnTo>
                  <a:cubicBezTo>
                    <a:pt x="4918" y="5906"/>
                    <a:pt x="4965" y="5918"/>
                    <a:pt x="5013" y="5918"/>
                  </a:cubicBezTo>
                  <a:cubicBezTo>
                    <a:pt x="5061" y="5918"/>
                    <a:pt x="5096" y="5906"/>
                    <a:pt x="5144" y="5882"/>
                  </a:cubicBezTo>
                  <a:cubicBezTo>
                    <a:pt x="5239" y="5823"/>
                    <a:pt x="5287" y="5727"/>
                    <a:pt x="5263" y="5620"/>
                  </a:cubicBezTo>
                  <a:lnTo>
                    <a:pt x="5168" y="4954"/>
                  </a:lnTo>
                  <a:lnTo>
                    <a:pt x="6382" y="4954"/>
                  </a:lnTo>
                  <a:cubicBezTo>
                    <a:pt x="6763" y="4954"/>
                    <a:pt x="7085" y="4644"/>
                    <a:pt x="7085" y="4251"/>
                  </a:cubicBezTo>
                  <a:lnTo>
                    <a:pt x="7085" y="1417"/>
                  </a:lnTo>
                  <a:cubicBezTo>
                    <a:pt x="7085" y="1024"/>
                    <a:pt x="6775" y="715"/>
                    <a:pt x="6382" y="715"/>
                  </a:cubicBezTo>
                  <a:cubicBezTo>
                    <a:pt x="6370" y="310"/>
                    <a:pt x="6061" y="1"/>
                    <a:pt x="56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5" name="Google Shape;3646;p53">
              <a:extLst>
                <a:ext uri="{FF2B5EF4-FFF2-40B4-BE49-F238E27FC236}">
                  <a16:creationId xmlns:a16="http://schemas.microsoft.com/office/drawing/2014/main" id="{6FC96592-2A6E-4DB9-9131-CD4DC2115BB0}"/>
                </a:ext>
              </a:extLst>
            </p:cNvPr>
            <p:cNvSpPr/>
            <p:nvPr/>
          </p:nvSpPr>
          <p:spPr>
            <a:xfrm>
              <a:off x="7193663" y="2003511"/>
              <a:ext cx="27308" cy="10248"/>
            </a:xfrm>
            <a:custGeom>
              <a:avLst/>
              <a:gdLst/>
              <a:ahLst/>
              <a:cxnLst/>
              <a:rect l="l" t="t" r="r" b="b"/>
              <a:pathLst>
                <a:path w="858" h="322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7" y="322"/>
                  </a:cubicBezTo>
                  <a:lnTo>
                    <a:pt x="703" y="322"/>
                  </a:lnTo>
                  <a:cubicBezTo>
                    <a:pt x="786" y="322"/>
                    <a:pt x="858" y="250"/>
                    <a:pt x="858" y="167"/>
                  </a:cubicBezTo>
                  <a:cubicBezTo>
                    <a:pt x="858" y="72"/>
                    <a:pt x="786" y="0"/>
                    <a:pt x="7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6" name="Google Shape;3647;p53">
              <a:extLst>
                <a:ext uri="{FF2B5EF4-FFF2-40B4-BE49-F238E27FC236}">
                  <a16:creationId xmlns:a16="http://schemas.microsoft.com/office/drawing/2014/main" id="{90596896-1DCC-415F-9A2F-919E17534953}"/>
                </a:ext>
              </a:extLst>
            </p:cNvPr>
            <p:cNvSpPr/>
            <p:nvPr/>
          </p:nvSpPr>
          <p:spPr>
            <a:xfrm>
              <a:off x="7233065" y="2003511"/>
              <a:ext cx="83802" cy="10248"/>
            </a:xfrm>
            <a:custGeom>
              <a:avLst/>
              <a:gdLst/>
              <a:ahLst/>
              <a:cxnLst/>
              <a:rect l="l" t="t" r="r" b="b"/>
              <a:pathLst>
                <a:path w="2633" h="322" extrusionOk="0">
                  <a:moveTo>
                    <a:pt x="156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6" y="322"/>
                  </a:cubicBezTo>
                  <a:lnTo>
                    <a:pt x="2465" y="322"/>
                  </a:lnTo>
                  <a:cubicBezTo>
                    <a:pt x="2561" y="322"/>
                    <a:pt x="2632" y="250"/>
                    <a:pt x="2632" y="167"/>
                  </a:cubicBezTo>
                  <a:cubicBezTo>
                    <a:pt x="2632" y="72"/>
                    <a:pt x="2573" y="0"/>
                    <a:pt x="24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7" name="Google Shape;3648;p53">
              <a:extLst>
                <a:ext uri="{FF2B5EF4-FFF2-40B4-BE49-F238E27FC236}">
                  <a16:creationId xmlns:a16="http://schemas.microsoft.com/office/drawing/2014/main" id="{71CF477D-1DB6-4289-B06B-1FEC11D46A4E}"/>
                </a:ext>
              </a:extLst>
            </p:cNvPr>
            <p:cNvSpPr/>
            <p:nvPr/>
          </p:nvSpPr>
          <p:spPr>
            <a:xfrm>
              <a:off x="7193281" y="2031933"/>
              <a:ext cx="123936" cy="10248"/>
            </a:xfrm>
            <a:custGeom>
              <a:avLst/>
              <a:gdLst/>
              <a:ahLst/>
              <a:cxnLst/>
              <a:rect l="l" t="t" r="r" b="b"/>
              <a:pathLst>
                <a:path w="3894" h="322" extrusionOk="0">
                  <a:moveTo>
                    <a:pt x="155" y="0"/>
                  </a:moveTo>
                  <a:cubicBezTo>
                    <a:pt x="72" y="0"/>
                    <a:pt x="1" y="71"/>
                    <a:pt x="1" y="167"/>
                  </a:cubicBezTo>
                  <a:cubicBezTo>
                    <a:pt x="1" y="250"/>
                    <a:pt x="72" y="322"/>
                    <a:pt x="155" y="322"/>
                  </a:cubicBezTo>
                  <a:lnTo>
                    <a:pt x="3715" y="322"/>
                  </a:lnTo>
                  <a:cubicBezTo>
                    <a:pt x="3811" y="322"/>
                    <a:pt x="3882" y="250"/>
                    <a:pt x="3882" y="167"/>
                  </a:cubicBezTo>
                  <a:cubicBezTo>
                    <a:pt x="3894" y="71"/>
                    <a:pt x="3823" y="0"/>
                    <a:pt x="37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8" name="Google Shape;3649;p53">
              <a:extLst>
                <a:ext uri="{FF2B5EF4-FFF2-40B4-BE49-F238E27FC236}">
                  <a16:creationId xmlns:a16="http://schemas.microsoft.com/office/drawing/2014/main" id="{2A31E7BC-0C90-475A-BA8F-0DD0E5DA2140}"/>
                </a:ext>
              </a:extLst>
            </p:cNvPr>
            <p:cNvSpPr/>
            <p:nvPr/>
          </p:nvSpPr>
          <p:spPr>
            <a:xfrm>
              <a:off x="7193663" y="2059973"/>
              <a:ext cx="83770" cy="10248"/>
            </a:xfrm>
            <a:custGeom>
              <a:avLst/>
              <a:gdLst/>
              <a:ahLst/>
              <a:cxnLst/>
              <a:rect l="l" t="t" r="r" b="b"/>
              <a:pathLst>
                <a:path w="2632" h="322" extrusionOk="0">
                  <a:moveTo>
                    <a:pt x="167" y="0"/>
                  </a:moveTo>
                  <a:cubicBezTo>
                    <a:pt x="72" y="0"/>
                    <a:pt x="1" y="72"/>
                    <a:pt x="1" y="155"/>
                  </a:cubicBezTo>
                  <a:cubicBezTo>
                    <a:pt x="1" y="250"/>
                    <a:pt x="72" y="322"/>
                    <a:pt x="167" y="322"/>
                  </a:cubicBezTo>
                  <a:lnTo>
                    <a:pt x="2465" y="322"/>
                  </a:lnTo>
                  <a:cubicBezTo>
                    <a:pt x="2560" y="322"/>
                    <a:pt x="2632" y="250"/>
                    <a:pt x="2632" y="155"/>
                  </a:cubicBezTo>
                  <a:cubicBezTo>
                    <a:pt x="2632" y="72"/>
                    <a:pt x="2560" y="0"/>
                    <a:pt x="24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9" name="Google Shape;3650;p53">
              <a:extLst>
                <a:ext uri="{FF2B5EF4-FFF2-40B4-BE49-F238E27FC236}">
                  <a16:creationId xmlns:a16="http://schemas.microsoft.com/office/drawing/2014/main" id="{61E3588D-84A4-4DAD-A606-CF0D951733BC}"/>
                </a:ext>
              </a:extLst>
            </p:cNvPr>
            <p:cNvSpPr/>
            <p:nvPr/>
          </p:nvSpPr>
          <p:spPr>
            <a:xfrm>
              <a:off x="7289145" y="2059973"/>
              <a:ext cx="27722" cy="10248"/>
            </a:xfrm>
            <a:custGeom>
              <a:avLst/>
              <a:gdLst/>
              <a:ahLst/>
              <a:cxnLst/>
              <a:rect l="l" t="t" r="r" b="b"/>
              <a:pathLst>
                <a:path w="871" h="322" extrusionOk="0">
                  <a:moveTo>
                    <a:pt x="168" y="0"/>
                  </a:moveTo>
                  <a:cubicBezTo>
                    <a:pt x="84" y="0"/>
                    <a:pt x="1" y="72"/>
                    <a:pt x="1" y="155"/>
                  </a:cubicBezTo>
                  <a:cubicBezTo>
                    <a:pt x="1" y="250"/>
                    <a:pt x="84" y="322"/>
                    <a:pt x="168" y="322"/>
                  </a:cubicBezTo>
                  <a:lnTo>
                    <a:pt x="703" y="322"/>
                  </a:lnTo>
                  <a:cubicBezTo>
                    <a:pt x="799" y="322"/>
                    <a:pt x="870" y="250"/>
                    <a:pt x="870" y="155"/>
                  </a:cubicBezTo>
                  <a:cubicBezTo>
                    <a:pt x="870" y="72"/>
                    <a:pt x="811" y="0"/>
                    <a:pt x="7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</p:grp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26FE4117-0B31-45D8-BB3E-B9DCE4B9D21F}"/>
              </a:ext>
            </a:extLst>
          </p:cNvPr>
          <p:cNvSpPr txBox="1"/>
          <p:nvPr/>
        </p:nvSpPr>
        <p:spPr>
          <a:xfrm>
            <a:off x="8714341" y="2429823"/>
            <a:ext cx="26581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(Qualidade + Operação)</a:t>
            </a:r>
          </a:p>
        </p:txBody>
      </p:sp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52AD7D11-7E76-41F2-A6E5-6FFDF70046B7}"/>
              </a:ext>
            </a:extLst>
          </p:cNvPr>
          <p:cNvSpPr txBox="1"/>
          <p:nvPr/>
        </p:nvSpPr>
        <p:spPr>
          <a:xfrm>
            <a:off x="830978" y="2442453"/>
            <a:ext cx="26581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(Qualidade + Operação)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EDD7415F-D90B-1990-6A86-80CD7212604F}"/>
              </a:ext>
            </a:extLst>
          </p:cNvPr>
          <p:cNvSpPr/>
          <p:nvPr/>
        </p:nvSpPr>
        <p:spPr>
          <a:xfrm>
            <a:off x="6598541" y="3577617"/>
            <a:ext cx="4716379" cy="2358190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A59E7CC0-A46D-7908-27D9-BC949C37D729}"/>
              </a:ext>
            </a:extLst>
          </p:cNvPr>
          <p:cNvSpPr/>
          <p:nvPr/>
        </p:nvSpPr>
        <p:spPr>
          <a:xfrm>
            <a:off x="541798" y="3591685"/>
            <a:ext cx="4716379" cy="2358190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A69C766C-0A75-C0C8-2D76-2AC26C6489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7365304"/>
              </p:ext>
            </p:extLst>
          </p:nvPr>
        </p:nvGraphicFramePr>
        <p:xfrm>
          <a:off x="6821491" y="3641219"/>
          <a:ext cx="4157940" cy="2159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ítulo 1">
            <a:extLst>
              <a:ext uri="{FF2B5EF4-FFF2-40B4-BE49-F238E27FC236}">
                <a16:creationId xmlns:a16="http://schemas.microsoft.com/office/drawing/2014/main" id="{9BC95B46-61FD-6629-A231-7C069D01DFA2}"/>
              </a:ext>
            </a:extLst>
          </p:cNvPr>
          <p:cNvSpPr txBox="1">
            <a:spLocks/>
          </p:cNvSpPr>
          <p:nvPr/>
        </p:nvSpPr>
        <p:spPr>
          <a:xfrm>
            <a:off x="3139268" y="532473"/>
            <a:ext cx="5168247" cy="5566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VISÃO MENSAL 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6549977A-8B63-C967-1772-C7566E7828B0}"/>
              </a:ext>
            </a:extLst>
          </p:cNvPr>
          <p:cNvSpPr txBox="1">
            <a:spLocks/>
          </p:cNvSpPr>
          <p:nvPr/>
        </p:nvSpPr>
        <p:spPr>
          <a:xfrm>
            <a:off x="3282825" y="2879929"/>
            <a:ext cx="5168247" cy="5566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VISÃO POR CICLO 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1B690AA-E5EE-CA33-71DB-00F69DBF2A65}"/>
              </a:ext>
            </a:extLst>
          </p:cNvPr>
          <p:cNvSpPr txBox="1"/>
          <p:nvPr/>
        </p:nvSpPr>
        <p:spPr>
          <a:xfrm>
            <a:off x="2723805" y="1868724"/>
            <a:ext cx="777384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 monitorias</a:t>
            </a:r>
          </a:p>
          <a:p>
            <a:pPr algn="ctr"/>
            <a:r>
              <a:rPr lang="pt-BR" sz="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justificada*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06C1842-3CD1-FF6A-151C-379D57278284}"/>
              </a:ext>
            </a:extLst>
          </p:cNvPr>
          <p:cNvSpPr txBox="1"/>
          <p:nvPr/>
        </p:nvSpPr>
        <p:spPr>
          <a:xfrm>
            <a:off x="10827970" y="1872943"/>
            <a:ext cx="777384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 feedbacks</a:t>
            </a:r>
          </a:p>
          <a:p>
            <a:pPr algn="ctr"/>
            <a:r>
              <a:rPr lang="pt-BR" sz="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justificadas*</a:t>
            </a:r>
          </a:p>
        </p:txBody>
      </p:sp>
      <p:graphicFrame>
        <p:nvGraphicFramePr>
          <p:cNvPr id="11" name="Gráfico 10">
            <a:extLst>
              <a:ext uri="{FF2B5EF4-FFF2-40B4-BE49-F238E27FC236}">
                <a16:creationId xmlns:a16="http://schemas.microsoft.com/office/drawing/2014/main" id="{B419C97D-FAD3-E8F8-E5CC-21848619E7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2996060"/>
              </p:ext>
            </p:extLst>
          </p:nvPr>
        </p:nvGraphicFramePr>
        <p:xfrm>
          <a:off x="754243" y="3702977"/>
          <a:ext cx="4157940" cy="21493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93878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E1B504-4244-9413-2879-27B1DBBDD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8D5DF183-40C3-6345-E712-F472B0870DAC}"/>
              </a:ext>
            </a:extLst>
          </p:cNvPr>
          <p:cNvSpPr/>
          <p:nvPr/>
        </p:nvSpPr>
        <p:spPr>
          <a:xfrm>
            <a:off x="609162" y="3957681"/>
            <a:ext cx="10992725" cy="2358190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3000" sy="103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317D777-946F-316B-F88A-8B7AC7791A02}"/>
              </a:ext>
            </a:extLst>
          </p:cNvPr>
          <p:cNvSpPr/>
          <p:nvPr/>
        </p:nvSpPr>
        <p:spPr>
          <a:xfrm>
            <a:off x="0" y="-51217"/>
            <a:ext cx="12192000" cy="627321"/>
          </a:xfrm>
          <a:prstGeom prst="rect">
            <a:avLst/>
          </a:prstGeom>
          <a:gradFill>
            <a:gsLst>
              <a:gs pos="3000">
                <a:srgbClr val="002060"/>
              </a:gs>
              <a:gs pos="61000">
                <a:schemeClr val="accent5">
                  <a:lumMod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34E4796F-8085-57DF-2EFA-29CEA3BAF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6875" y="48669"/>
            <a:ext cx="6790413" cy="365121"/>
          </a:xfrm>
          <a:prstGeom prst="rect">
            <a:avLst/>
          </a:prstGeom>
        </p:spPr>
      </p:pic>
      <p:sp>
        <p:nvSpPr>
          <p:cNvPr id="16" name="Título 1">
            <a:extLst>
              <a:ext uri="{FF2B5EF4-FFF2-40B4-BE49-F238E27FC236}">
                <a16:creationId xmlns:a16="http://schemas.microsoft.com/office/drawing/2014/main" id="{64D75AF5-07AA-E2A3-4349-B40CCCCA097D}"/>
              </a:ext>
            </a:extLst>
          </p:cNvPr>
          <p:cNvSpPr txBox="1">
            <a:spLocks/>
          </p:cNvSpPr>
          <p:nvPr/>
        </p:nvSpPr>
        <p:spPr>
          <a:xfrm>
            <a:off x="324876" y="0"/>
            <a:ext cx="9144000" cy="4890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Monitorias Realizadas 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9E051BD-6AC3-3F33-A378-A5FCA6A8F16F}"/>
              </a:ext>
            </a:extLst>
          </p:cNvPr>
          <p:cNvSpPr/>
          <p:nvPr/>
        </p:nvSpPr>
        <p:spPr>
          <a:xfrm>
            <a:off x="6742203" y="165898"/>
            <a:ext cx="1418303" cy="193089"/>
          </a:xfrm>
          <a:prstGeom prst="roundRect">
            <a:avLst>
              <a:gd name="adj" fmla="val 42683"/>
            </a:avLst>
          </a:prstGeom>
          <a:solidFill>
            <a:schemeClr val="bg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F262DD0-7BDD-8601-E01F-999DA9D8F7FF}"/>
              </a:ext>
            </a:extLst>
          </p:cNvPr>
          <p:cNvSpPr/>
          <p:nvPr/>
        </p:nvSpPr>
        <p:spPr>
          <a:xfrm>
            <a:off x="3620208" y="1149090"/>
            <a:ext cx="4782960" cy="2358190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3000" sy="103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060ADC8D-E175-93AC-26C8-7BE1B8FDED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3197121"/>
              </p:ext>
            </p:extLst>
          </p:nvPr>
        </p:nvGraphicFramePr>
        <p:xfrm>
          <a:off x="3932718" y="1149090"/>
          <a:ext cx="4157940" cy="23411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CaixaDeTexto 20">
            <a:extLst>
              <a:ext uri="{FF2B5EF4-FFF2-40B4-BE49-F238E27FC236}">
                <a16:creationId xmlns:a16="http://schemas.microsoft.com/office/drawing/2014/main" id="{A7743D3F-3038-4D66-B580-C352697D0F5D}"/>
              </a:ext>
            </a:extLst>
          </p:cNvPr>
          <p:cNvSpPr txBox="1"/>
          <p:nvPr/>
        </p:nvSpPr>
        <p:spPr>
          <a:xfrm>
            <a:off x="9193926" y="2643423"/>
            <a:ext cx="5604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(43/48)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263A846A-14F7-45C9-8B5D-A9E53EE5C17F}"/>
              </a:ext>
            </a:extLst>
          </p:cNvPr>
          <p:cNvSpPr txBox="1"/>
          <p:nvPr/>
        </p:nvSpPr>
        <p:spPr>
          <a:xfrm>
            <a:off x="10231230" y="2160994"/>
            <a:ext cx="5751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(6/9)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F2963FA1-ED39-4AC0-9C8A-D3D7B26AB58B}"/>
              </a:ext>
            </a:extLst>
          </p:cNvPr>
          <p:cNvSpPr txBox="1"/>
          <p:nvPr/>
        </p:nvSpPr>
        <p:spPr>
          <a:xfrm>
            <a:off x="9184093" y="2192382"/>
            <a:ext cx="5751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(11/12)</a:t>
            </a:r>
          </a:p>
        </p:txBody>
      </p:sp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20B41420-4FDC-DD96-01E3-219DF7D6DD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2552755"/>
              </p:ext>
            </p:extLst>
          </p:nvPr>
        </p:nvGraphicFramePr>
        <p:xfrm>
          <a:off x="6346238" y="3820340"/>
          <a:ext cx="4825219" cy="2405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Título 1">
            <a:extLst>
              <a:ext uri="{FF2B5EF4-FFF2-40B4-BE49-F238E27FC236}">
                <a16:creationId xmlns:a16="http://schemas.microsoft.com/office/drawing/2014/main" id="{0820E5E9-E91B-E615-FDA0-39DF7BC51AEC}"/>
              </a:ext>
            </a:extLst>
          </p:cNvPr>
          <p:cNvSpPr txBox="1">
            <a:spLocks/>
          </p:cNvSpPr>
          <p:nvPr/>
        </p:nvSpPr>
        <p:spPr>
          <a:xfrm>
            <a:off x="3415292" y="469863"/>
            <a:ext cx="5168247" cy="5566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VISÃO POR CICLO </a:t>
            </a:r>
          </a:p>
        </p:txBody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DF744891-2C93-BC43-A700-5BBD72AE63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1157997"/>
              </p:ext>
            </p:extLst>
          </p:nvPr>
        </p:nvGraphicFramePr>
        <p:xfrm>
          <a:off x="1106459" y="3802203"/>
          <a:ext cx="4825219" cy="2405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4084652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">
              <a:srgbClr val="002060"/>
            </a:gs>
            <a:gs pos="61000">
              <a:schemeClr val="accent5">
                <a:lumMod val="75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1CC4B2-666C-3DE9-698D-6932AEE79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6D1441-CD63-52A7-94E2-12C2334E02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2318" y="2466134"/>
            <a:ext cx="9144000" cy="1181350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CRC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AED3E38-C845-6324-924A-DF6577C04C65}"/>
              </a:ext>
            </a:extLst>
          </p:cNvPr>
          <p:cNvSpPr txBox="1">
            <a:spLocks/>
          </p:cNvSpPr>
          <p:nvPr/>
        </p:nvSpPr>
        <p:spPr>
          <a:xfrm>
            <a:off x="1122318" y="1911623"/>
            <a:ext cx="9144000" cy="22191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3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SEMANAL</a:t>
            </a:r>
            <a:endParaRPr lang="pt-BR" sz="4800" b="1" dirty="0">
              <a:solidFill>
                <a:schemeClr val="accent4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D51300D-C873-A84E-F613-746A94147197}"/>
              </a:ext>
            </a:extLst>
          </p:cNvPr>
          <p:cNvSpPr txBox="1">
            <a:spLocks/>
          </p:cNvSpPr>
          <p:nvPr/>
        </p:nvSpPr>
        <p:spPr>
          <a:xfrm>
            <a:off x="2090824" y="3987434"/>
            <a:ext cx="2375911" cy="5568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Setembro 2026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826B15D3-E240-E82C-94F6-6A221949545C}"/>
              </a:ext>
            </a:extLst>
          </p:cNvPr>
          <p:cNvSpPr txBox="1">
            <a:spLocks/>
          </p:cNvSpPr>
          <p:nvPr/>
        </p:nvSpPr>
        <p:spPr>
          <a:xfrm>
            <a:off x="1179689" y="2068978"/>
            <a:ext cx="9144000" cy="5568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Monitorias e Feedbacks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8081BB37-97A7-82F5-23C4-F7F6FFFBAFE3}"/>
              </a:ext>
            </a:extLst>
          </p:cNvPr>
          <p:cNvCxnSpPr>
            <a:cxnSpLocks/>
          </p:cNvCxnSpPr>
          <p:nvPr/>
        </p:nvCxnSpPr>
        <p:spPr>
          <a:xfrm>
            <a:off x="770663" y="2347408"/>
            <a:ext cx="0" cy="19347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201ED0DC-F2E7-0593-50D5-713A10E6A6BF}"/>
              </a:ext>
            </a:extLst>
          </p:cNvPr>
          <p:cNvSpPr/>
          <p:nvPr/>
        </p:nvSpPr>
        <p:spPr>
          <a:xfrm>
            <a:off x="7947377" y="-1082856"/>
            <a:ext cx="5000980" cy="5000980"/>
          </a:xfrm>
          <a:prstGeom prst="ellipse">
            <a:avLst/>
          </a:prstGeom>
          <a:solidFill>
            <a:srgbClr val="194E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03333422-9555-DC3B-D26B-DCE2506511B4}"/>
              </a:ext>
            </a:extLst>
          </p:cNvPr>
          <p:cNvSpPr txBox="1">
            <a:spLocks/>
          </p:cNvSpPr>
          <p:nvPr/>
        </p:nvSpPr>
        <p:spPr>
          <a:xfrm>
            <a:off x="1469486" y="5883696"/>
            <a:ext cx="1998133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Operações de Voz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D63F61BF-6FB8-8AF0-C471-801FC5409D55}"/>
              </a:ext>
            </a:extLst>
          </p:cNvPr>
          <p:cNvSpPr txBox="1">
            <a:spLocks/>
          </p:cNvSpPr>
          <p:nvPr/>
        </p:nvSpPr>
        <p:spPr>
          <a:xfrm>
            <a:off x="3753556" y="5901265"/>
            <a:ext cx="1998133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pt-BR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D26D9488-8A19-D2CA-31F8-D07676CC6CDE}"/>
              </a:ext>
            </a:extLst>
          </p:cNvPr>
          <p:cNvSpPr txBox="1">
            <a:spLocks/>
          </p:cNvSpPr>
          <p:nvPr/>
        </p:nvSpPr>
        <p:spPr>
          <a:xfrm>
            <a:off x="4371986" y="5885738"/>
            <a:ext cx="1030482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Premium</a:t>
            </a: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72CBA5B1-C2C7-4780-C4D6-8A32AC304C2A}"/>
              </a:ext>
            </a:extLst>
          </p:cNvPr>
          <p:cNvSpPr txBox="1">
            <a:spLocks/>
          </p:cNvSpPr>
          <p:nvPr/>
        </p:nvSpPr>
        <p:spPr>
          <a:xfrm>
            <a:off x="6635041" y="5885738"/>
            <a:ext cx="739420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CRC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4B1D1D7C-F09D-E2CD-623F-6FD2210926EA}"/>
              </a:ext>
            </a:extLst>
          </p:cNvPr>
          <p:cNvSpPr txBox="1">
            <a:spLocks/>
          </p:cNvSpPr>
          <p:nvPr/>
        </p:nvSpPr>
        <p:spPr>
          <a:xfrm>
            <a:off x="8661767" y="5885739"/>
            <a:ext cx="1998133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Cadastro Positivo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457C09AE-A3A0-ECA3-4A52-4CEFCEDD8F2D}"/>
              </a:ext>
            </a:extLst>
          </p:cNvPr>
          <p:cNvSpPr/>
          <p:nvPr/>
        </p:nvSpPr>
        <p:spPr>
          <a:xfrm>
            <a:off x="1168400" y="5901265"/>
            <a:ext cx="9855200" cy="447587"/>
          </a:xfrm>
          <a:prstGeom prst="roundRect">
            <a:avLst>
              <a:gd name="adj" fmla="val 42683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2CA1B5F7-0D22-E0D0-56B1-3A344CC58466}"/>
              </a:ext>
            </a:extLst>
          </p:cNvPr>
          <p:cNvSpPr txBox="1">
            <a:spLocks/>
          </p:cNvSpPr>
          <p:nvPr/>
        </p:nvSpPr>
        <p:spPr>
          <a:xfrm>
            <a:off x="3590232" y="5822126"/>
            <a:ext cx="366888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37138569-F8B5-381A-7BB7-CA0FBFA17DC1}"/>
              </a:ext>
            </a:extLst>
          </p:cNvPr>
          <p:cNvSpPr txBox="1">
            <a:spLocks/>
          </p:cNvSpPr>
          <p:nvPr/>
        </p:nvSpPr>
        <p:spPr>
          <a:xfrm>
            <a:off x="5827886" y="5822125"/>
            <a:ext cx="366888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42FAD254-5A91-16B4-82DD-54EF388E3AD8}"/>
              </a:ext>
            </a:extLst>
          </p:cNvPr>
          <p:cNvSpPr txBox="1">
            <a:spLocks/>
          </p:cNvSpPr>
          <p:nvPr/>
        </p:nvSpPr>
        <p:spPr>
          <a:xfrm>
            <a:off x="7817921" y="5822124"/>
            <a:ext cx="366888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7F719153-7511-B6E3-022F-B422CF2677E1}"/>
              </a:ext>
            </a:extLst>
          </p:cNvPr>
          <p:cNvSpPr/>
          <p:nvPr/>
        </p:nvSpPr>
        <p:spPr>
          <a:xfrm>
            <a:off x="690919" y="3166819"/>
            <a:ext cx="159488" cy="15948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15ABE63A-0A2E-743F-153D-7EB77AF7D6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74460" y="1237010"/>
            <a:ext cx="5480601" cy="4019107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F44503F3-73A1-4BA0-F49F-BBF212FD34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290" y="2236217"/>
            <a:ext cx="5332261" cy="3435813"/>
          </a:xfrm>
          <a:prstGeom prst="rect">
            <a:avLst/>
          </a:prstGeom>
        </p:spPr>
      </p:pic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A7C3F7AE-5DAD-8E1F-0B6B-3A024BC75343}"/>
              </a:ext>
            </a:extLst>
          </p:cNvPr>
          <p:cNvCxnSpPr>
            <a:cxnSpLocks/>
          </p:cNvCxnSpPr>
          <p:nvPr/>
        </p:nvCxnSpPr>
        <p:spPr>
          <a:xfrm>
            <a:off x="1321818" y="4365828"/>
            <a:ext cx="769006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>
            <a:extLst>
              <a:ext uri="{FF2B5EF4-FFF2-40B4-BE49-F238E27FC236}">
                <a16:creationId xmlns:a16="http://schemas.microsoft.com/office/drawing/2014/main" id="{8592D4B2-D3D9-D1D4-FC2C-31EF60DA834B}"/>
              </a:ext>
            </a:extLst>
          </p:cNvPr>
          <p:cNvSpPr/>
          <p:nvPr/>
        </p:nvSpPr>
        <p:spPr>
          <a:xfrm>
            <a:off x="1242074" y="4282133"/>
            <a:ext cx="159488" cy="15948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3" name="Título 1">
            <a:extLst>
              <a:ext uri="{FF2B5EF4-FFF2-40B4-BE49-F238E27FC236}">
                <a16:creationId xmlns:a16="http://schemas.microsoft.com/office/drawing/2014/main" id="{C4B93B2B-6780-CCAD-90CF-D32D42DFD971}"/>
              </a:ext>
            </a:extLst>
          </p:cNvPr>
          <p:cNvSpPr txBox="1">
            <a:spLocks/>
          </p:cNvSpPr>
          <p:nvPr/>
        </p:nvSpPr>
        <p:spPr>
          <a:xfrm>
            <a:off x="1122318" y="1933886"/>
            <a:ext cx="9144000" cy="22002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7A731F27-C4EA-D967-33A5-2513551FDEE3}"/>
              </a:ext>
            </a:extLst>
          </p:cNvPr>
          <p:cNvSpPr/>
          <p:nvPr/>
        </p:nvSpPr>
        <p:spPr>
          <a:xfrm>
            <a:off x="6194774" y="5971806"/>
            <a:ext cx="1623147" cy="319990"/>
          </a:xfrm>
          <a:prstGeom prst="roundRect">
            <a:avLst>
              <a:gd name="adj" fmla="val 42683"/>
            </a:avLst>
          </a:prstGeom>
          <a:solidFill>
            <a:schemeClr val="bg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AD875A6A-0BBC-4BA9-A55C-30D6465344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3156" y="368559"/>
            <a:ext cx="1505175" cy="598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311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9FDF6-386D-014D-8642-2FFFF19FF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4D804A94-1DCB-792B-F8E2-D3CD661AD778}"/>
              </a:ext>
            </a:extLst>
          </p:cNvPr>
          <p:cNvSpPr/>
          <p:nvPr/>
        </p:nvSpPr>
        <p:spPr>
          <a:xfrm>
            <a:off x="494567" y="1228737"/>
            <a:ext cx="3236495" cy="1515979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A2D8DA84-3EAC-6092-AA2A-493AD34D728E}"/>
              </a:ext>
            </a:extLst>
          </p:cNvPr>
          <p:cNvSpPr/>
          <p:nvPr/>
        </p:nvSpPr>
        <p:spPr>
          <a:xfrm>
            <a:off x="494568" y="1228738"/>
            <a:ext cx="3236495" cy="151597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dist="101600" dir="10740000" algn="t" rotWithShape="0">
              <a:srgbClr val="2E75B6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603E670F-9E67-6936-2218-1645FA6BB9D8}"/>
              </a:ext>
            </a:extLst>
          </p:cNvPr>
          <p:cNvSpPr txBox="1"/>
          <p:nvPr/>
        </p:nvSpPr>
        <p:spPr>
          <a:xfrm>
            <a:off x="849498" y="1312956"/>
            <a:ext cx="25266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MONITORIAS REALIZADAS 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17F1FD97-3205-E407-B875-2DE9F4F5F58C}"/>
              </a:ext>
            </a:extLst>
          </p:cNvPr>
          <p:cNvSpPr/>
          <p:nvPr/>
        </p:nvSpPr>
        <p:spPr>
          <a:xfrm>
            <a:off x="8383944" y="1228736"/>
            <a:ext cx="3236495" cy="1515979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32A0A0D7-9438-A0DD-FB46-36A858397DB3}"/>
              </a:ext>
            </a:extLst>
          </p:cNvPr>
          <p:cNvSpPr/>
          <p:nvPr/>
        </p:nvSpPr>
        <p:spPr>
          <a:xfrm>
            <a:off x="8388345" y="1227061"/>
            <a:ext cx="3236495" cy="151597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dist="101600" dir="10740000" algn="t" rotWithShape="0">
              <a:srgbClr val="00B05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B1D75F8C-4F92-C0F4-380E-D28EDF1FB0D9}"/>
              </a:ext>
            </a:extLst>
          </p:cNvPr>
          <p:cNvSpPr txBox="1"/>
          <p:nvPr/>
        </p:nvSpPr>
        <p:spPr>
          <a:xfrm>
            <a:off x="9020209" y="1367418"/>
            <a:ext cx="21492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FEEDBACKS  REALIZADOS 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575EF185-1DEB-0B19-41AE-579EED0C2D8B}"/>
              </a:ext>
            </a:extLst>
          </p:cNvPr>
          <p:cNvSpPr txBox="1"/>
          <p:nvPr/>
        </p:nvSpPr>
        <p:spPr>
          <a:xfrm>
            <a:off x="1165500" y="1452054"/>
            <a:ext cx="17237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447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2600B29F-ED08-93D2-08D6-BB4AD4F07A2A}"/>
              </a:ext>
            </a:extLst>
          </p:cNvPr>
          <p:cNvSpPr txBox="1"/>
          <p:nvPr/>
        </p:nvSpPr>
        <p:spPr>
          <a:xfrm>
            <a:off x="8416024" y="1483300"/>
            <a:ext cx="31603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407</a:t>
            </a:r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604DAC12-FA16-FB30-DBEB-DC4AC99AF109}"/>
              </a:ext>
            </a:extLst>
          </p:cNvPr>
          <p:cNvSpPr/>
          <p:nvPr/>
        </p:nvSpPr>
        <p:spPr>
          <a:xfrm>
            <a:off x="4239569" y="1228736"/>
            <a:ext cx="3236495" cy="1515979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C8F600D3-A7AC-A2F2-E190-20DD6F370CA7}"/>
              </a:ext>
            </a:extLst>
          </p:cNvPr>
          <p:cNvSpPr/>
          <p:nvPr/>
        </p:nvSpPr>
        <p:spPr>
          <a:xfrm>
            <a:off x="4239570" y="1228737"/>
            <a:ext cx="3236495" cy="151597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dist="101600" dir="10740000" algn="t" rotWithShape="0">
              <a:srgbClr val="00B05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B6B27095-7514-68EF-FA5D-265D8DF95654}"/>
              </a:ext>
            </a:extLst>
          </p:cNvPr>
          <p:cNvSpPr txBox="1"/>
          <p:nvPr/>
        </p:nvSpPr>
        <p:spPr>
          <a:xfrm>
            <a:off x="4917831" y="1312956"/>
            <a:ext cx="1811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MÉDIA  DO MÊS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0B4069B9-7540-3B88-FAD1-DE25A4C6C94C}"/>
              </a:ext>
            </a:extLst>
          </p:cNvPr>
          <p:cNvSpPr txBox="1"/>
          <p:nvPr/>
        </p:nvSpPr>
        <p:spPr>
          <a:xfrm>
            <a:off x="4239568" y="1463664"/>
            <a:ext cx="31603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72,13</a:t>
            </a:r>
            <a:endParaRPr lang="pt-BR" sz="60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078D6C19-6C87-73E0-10C4-D025A2D265EF}"/>
              </a:ext>
            </a:extLst>
          </p:cNvPr>
          <p:cNvSpPr txBox="1"/>
          <p:nvPr/>
        </p:nvSpPr>
        <p:spPr>
          <a:xfrm>
            <a:off x="4490655" y="2381513"/>
            <a:ext cx="26581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(Qualidade + Operação)</a:t>
            </a:r>
          </a:p>
        </p:txBody>
      </p:sp>
      <p:sp>
        <p:nvSpPr>
          <p:cNvPr id="43" name="Google Shape;2081;p50">
            <a:extLst>
              <a:ext uri="{FF2B5EF4-FFF2-40B4-BE49-F238E27FC236}">
                <a16:creationId xmlns:a16="http://schemas.microsoft.com/office/drawing/2014/main" id="{3FACE9C3-9EE2-6E33-22CC-A0EEFC96561F}"/>
              </a:ext>
            </a:extLst>
          </p:cNvPr>
          <p:cNvSpPr/>
          <p:nvPr/>
        </p:nvSpPr>
        <p:spPr>
          <a:xfrm>
            <a:off x="707013" y="1284920"/>
            <a:ext cx="179751" cy="284697"/>
          </a:xfrm>
          <a:custGeom>
            <a:avLst/>
            <a:gdLst/>
            <a:ahLst/>
            <a:cxnLst/>
            <a:rect l="l" t="t" r="r" b="b"/>
            <a:pathLst>
              <a:path w="7240" h="11467" extrusionOk="0">
                <a:moveTo>
                  <a:pt x="1048" y="346"/>
                </a:moveTo>
                <a:cubicBezTo>
                  <a:pt x="1156" y="346"/>
                  <a:pt x="1239" y="441"/>
                  <a:pt x="1239" y="537"/>
                </a:cubicBezTo>
                <a:cubicBezTo>
                  <a:pt x="1239" y="644"/>
                  <a:pt x="1156" y="727"/>
                  <a:pt x="1048" y="727"/>
                </a:cubicBezTo>
                <a:cubicBezTo>
                  <a:pt x="941" y="727"/>
                  <a:pt x="858" y="644"/>
                  <a:pt x="858" y="537"/>
                </a:cubicBezTo>
                <a:cubicBezTo>
                  <a:pt x="858" y="429"/>
                  <a:pt x="941" y="346"/>
                  <a:pt x="1048" y="346"/>
                </a:cubicBezTo>
                <a:close/>
                <a:moveTo>
                  <a:pt x="3549" y="1203"/>
                </a:moveTo>
                <a:lnTo>
                  <a:pt x="3906" y="1453"/>
                </a:lnTo>
                <a:lnTo>
                  <a:pt x="3549" y="1453"/>
                </a:lnTo>
                <a:lnTo>
                  <a:pt x="3549" y="1203"/>
                </a:lnTo>
                <a:close/>
                <a:moveTo>
                  <a:pt x="6883" y="1060"/>
                </a:moveTo>
                <a:lnTo>
                  <a:pt x="6883" y="1072"/>
                </a:lnTo>
                <a:lnTo>
                  <a:pt x="6097" y="2799"/>
                </a:lnTo>
                <a:cubicBezTo>
                  <a:pt x="6085" y="2846"/>
                  <a:pt x="6085" y="2894"/>
                  <a:pt x="6097" y="2942"/>
                </a:cubicBezTo>
                <a:lnTo>
                  <a:pt x="6883" y="4680"/>
                </a:lnTo>
                <a:lnTo>
                  <a:pt x="4620" y="4680"/>
                </a:lnTo>
                <a:lnTo>
                  <a:pt x="4620" y="1608"/>
                </a:lnTo>
                <a:cubicBezTo>
                  <a:pt x="4620" y="1549"/>
                  <a:pt x="4597" y="1501"/>
                  <a:pt x="4549" y="1477"/>
                </a:cubicBezTo>
                <a:lnTo>
                  <a:pt x="3942" y="1060"/>
                </a:lnTo>
                <a:close/>
                <a:moveTo>
                  <a:pt x="6883" y="4680"/>
                </a:moveTo>
                <a:cubicBezTo>
                  <a:pt x="6883" y="4686"/>
                  <a:pt x="6880" y="4689"/>
                  <a:pt x="6878" y="4689"/>
                </a:cubicBezTo>
                <a:cubicBezTo>
                  <a:pt x="6877" y="4689"/>
                  <a:pt x="6877" y="4686"/>
                  <a:pt x="6883" y="4680"/>
                </a:cubicBezTo>
                <a:close/>
                <a:moveTo>
                  <a:pt x="4299" y="1787"/>
                </a:moveTo>
                <a:lnTo>
                  <a:pt x="4299" y="5394"/>
                </a:lnTo>
                <a:lnTo>
                  <a:pt x="1941" y="5406"/>
                </a:lnTo>
                <a:lnTo>
                  <a:pt x="1941" y="2692"/>
                </a:lnTo>
                <a:cubicBezTo>
                  <a:pt x="1941" y="2608"/>
                  <a:pt x="1870" y="2537"/>
                  <a:pt x="1787" y="2537"/>
                </a:cubicBezTo>
                <a:cubicBezTo>
                  <a:pt x="1691" y="2537"/>
                  <a:pt x="1620" y="2608"/>
                  <a:pt x="1620" y="2692"/>
                </a:cubicBezTo>
                <a:lnTo>
                  <a:pt x="1620" y="5406"/>
                </a:lnTo>
                <a:lnTo>
                  <a:pt x="1227" y="5406"/>
                </a:lnTo>
                <a:lnTo>
                  <a:pt x="1227" y="1787"/>
                </a:lnTo>
                <a:lnTo>
                  <a:pt x="1620" y="1787"/>
                </a:lnTo>
                <a:lnTo>
                  <a:pt x="1620" y="1989"/>
                </a:lnTo>
                <a:cubicBezTo>
                  <a:pt x="1620" y="2072"/>
                  <a:pt x="1691" y="2144"/>
                  <a:pt x="1787" y="2144"/>
                </a:cubicBezTo>
                <a:cubicBezTo>
                  <a:pt x="1870" y="2144"/>
                  <a:pt x="1941" y="2072"/>
                  <a:pt x="1941" y="1989"/>
                </a:cubicBezTo>
                <a:lnTo>
                  <a:pt x="1941" y="1787"/>
                </a:lnTo>
                <a:close/>
                <a:moveTo>
                  <a:pt x="1584" y="10764"/>
                </a:moveTo>
                <a:cubicBezTo>
                  <a:pt x="1691" y="10764"/>
                  <a:pt x="1787" y="10859"/>
                  <a:pt x="1787" y="10954"/>
                </a:cubicBezTo>
                <a:lnTo>
                  <a:pt x="1787" y="11145"/>
                </a:lnTo>
                <a:lnTo>
                  <a:pt x="322" y="11145"/>
                </a:lnTo>
                <a:lnTo>
                  <a:pt x="322" y="10954"/>
                </a:lnTo>
                <a:cubicBezTo>
                  <a:pt x="322" y="10847"/>
                  <a:pt x="417" y="10764"/>
                  <a:pt x="513" y="10764"/>
                </a:cubicBezTo>
                <a:close/>
                <a:moveTo>
                  <a:pt x="1048" y="1"/>
                </a:moveTo>
                <a:cubicBezTo>
                  <a:pt x="775" y="1"/>
                  <a:pt x="536" y="239"/>
                  <a:pt x="536" y="525"/>
                </a:cubicBezTo>
                <a:cubicBezTo>
                  <a:pt x="536" y="763"/>
                  <a:pt x="679" y="953"/>
                  <a:pt x="894" y="1037"/>
                </a:cubicBezTo>
                <a:lnTo>
                  <a:pt x="894" y="10419"/>
                </a:lnTo>
                <a:lnTo>
                  <a:pt x="513" y="10419"/>
                </a:lnTo>
                <a:cubicBezTo>
                  <a:pt x="215" y="10419"/>
                  <a:pt x="1" y="10657"/>
                  <a:pt x="1" y="10943"/>
                </a:cubicBezTo>
                <a:lnTo>
                  <a:pt x="1" y="11300"/>
                </a:lnTo>
                <a:cubicBezTo>
                  <a:pt x="1" y="11395"/>
                  <a:pt x="72" y="11466"/>
                  <a:pt x="155" y="11466"/>
                </a:cubicBezTo>
                <a:lnTo>
                  <a:pt x="1965" y="11466"/>
                </a:lnTo>
                <a:cubicBezTo>
                  <a:pt x="2049" y="11466"/>
                  <a:pt x="2120" y="11395"/>
                  <a:pt x="2120" y="11300"/>
                </a:cubicBezTo>
                <a:lnTo>
                  <a:pt x="2120" y="10943"/>
                </a:lnTo>
                <a:cubicBezTo>
                  <a:pt x="2120" y="10645"/>
                  <a:pt x="1882" y="10419"/>
                  <a:pt x="1608" y="10419"/>
                </a:cubicBezTo>
                <a:lnTo>
                  <a:pt x="1227" y="10419"/>
                </a:lnTo>
                <a:lnTo>
                  <a:pt x="1227" y="5740"/>
                </a:lnTo>
                <a:lnTo>
                  <a:pt x="4299" y="5740"/>
                </a:lnTo>
                <a:cubicBezTo>
                  <a:pt x="4489" y="5740"/>
                  <a:pt x="4632" y="5585"/>
                  <a:pt x="4632" y="5394"/>
                </a:cubicBezTo>
                <a:lnTo>
                  <a:pt x="4632" y="5025"/>
                </a:lnTo>
                <a:lnTo>
                  <a:pt x="6883" y="5025"/>
                </a:lnTo>
                <a:cubicBezTo>
                  <a:pt x="7002" y="5025"/>
                  <a:pt x="7109" y="4966"/>
                  <a:pt x="7180" y="4859"/>
                </a:cubicBezTo>
                <a:cubicBezTo>
                  <a:pt x="7228" y="4763"/>
                  <a:pt x="7240" y="4632"/>
                  <a:pt x="7180" y="4525"/>
                </a:cubicBezTo>
                <a:lnTo>
                  <a:pt x="6442" y="2882"/>
                </a:lnTo>
                <a:lnTo>
                  <a:pt x="7180" y="1227"/>
                </a:lnTo>
                <a:cubicBezTo>
                  <a:pt x="7228" y="1120"/>
                  <a:pt x="7228" y="989"/>
                  <a:pt x="7156" y="894"/>
                </a:cubicBezTo>
                <a:cubicBezTo>
                  <a:pt x="7097" y="787"/>
                  <a:pt x="6978" y="727"/>
                  <a:pt x="6859" y="727"/>
                </a:cubicBezTo>
                <a:lnTo>
                  <a:pt x="3358" y="727"/>
                </a:lnTo>
                <a:cubicBezTo>
                  <a:pt x="3275" y="727"/>
                  <a:pt x="3192" y="810"/>
                  <a:pt x="3192" y="894"/>
                </a:cubicBezTo>
                <a:lnTo>
                  <a:pt x="3192" y="1453"/>
                </a:lnTo>
                <a:lnTo>
                  <a:pt x="1215" y="1453"/>
                </a:lnTo>
                <a:lnTo>
                  <a:pt x="1215" y="1037"/>
                </a:lnTo>
                <a:cubicBezTo>
                  <a:pt x="1429" y="953"/>
                  <a:pt x="1572" y="763"/>
                  <a:pt x="1572" y="525"/>
                </a:cubicBezTo>
                <a:cubicBezTo>
                  <a:pt x="1572" y="227"/>
                  <a:pt x="1334" y="1"/>
                  <a:pt x="1048" y="1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" name="Google Shape;2561;p51">
            <a:extLst>
              <a:ext uri="{FF2B5EF4-FFF2-40B4-BE49-F238E27FC236}">
                <a16:creationId xmlns:a16="http://schemas.microsoft.com/office/drawing/2014/main" id="{9D5AA3CE-24A7-96AA-F50D-05D0604AAFCA}"/>
              </a:ext>
            </a:extLst>
          </p:cNvPr>
          <p:cNvGrpSpPr/>
          <p:nvPr/>
        </p:nvGrpSpPr>
        <p:grpSpPr>
          <a:xfrm>
            <a:off x="4556615" y="1355074"/>
            <a:ext cx="230870" cy="230118"/>
            <a:chOff x="852385" y="1510916"/>
            <a:chExt cx="353145" cy="351998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63" name="Google Shape;2562;p51">
              <a:extLst>
                <a:ext uri="{FF2B5EF4-FFF2-40B4-BE49-F238E27FC236}">
                  <a16:creationId xmlns:a16="http://schemas.microsoft.com/office/drawing/2014/main" id="{5B8B89EC-B5BA-50EB-7810-E7201BCA1E27}"/>
                </a:ext>
              </a:extLst>
            </p:cNvPr>
            <p:cNvSpPr/>
            <p:nvPr/>
          </p:nvSpPr>
          <p:spPr>
            <a:xfrm>
              <a:off x="852385" y="1510916"/>
              <a:ext cx="353145" cy="187785"/>
            </a:xfrm>
            <a:custGeom>
              <a:avLst/>
              <a:gdLst/>
              <a:ahLst/>
              <a:cxnLst/>
              <a:rect l="l" t="t" r="r" b="b"/>
              <a:pathLst>
                <a:path w="11086" h="5895" extrusionOk="0">
                  <a:moveTo>
                    <a:pt x="6145" y="334"/>
                  </a:moveTo>
                  <a:lnTo>
                    <a:pt x="6145" y="703"/>
                  </a:lnTo>
                  <a:lnTo>
                    <a:pt x="4942" y="703"/>
                  </a:lnTo>
                  <a:lnTo>
                    <a:pt x="4942" y="334"/>
                  </a:lnTo>
                  <a:close/>
                  <a:moveTo>
                    <a:pt x="10764" y="1025"/>
                  </a:moveTo>
                  <a:lnTo>
                    <a:pt x="10764" y="1596"/>
                  </a:lnTo>
                  <a:lnTo>
                    <a:pt x="346" y="1596"/>
                  </a:lnTo>
                  <a:lnTo>
                    <a:pt x="346" y="1025"/>
                  </a:lnTo>
                  <a:close/>
                  <a:moveTo>
                    <a:pt x="4775" y="1"/>
                  </a:moveTo>
                  <a:cubicBezTo>
                    <a:pt x="4692" y="1"/>
                    <a:pt x="4621" y="84"/>
                    <a:pt x="4621" y="167"/>
                  </a:cubicBezTo>
                  <a:lnTo>
                    <a:pt x="4621" y="703"/>
                  </a:lnTo>
                  <a:lnTo>
                    <a:pt x="168" y="703"/>
                  </a:lnTo>
                  <a:cubicBezTo>
                    <a:pt x="72" y="703"/>
                    <a:pt x="1" y="775"/>
                    <a:pt x="1" y="870"/>
                  </a:cubicBezTo>
                  <a:lnTo>
                    <a:pt x="1" y="1751"/>
                  </a:lnTo>
                  <a:cubicBezTo>
                    <a:pt x="1" y="1834"/>
                    <a:pt x="72" y="1906"/>
                    <a:pt x="168" y="1906"/>
                  </a:cubicBezTo>
                  <a:lnTo>
                    <a:pt x="656" y="1906"/>
                  </a:lnTo>
                  <a:lnTo>
                    <a:pt x="656" y="2620"/>
                  </a:lnTo>
                  <a:cubicBezTo>
                    <a:pt x="656" y="2715"/>
                    <a:pt x="727" y="2787"/>
                    <a:pt x="822" y="2787"/>
                  </a:cubicBezTo>
                  <a:cubicBezTo>
                    <a:pt x="906" y="2787"/>
                    <a:pt x="989" y="2715"/>
                    <a:pt x="989" y="2620"/>
                  </a:cubicBezTo>
                  <a:lnTo>
                    <a:pt x="989" y="1906"/>
                  </a:lnTo>
                  <a:lnTo>
                    <a:pt x="10109" y="1906"/>
                  </a:lnTo>
                  <a:lnTo>
                    <a:pt x="10109" y="5740"/>
                  </a:lnTo>
                  <a:cubicBezTo>
                    <a:pt x="10109" y="5823"/>
                    <a:pt x="10181" y="5894"/>
                    <a:pt x="10276" y="5894"/>
                  </a:cubicBezTo>
                  <a:cubicBezTo>
                    <a:pt x="10359" y="5894"/>
                    <a:pt x="10431" y="5823"/>
                    <a:pt x="10431" y="5740"/>
                  </a:cubicBezTo>
                  <a:lnTo>
                    <a:pt x="10431" y="1918"/>
                  </a:lnTo>
                  <a:lnTo>
                    <a:pt x="10931" y="1918"/>
                  </a:lnTo>
                  <a:cubicBezTo>
                    <a:pt x="11014" y="1918"/>
                    <a:pt x="11086" y="1846"/>
                    <a:pt x="11086" y="1763"/>
                  </a:cubicBezTo>
                  <a:lnTo>
                    <a:pt x="11086" y="882"/>
                  </a:lnTo>
                  <a:cubicBezTo>
                    <a:pt x="11086" y="775"/>
                    <a:pt x="11014" y="703"/>
                    <a:pt x="10931" y="703"/>
                  </a:cubicBezTo>
                  <a:lnTo>
                    <a:pt x="6478" y="703"/>
                  </a:lnTo>
                  <a:lnTo>
                    <a:pt x="6478" y="167"/>
                  </a:lnTo>
                  <a:cubicBezTo>
                    <a:pt x="6478" y="84"/>
                    <a:pt x="6406" y="1"/>
                    <a:pt x="63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2563;p51">
              <a:extLst>
                <a:ext uri="{FF2B5EF4-FFF2-40B4-BE49-F238E27FC236}">
                  <a16:creationId xmlns:a16="http://schemas.microsoft.com/office/drawing/2014/main" id="{650B4EEA-397B-E257-5FEC-F7B60E43F713}"/>
                </a:ext>
              </a:extLst>
            </p:cNvPr>
            <p:cNvSpPr/>
            <p:nvPr/>
          </p:nvSpPr>
          <p:spPr>
            <a:xfrm>
              <a:off x="852385" y="1609921"/>
              <a:ext cx="353145" cy="252992"/>
            </a:xfrm>
            <a:custGeom>
              <a:avLst/>
              <a:gdLst/>
              <a:ahLst/>
              <a:cxnLst/>
              <a:rect l="l" t="t" r="r" b="b"/>
              <a:pathLst>
                <a:path w="11086" h="7942" extrusionOk="0">
                  <a:moveTo>
                    <a:pt x="10764" y="4382"/>
                  </a:moveTo>
                  <a:lnTo>
                    <a:pt x="10764" y="4953"/>
                  </a:lnTo>
                  <a:lnTo>
                    <a:pt x="346" y="4953"/>
                  </a:lnTo>
                  <a:lnTo>
                    <a:pt x="346" y="4382"/>
                  </a:lnTo>
                  <a:close/>
                  <a:moveTo>
                    <a:pt x="6406" y="5275"/>
                  </a:moveTo>
                  <a:lnTo>
                    <a:pt x="6895" y="6168"/>
                  </a:lnTo>
                  <a:lnTo>
                    <a:pt x="4228" y="6168"/>
                  </a:lnTo>
                  <a:lnTo>
                    <a:pt x="4716" y="5275"/>
                  </a:lnTo>
                  <a:close/>
                  <a:moveTo>
                    <a:pt x="4335" y="5275"/>
                  </a:moveTo>
                  <a:lnTo>
                    <a:pt x="3049" y="7608"/>
                  </a:lnTo>
                  <a:lnTo>
                    <a:pt x="2573" y="7608"/>
                  </a:lnTo>
                  <a:lnTo>
                    <a:pt x="3859" y="5275"/>
                  </a:lnTo>
                  <a:close/>
                  <a:moveTo>
                    <a:pt x="7240" y="5275"/>
                  </a:moveTo>
                  <a:lnTo>
                    <a:pt x="8514" y="7608"/>
                  </a:lnTo>
                  <a:lnTo>
                    <a:pt x="8038" y="7608"/>
                  </a:lnTo>
                  <a:lnTo>
                    <a:pt x="6764" y="5275"/>
                  </a:lnTo>
                  <a:close/>
                  <a:moveTo>
                    <a:pt x="822" y="0"/>
                  </a:moveTo>
                  <a:cubicBezTo>
                    <a:pt x="727" y="0"/>
                    <a:pt x="656" y="84"/>
                    <a:pt x="656" y="167"/>
                  </a:cubicBezTo>
                  <a:lnTo>
                    <a:pt x="656" y="4072"/>
                  </a:lnTo>
                  <a:lnTo>
                    <a:pt x="168" y="4072"/>
                  </a:lnTo>
                  <a:cubicBezTo>
                    <a:pt x="72" y="4072"/>
                    <a:pt x="1" y="4144"/>
                    <a:pt x="1" y="4239"/>
                  </a:cubicBezTo>
                  <a:lnTo>
                    <a:pt x="1" y="5108"/>
                  </a:lnTo>
                  <a:cubicBezTo>
                    <a:pt x="1" y="5203"/>
                    <a:pt x="72" y="5275"/>
                    <a:pt x="168" y="5275"/>
                  </a:cubicBezTo>
                  <a:lnTo>
                    <a:pt x="3489" y="5275"/>
                  </a:lnTo>
                  <a:lnTo>
                    <a:pt x="2144" y="7704"/>
                  </a:lnTo>
                  <a:cubicBezTo>
                    <a:pt x="2120" y="7751"/>
                    <a:pt x="2120" y="7811"/>
                    <a:pt x="2144" y="7870"/>
                  </a:cubicBezTo>
                  <a:cubicBezTo>
                    <a:pt x="2180" y="7906"/>
                    <a:pt x="2239" y="7942"/>
                    <a:pt x="2275" y="7942"/>
                  </a:cubicBezTo>
                  <a:lnTo>
                    <a:pt x="3132" y="7942"/>
                  </a:lnTo>
                  <a:cubicBezTo>
                    <a:pt x="3192" y="7942"/>
                    <a:pt x="3251" y="7906"/>
                    <a:pt x="3275" y="7846"/>
                  </a:cubicBezTo>
                  <a:lnTo>
                    <a:pt x="3644" y="7168"/>
                  </a:lnTo>
                  <a:lnTo>
                    <a:pt x="4644" y="7168"/>
                  </a:lnTo>
                  <a:cubicBezTo>
                    <a:pt x="4728" y="7168"/>
                    <a:pt x="4811" y="7096"/>
                    <a:pt x="4811" y="7001"/>
                  </a:cubicBezTo>
                  <a:cubicBezTo>
                    <a:pt x="4811" y="6906"/>
                    <a:pt x="4728" y="6834"/>
                    <a:pt x="4644" y="6834"/>
                  </a:cubicBezTo>
                  <a:lnTo>
                    <a:pt x="3823" y="6834"/>
                  </a:lnTo>
                  <a:lnTo>
                    <a:pt x="4037" y="6465"/>
                  </a:lnTo>
                  <a:lnTo>
                    <a:pt x="7061" y="6465"/>
                  </a:lnTo>
                  <a:lnTo>
                    <a:pt x="7252" y="6834"/>
                  </a:lnTo>
                  <a:lnTo>
                    <a:pt x="5299" y="6834"/>
                  </a:lnTo>
                  <a:cubicBezTo>
                    <a:pt x="5216" y="6834"/>
                    <a:pt x="5133" y="6906"/>
                    <a:pt x="5133" y="7001"/>
                  </a:cubicBezTo>
                  <a:cubicBezTo>
                    <a:pt x="5133" y="7096"/>
                    <a:pt x="5216" y="7168"/>
                    <a:pt x="5299" y="7168"/>
                  </a:cubicBezTo>
                  <a:lnTo>
                    <a:pt x="7430" y="7168"/>
                  </a:lnTo>
                  <a:lnTo>
                    <a:pt x="7800" y="7846"/>
                  </a:lnTo>
                  <a:cubicBezTo>
                    <a:pt x="7835" y="7894"/>
                    <a:pt x="7895" y="7942"/>
                    <a:pt x="7954" y="7942"/>
                  </a:cubicBezTo>
                  <a:lnTo>
                    <a:pt x="8800" y="7942"/>
                  </a:lnTo>
                  <a:cubicBezTo>
                    <a:pt x="8859" y="7942"/>
                    <a:pt x="8907" y="7906"/>
                    <a:pt x="8931" y="7870"/>
                  </a:cubicBezTo>
                  <a:cubicBezTo>
                    <a:pt x="8966" y="7823"/>
                    <a:pt x="8966" y="7763"/>
                    <a:pt x="8931" y="7704"/>
                  </a:cubicBezTo>
                  <a:lnTo>
                    <a:pt x="7597" y="5275"/>
                  </a:lnTo>
                  <a:lnTo>
                    <a:pt x="10931" y="5275"/>
                  </a:lnTo>
                  <a:cubicBezTo>
                    <a:pt x="11014" y="5275"/>
                    <a:pt x="11086" y="5203"/>
                    <a:pt x="11086" y="5108"/>
                  </a:cubicBezTo>
                  <a:lnTo>
                    <a:pt x="11086" y="4239"/>
                  </a:lnTo>
                  <a:cubicBezTo>
                    <a:pt x="11086" y="4144"/>
                    <a:pt x="11014" y="4072"/>
                    <a:pt x="10931" y="4072"/>
                  </a:cubicBezTo>
                  <a:lnTo>
                    <a:pt x="10431" y="4072"/>
                  </a:lnTo>
                  <a:lnTo>
                    <a:pt x="10431" y="3263"/>
                  </a:lnTo>
                  <a:cubicBezTo>
                    <a:pt x="10431" y="3179"/>
                    <a:pt x="10359" y="3108"/>
                    <a:pt x="10276" y="3108"/>
                  </a:cubicBezTo>
                  <a:cubicBezTo>
                    <a:pt x="10181" y="3108"/>
                    <a:pt x="10109" y="3179"/>
                    <a:pt x="10109" y="3263"/>
                  </a:cubicBezTo>
                  <a:lnTo>
                    <a:pt x="10109" y="4072"/>
                  </a:lnTo>
                  <a:lnTo>
                    <a:pt x="989" y="4072"/>
                  </a:lnTo>
                  <a:lnTo>
                    <a:pt x="989" y="167"/>
                  </a:lnTo>
                  <a:cubicBezTo>
                    <a:pt x="989" y="84"/>
                    <a:pt x="906" y="0"/>
                    <a:pt x="8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2564;p51">
              <a:extLst>
                <a:ext uri="{FF2B5EF4-FFF2-40B4-BE49-F238E27FC236}">
                  <a16:creationId xmlns:a16="http://schemas.microsoft.com/office/drawing/2014/main" id="{FAB68D19-7D97-FC2A-3998-DB1053C4E17A}"/>
                </a:ext>
              </a:extLst>
            </p:cNvPr>
            <p:cNvSpPr/>
            <p:nvPr/>
          </p:nvSpPr>
          <p:spPr>
            <a:xfrm>
              <a:off x="928264" y="1584501"/>
              <a:ext cx="198775" cy="140735"/>
            </a:xfrm>
            <a:custGeom>
              <a:avLst/>
              <a:gdLst/>
              <a:ahLst/>
              <a:cxnLst/>
              <a:rect l="l" t="t" r="r" b="b"/>
              <a:pathLst>
                <a:path w="6240" h="4418" extrusionOk="0">
                  <a:moveTo>
                    <a:pt x="5608" y="322"/>
                  </a:moveTo>
                  <a:cubicBezTo>
                    <a:pt x="5787" y="322"/>
                    <a:pt x="5929" y="465"/>
                    <a:pt x="5929" y="643"/>
                  </a:cubicBezTo>
                  <a:cubicBezTo>
                    <a:pt x="5929" y="798"/>
                    <a:pt x="5775" y="953"/>
                    <a:pt x="5608" y="953"/>
                  </a:cubicBezTo>
                  <a:cubicBezTo>
                    <a:pt x="5453" y="953"/>
                    <a:pt x="5298" y="822"/>
                    <a:pt x="5298" y="643"/>
                  </a:cubicBezTo>
                  <a:cubicBezTo>
                    <a:pt x="5298" y="477"/>
                    <a:pt x="5429" y="322"/>
                    <a:pt x="5608" y="322"/>
                  </a:cubicBezTo>
                  <a:close/>
                  <a:moveTo>
                    <a:pt x="2131" y="1334"/>
                  </a:moveTo>
                  <a:cubicBezTo>
                    <a:pt x="2310" y="1334"/>
                    <a:pt x="2441" y="1477"/>
                    <a:pt x="2441" y="1656"/>
                  </a:cubicBezTo>
                  <a:cubicBezTo>
                    <a:pt x="2441" y="1834"/>
                    <a:pt x="2310" y="1965"/>
                    <a:pt x="2131" y="1965"/>
                  </a:cubicBezTo>
                  <a:cubicBezTo>
                    <a:pt x="1965" y="1965"/>
                    <a:pt x="1822" y="1834"/>
                    <a:pt x="1822" y="1656"/>
                  </a:cubicBezTo>
                  <a:cubicBezTo>
                    <a:pt x="1822" y="1489"/>
                    <a:pt x="1953" y="1334"/>
                    <a:pt x="2131" y="1334"/>
                  </a:cubicBezTo>
                  <a:close/>
                  <a:moveTo>
                    <a:pt x="4036" y="2429"/>
                  </a:moveTo>
                  <a:cubicBezTo>
                    <a:pt x="4215" y="2429"/>
                    <a:pt x="4346" y="2560"/>
                    <a:pt x="4346" y="2739"/>
                  </a:cubicBezTo>
                  <a:cubicBezTo>
                    <a:pt x="4346" y="2918"/>
                    <a:pt x="4203" y="3049"/>
                    <a:pt x="4036" y="3049"/>
                  </a:cubicBezTo>
                  <a:cubicBezTo>
                    <a:pt x="3870" y="3049"/>
                    <a:pt x="3727" y="2918"/>
                    <a:pt x="3727" y="2739"/>
                  </a:cubicBezTo>
                  <a:cubicBezTo>
                    <a:pt x="3727" y="2572"/>
                    <a:pt x="3858" y="2429"/>
                    <a:pt x="4036" y="2429"/>
                  </a:cubicBezTo>
                  <a:close/>
                  <a:moveTo>
                    <a:pt x="595" y="3501"/>
                  </a:moveTo>
                  <a:cubicBezTo>
                    <a:pt x="774" y="3501"/>
                    <a:pt x="905" y="3632"/>
                    <a:pt x="905" y="3811"/>
                  </a:cubicBezTo>
                  <a:cubicBezTo>
                    <a:pt x="905" y="3989"/>
                    <a:pt x="762" y="4120"/>
                    <a:pt x="595" y="4120"/>
                  </a:cubicBezTo>
                  <a:cubicBezTo>
                    <a:pt x="429" y="4120"/>
                    <a:pt x="286" y="3989"/>
                    <a:pt x="286" y="3811"/>
                  </a:cubicBezTo>
                  <a:cubicBezTo>
                    <a:pt x="286" y="3644"/>
                    <a:pt x="417" y="3501"/>
                    <a:pt x="595" y="3501"/>
                  </a:cubicBezTo>
                  <a:close/>
                  <a:moveTo>
                    <a:pt x="5608" y="1"/>
                  </a:moveTo>
                  <a:cubicBezTo>
                    <a:pt x="5275" y="1"/>
                    <a:pt x="4989" y="286"/>
                    <a:pt x="4989" y="632"/>
                  </a:cubicBezTo>
                  <a:cubicBezTo>
                    <a:pt x="4989" y="786"/>
                    <a:pt x="5048" y="941"/>
                    <a:pt x="5156" y="1048"/>
                  </a:cubicBezTo>
                  <a:lnTo>
                    <a:pt x="4239" y="2132"/>
                  </a:lnTo>
                  <a:cubicBezTo>
                    <a:pt x="4179" y="2120"/>
                    <a:pt x="4108" y="2096"/>
                    <a:pt x="4048" y="2096"/>
                  </a:cubicBezTo>
                  <a:cubicBezTo>
                    <a:pt x="3858" y="2096"/>
                    <a:pt x="3679" y="2191"/>
                    <a:pt x="3560" y="2334"/>
                  </a:cubicBezTo>
                  <a:lnTo>
                    <a:pt x="2739" y="1882"/>
                  </a:lnTo>
                  <a:cubicBezTo>
                    <a:pt x="2774" y="1798"/>
                    <a:pt x="2786" y="1727"/>
                    <a:pt x="2786" y="1656"/>
                  </a:cubicBezTo>
                  <a:cubicBezTo>
                    <a:pt x="2786" y="1310"/>
                    <a:pt x="2500" y="1024"/>
                    <a:pt x="2155" y="1024"/>
                  </a:cubicBezTo>
                  <a:cubicBezTo>
                    <a:pt x="1822" y="1024"/>
                    <a:pt x="1536" y="1310"/>
                    <a:pt x="1536" y="1656"/>
                  </a:cubicBezTo>
                  <a:cubicBezTo>
                    <a:pt x="1536" y="1822"/>
                    <a:pt x="1596" y="1953"/>
                    <a:pt x="1703" y="2072"/>
                  </a:cubicBezTo>
                  <a:lnTo>
                    <a:pt x="834" y="3203"/>
                  </a:lnTo>
                  <a:cubicBezTo>
                    <a:pt x="774" y="3191"/>
                    <a:pt x="703" y="3168"/>
                    <a:pt x="631" y="3168"/>
                  </a:cubicBezTo>
                  <a:cubicBezTo>
                    <a:pt x="286" y="3168"/>
                    <a:pt x="0" y="3453"/>
                    <a:pt x="0" y="3799"/>
                  </a:cubicBezTo>
                  <a:cubicBezTo>
                    <a:pt x="0" y="4144"/>
                    <a:pt x="286" y="4418"/>
                    <a:pt x="631" y="4418"/>
                  </a:cubicBezTo>
                  <a:cubicBezTo>
                    <a:pt x="965" y="4418"/>
                    <a:pt x="1250" y="4144"/>
                    <a:pt x="1250" y="3799"/>
                  </a:cubicBezTo>
                  <a:cubicBezTo>
                    <a:pt x="1250" y="3632"/>
                    <a:pt x="1191" y="3501"/>
                    <a:pt x="1084" y="3382"/>
                  </a:cubicBezTo>
                  <a:lnTo>
                    <a:pt x="1953" y="2251"/>
                  </a:lnTo>
                  <a:cubicBezTo>
                    <a:pt x="2012" y="2263"/>
                    <a:pt x="2084" y="2275"/>
                    <a:pt x="2155" y="2275"/>
                  </a:cubicBezTo>
                  <a:cubicBezTo>
                    <a:pt x="2310" y="2275"/>
                    <a:pt x="2441" y="2215"/>
                    <a:pt x="2560" y="2144"/>
                  </a:cubicBezTo>
                  <a:lnTo>
                    <a:pt x="3441" y="2632"/>
                  </a:lnTo>
                  <a:cubicBezTo>
                    <a:pt x="3441" y="2668"/>
                    <a:pt x="3429" y="2691"/>
                    <a:pt x="3429" y="2739"/>
                  </a:cubicBezTo>
                  <a:cubicBezTo>
                    <a:pt x="3429" y="3084"/>
                    <a:pt x="3703" y="3370"/>
                    <a:pt x="4048" y="3370"/>
                  </a:cubicBezTo>
                  <a:cubicBezTo>
                    <a:pt x="4394" y="3370"/>
                    <a:pt x="4679" y="3084"/>
                    <a:pt x="4679" y="2739"/>
                  </a:cubicBezTo>
                  <a:cubicBezTo>
                    <a:pt x="4679" y="2572"/>
                    <a:pt x="4620" y="2429"/>
                    <a:pt x="4513" y="2322"/>
                  </a:cubicBezTo>
                  <a:lnTo>
                    <a:pt x="5418" y="1239"/>
                  </a:lnTo>
                  <a:cubicBezTo>
                    <a:pt x="5477" y="1251"/>
                    <a:pt x="5548" y="1263"/>
                    <a:pt x="5608" y="1263"/>
                  </a:cubicBezTo>
                  <a:cubicBezTo>
                    <a:pt x="5953" y="1263"/>
                    <a:pt x="6239" y="989"/>
                    <a:pt x="6239" y="643"/>
                  </a:cubicBezTo>
                  <a:cubicBezTo>
                    <a:pt x="6239" y="286"/>
                    <a:pt x="5953" y="1"/>
                    <a:pt x="56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" name="Google Shape;3637;p53">
            <a:extLst>
              <a:ext uri="{FF2B5EF4-FFF2-40B4-BE49-F238E27FC236}">
                <a16:creationId xmlns:a16="http://schemas.microsoft.com/office/drawing/2014/main" id="{FBBC2808-F11F-8856-76D9-6B3A4D179211}"/>
              </a:ext>
            </a:extLst>
          </p:cNvPr>
          <p:cNvGrpSpPr/>
          <p:nvPr/>
        </p:nvGrpSpPr>
        <p:grpSpPr>
          <a:xfrm>
            <a:off x="8638937" y="1363957"/>
            <a:ext cx="286642" cy="288164"/>
            <a:chOff x="7098912" y="1969392"/>
            <a:chExt cx="359651" cy="361560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67" name="Google Shape;3638;p53">
              <a:extLst>
                <a:ext uri="{FF2B5EF4-FFF2-40B4-BE49-F238E27FC236}">
                  <a16:creationId xmlns:a16="http://schemas.microsoft.com/office/drawing/2014/main" id="{F9057E75-A0E1-6E33-3C04-9721A93BC24D}"/>
                </a:ext>
              </a:extLst>
            </p:cNvPr>
            <p:cNvSpPr/>
            <p:nvPr/>
          </p:nvSpPr>
          <p:spPr>
            <a:xfrm>
              <a:off x="7098912" y="2127607"/>
              <a:ext cx="134567" cy="202582"/>
            </a:xfrm>
            <a:custGeom>
              <a:avLst/>
              <a:gdLst/>
              <a:ahLst/>
              <a:cxnLst/>
              <a:rect l="l" t="t" r="r" b="b"/>
              <a:pathLst>
                <a:path w="4228" h="6365" extrusionOk="0">
                  <a:moveTo>
                    <a:pt x="2108" y="331"/>
                  </a:moveTo>
                  <a:cubicBezTo>
                    <a:pt x="2153" y="331"/>
                    <a:pt x="2198" y="334"/>
                    <a:pt x="2239" y="340"/>
                  </a:cubicBezTo>
                  <a:cubicBezTo>
                    <a:pt x="2978" y="399"/>
                    <a:pt x="3537" y="1042"/>
                    <a:pt x="3537" y="1780"/>
                  </a:cubicBezTo>
                  <a:cubicBezTo>
                    <a:pt x="3537" y="2483"/>
                    <a:pt x="3704" y="3138"/>
                    <a:pt x="3847" y="3483"/>
                  </a:cubicBezTo>
                  <a:lnTo>
                    <a:pt x="3847" y="3495"/>
                  </a:lnTo>
                  <a:cubicBezTo>
                    <a:pt x="3656" y="3602"/>
                    <a:pt x="3335" y="3793"/>
                    <a:pt x="2787" y="3912"/>
                  </a:cubicBezTo>
                  <a:lnTo>
                    <a:pt x="2787" y="3864"/>
                  </a:lnTo>
                  <a:lnTo>
                    <a:pt x="2787" y="3531"/>
                  </a:lnTo>
                  <a:cubicBezTo>
                    <a:pt x="3001" y="3412"/>
                    <a:pt x="3180" y="3233"/>
                    <a:pt x="3299" y="3007"/>
                  </a:cubicBezTo>
                  <a:cubicBezTo>
                    <a:pt x="3537" y="2590"/>
                    <a:pt x="3454" y="2066"/>
                    <a:pt x="3108" y="1745"/>
                  </a:cubicBezTo>
                  <a:cubicBezTo>
                    <a:pt x="2870" y="1518"/>
                    <a:pt x="2430" y="1245"/>
                    <a:pt x="1727" y="1245"/>
                  </a:cubicBezTo>
                  <a:cubicBezTo>
                    <a:pt x="1680" y="1245"/>
                    <a:pt x="1632" y="1268"/>
                    <a:pt x="1608" y="1292"/>
                  </a:cubicBezTo>
                  <a:lnTo>
                    <a:pt x="1251" y="1649"/>
                  </a:lnTo>
                  <a:cubicBezTo>
                    <a:pt x="1192" y="1709"/>
                    <a:pt x="1192" y="1816"/>
                    <a:pt x="1251" y="1888"/>
                  </a:cubicBezTo>
                  <a:cubicBezTo>
                    <a:pt x="1281" y="1917"/>
                    <a:pt x="1323" y="1932"/>
                    <a:pt x="1366" y="1932"/>
                  </a:cubicBezTo>
                  <a:cubicBezTo>
                    <a:pt x="1409" y="1932"/>
                    <a:pt x="1454" y="1917"/>
                    <a:pt x="1489" y="1888"/>
                  </a:cubicBezTo>
                  <a:lnTo>
                    <a:pt x="1799" y="1578"/>
                  </a:lnTo>
                  <a:cubicBezTo>
                    <a:pt x="2239" y="1590"/>
                    <a:pt x="2608" y="1721"/>
                    <a:pt x="2882" y="1983"/>
                  </a:cubicBezTo>
                  <a:cubicBezTo>
                    <a:pt x="3120" y="2185"/>
                    <a:pt x="3180" y="2542"/>
                    <a:pt x="3025" y="2828"/>
                  </a:cubicBezTo>
                  <a:cubicBezTo>
                    <a:pt x="2823" y="3173"/>
                    <a:pt x="2466" y="3376"/>
                    <a:pt x="2085" y="3376"/>
                  </a:cubicBezTo>
                  <a:cubicBezTo>
                    <a:pt x="1489" y="3376"/>
                    <a:pt x="1013" y="2900"/>
                    <a:pt x="1013" y="2304"/>
                  </a:cubicBezTo>
                  <a:cubicBezTo>
                    <a:pt x="1013" y="2209"/>
                    <a:pt x="942" y="2138"/>
                    <a:pt x="846" y="2138"/>
                  </a:cubicBezTo>
                  <a:cubicBezTo>
                    <a:pt x="763" y="2138"/>
                    <a:pt x="680" y="2209"/>
                    <a:pt x="680" y="2304"/>
                  </a:cubicBezTo>
                  <a:cubicBezTo>
                    <a:pt x="680" y="2828"/>
                    <a:pt x="965" y="3292"/>
                    <a:pt x="1394" y="3519"/>
                  </a:cubicBezTo>
                  <a:lnTo>
                    <a:pt x="1394" y="3852"/>
                  </a:lnTo>
                  <a:lnTo>
                    <a:pt x="1394" y="3900"/>
                  </a:lnTo>
                  <a:cubicBezTo>
                    <a:pt x="834" y="3781"/>
                    <a:pt x="501" y="3602"/>
                    <a:pt x="370" y="3495"/>
                  </a:cubicBezTo>
                  <a:cubicBezTo>
                    <a:pt x="370" y="3495"/>
                    <a:pt x="358" y="3495"/>
                    <a:pt x="370" y="3483"/>
                  </a:cubicBezTo>
                  <a:cubicBezTo>
                    <a:pt x="525" y="3138"/>
                    <a:pt x="680" y="2483"/>
                    <a:pt x="680" y="1780"/>
                  </a:cubicBezTo>
                  <a:cubicBezTo>
                    <a:pt x="680" y="1042"/>
                    <a:pt x="1251" y="399"/>
                    <a:pt x="1977" y="340"/>
                  </a:cubicBezTo>
                  <a:cubicBezTo>
                    <a:pt x="2019" y="334"/>
                    <a:pt x="2064" y="331"/>
                    <a:pt x="2108" y="331"/>
                  </a:cubicBezTo>
                  <a:close/>
                  <a:moveTo>
                    <a:pt x="2442" y="3662"/>
                  </a:moveTo>
                  <a:lnTo>
                    <a:pt x="2442" y="3852"/>
                  </a:lnTo>
                  <a:cubicBezTo>
                    <a:pt x="2442" y="4043"/>
                    <a:pt x="2549" y="4221"/>
                    <a:pt x="2727" y="4316"/>
                  </a:cubicBezTo>
                  <a:lnTo>
                    <a:pt x="2823" y="4376"/>
                  </a:lnTo>
                  <a:cubicBezTo>
                    <a:pt x="2680" y="4626"/>
                    <a:pt x="2382" y="4793"/>
                    <a:pt x="2073" y="4793"/>
                  </a:cubicBezTo>
                  <a:cubicBezTo>
                    <a:pt x="1751" y="4793"/>
                    <a:pt x="1477" y="4626"/>
                    <a:pt x="1311" y="4376"/>
                  </a:cubicBezTo>
                  <a:lnTo>
                    <a:pt x="1418" y="4316"/>
                  </a:lnTo>
                  <a:cubicBezTo>
                    <a:pt x="1596" y="4221"/>
                    <a:pt x="1692" y="4043"/>
                    <a:pt x="1692" y="3852"/>
                  </a:cubicBezTo>
                  <a:lnTo>
                    <a:pt x="1692" y="3662"/>
                  </a:lnTo>
                  <a:cubicBezTo>
                    <a:pt x="1811" y="3685"/>
                    <a:pt x="1930" y="3709"/>
                    <a:pt x="2073" y="3709"/>
                  </a:cubicBezTo>
                  <a:cubicBezTo>
                    <a:pt x="2192" y="3709"/>
                    <a:pt x="2323" y="3685"/>
                    <a:pt x="2442" y="3662"/>
                  </a:cubicBezTo>
                  <a:close/>
                  <a:moveTo>
                    <a:pt x="2096" y="0"/>
                  </a:moveTo>
                  <a:cubicBezTo>
                    <a:pt x="2040" y="0"/>
                    <a:pt x="1983" y="6"/>
                    <a:pt x="1930" y="18"/>
                  </a:cubicBezTo>
                  <a:cubicBezTo>
                    <a:pt x="1037" y="102"/>
                    <a:pt x="334" y="875"/>
                    <a:pt x="334" y="1780"/>
                  </a:cubicBezTo>
                  <a:cubicBezTo>
                    <a:pt x="334" y="2435"/>
                    <a:pt x="180" y="3042"/>
                    <a:pt x="60" y="3364"/>
                  </a:cubicBezTo>
                  <a:cubicBezTo>
                    <a:pt x="1" y="3507"/>
                    <a:pt x="37" y="3673"/>
                    <a:pt x="180" y="3781"/>
                  </a:cubicBezTo>
                  <a:cubicBezTo>
                    <a:pt x="311" y="3888"/>
                    <a:pt x="596" y="4043"/>
                    <a:pt x="1037" y="4162"/>
                  </a:cubicBezTo>
                  <a:lnTo>
                    <a:pt x="382" y="4495"/>
                  </a:lnTo>
                  <a:cubicBezTo>
                    <a:pt x="144" y="4614"/>
                    <a:pt x="1" y="4852"/>
                    <a:pt x="1" y="5114"/>
                  </a:cubicBezTo>
                  <a:lnTo>
                    <a:pt x="1" y="6209"/>
                  </a:lnTo>
                  <a:cubicBezTo>
                    <a:pt x="1" y="6293"/>
                    <a:pt x="72" y="6364"/>
                    <a:pt x="156" y="6364"/>
                  </a:cubicBezTo>
                  <a:cubicBezTo>
                    <a:pt x="251" y="6364"/>
                    <a:pt x="322" y="6293"/>
                    <a:pt x="322" y="6209"/>
                  </a:cubicBezTo>
                  <a:lnTo>
                    <a:pt x="322" y="5114"/>
                  </a:lnTo>
                  <a:cubicBezTo>
                    <a:pt x="322" y="4983"/>
                    <a:pt x="394" y="4852"/>
                    <a:pt x="537" y="4793"/>
                  </a:cubicBezTo>
                  <a:lnTo>
                    <a:pt x="1049" y="4519"/>
                  </a:lnTo>
                  <a:cubicBezTo>
                    <a:pt x="1275" y="4900"/>
                    <a:pt x="1680" y="5138"/>
                    <a:pt x="2108" y="5138"/>
                  </a:cubicBezTo>
                  <a:cubicBezTo>
                    <a:pt x="2561" y="5138"/>
                    <a:pt x="2942" y="4900"/>
                    <a:pt x="3168" y="4519"/>
                  </a:cubicBezTo>
                  <a:lnTo>
                    <a:pt x="3692" y="4793"/>
                  </a:lnTo>
                  <a:cubicBezTo>
                    <a:pt x="3811" y="4852"/>
                    <a:pt x="3894" y="4983"/>
                    <a:pt x="3894" y="5114"/>
                  </a:cubicBezTo>
                  <a:lnTo>
                    <a:pt x="3894" y="6209"/>
                  </a:lnTo>
                  <a:cubicBezTo>
                    <a:pt x="3894" y="6293"/>
                    <a:pt x="3966" y="6364"/>
                    <a:pt x="4061" y="6364"/>
                  </a:cubicBezTo>
                  <a:cubicBezTo>
                    <a:pt x="4144" y="6364"/>
                    <a:pt x="4228" y="6293"/>
                    <a:pt x="4228" y="6209"/>
                  </a:cubicBezTo>
                  <a:lnTo>
                    <a:pt x="4228" y="5114"/>
                  </a:lnTo>
                  <a:cubicBezTo>
                    <a:pt x="4192" y="4852"/>
                    <a:pt x="4049" y="4614"/>
                    <a:pt x="3811" y="4495"/>
                  </a:cubicBezTo>
                  <a:lnTo>
                    <a:pt x="3156" y="4162"/>
                  </a:lnTo>
                  <a:cubicBezTo>
                    <a:pt x="3597" y="4043"/>
                    <a:pt x="3870" y="3888"/>
                    <a:pt x="4013" y="3781"/>
                  </a:cubicBezTo>
                  <a:cubicBezTo>
                    <a:pt x="4156" y="3685"/>
                    <a:pt x="4192" y="3507"/>
                    <a:pt x="4132" y="3364"/>
                  </a:cubicBezTo>
                  <a:cubicBezTo>
                    <a:pt x="4001" y="3042"/>
                    <a:pt x="3847" y="2435"/>
                    <a:pt x="3847" y="1780"/>
                  </a:cubicBezTo>
                  <a:cubicBezTo>
                    <a:pt x="3847" y="875"/>
                    <a:pt x="3156" y="90"/>
                    <a:pt x="2263" y="18"/>
                  </a:cubicBezTo>
                  <a:cubicBezTo>
                    <a:pt x="2210" y="6"/>
                    <a:pt x="2153" y="0"/>
                    <a:pt x="20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68" name="Google Shape;3639;p53">
              <a:extLst>
                <a:ext uri="{FF2B5EF4-FFF2-40B4-BE49-F238E27FC236}">
                  <a16:creationId xmlns:a16="http://schemas.microsoft.com/office/drawing/2014/main" id="{72BEB681-CDB9-CA0A-9A1C-C3A04163B268}"/>
                </a:ext>
              </a:extLst>
            </p:cNvPr>
            <p:cNvSpPr/>
            <p:nvPr/>
          </p:nvSpPr>
          <p:spPr>
            <a:xfrm>
              <a:off x="7120141" y="2297184"/>
              <a:ext cx="10662" cy="33005"/>
            </a:xfrm>
            <a:custGeom>
              <a:avLst/>
              <a:gdLst/>
              <a:ahLst/>
              <a:cxnLst/>
              <a:rect l="l" t="t" r="r" b="b"/>
              <a:pathLst>
                <a:path w="335" h="1037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881"/>
                  </a:lnTo>
                  <a:cubicBezTo>
                    <a:pt x="1" y="965"/>
                    <a:pt x="72" y="1036"/>
                    <a:pt x="167" y="1036"/>
                  </a:cubicBezTo>
                  <a:cubicBezTo>
                    <a:pt x="251" y="1036"/>
                    <a:pt x="334" y="965"/>
                    <a:pt x="334" y="881"/>
                  </a:cubicBezTo>
                  <a:lnTo>
                    <a:pt x="334" y="167"/>
                  </a:lnTo>
                  <a:cubicBezTo>
                    <a:pt x="334" y="72"/>
                    <a:pt x="251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69" name="Google Shape;3640;p53">
              <a:extLst>
                <a:ext uri="{FF2B5EF4-FFF2-40B4-BE49-F238E27FC236}">
                  <a16:creationId xmlns:a16="http://schemas.microsoft.com/office/drawing/2014/main" id="{D975833A-06EF-68BD-02D6-7035387EED90}"/>
                </a:ext>
              </a:extLst>
            </p:cNvPr>
            <p:cNvSpPr/>
            <p:nvPr/>
          </p:nvSpPr>
          <p:spPr>
            <a:xfrm>
              <a:off x="7199360" y="2297184"/>
              <a:ext cx="10248" cy="33005"/>
            </a:xfrm>
            <a:custGeom>
              <a:avLst/>
              <a:gdLst/>
              <a:ahLst/>
              <a:cxnLst/>
              <a:rect l="l" t="t" r="r" b="b"/>
              <a:pathLst>
                <a:path w="322" h="1037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881"/>
                  </a:lnTo>
                  <a:cubicBezTo>
                    <a:pt x="0" y="965"/>
                    <a:pt x="72" y="1036"/>
                    <a:pt x="167" y="1036"/>
                  </a:cubicBezTo>
                  <a:cubicBezTo>
                    <a:pt x="250" y="1036"/>
                    <a:pt x="322" y="965"/>
                    <a:pt x="322" y="881"/>
                  </a:cubicBezTo>
                  <a:lnTo>
                    <a:pt x="322" y="167"/>
                  </a:lnTo>
                  <a:cubicBezTo>
                    <a:pt x="322" y="72"/>
                    <a:pt x="250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0" name="Google Shape;3641;p53">
              <a:extLst>
                <a:ext uri="{FF2B5EF4-FFF2-40B4-BE49-F238E27FC236}">
                  <a16:creationId xmlns:a16="http://schemas.microsoft.com/office/drawing/2014/main" id="{18664CD2-0EF2-1744-30C7-4E69B2F2D419}"/>
                </a:ext>
              </a:extLst>
            </p:cNvPr>
            <p:cNvSpPr/>
            <p:nvPr/>
          </p:nvSpPr>
          <p:spPr>
            <a:xfrm>
              <a:off x="7357001" y="2165704"/>
              <a:ext cx="56876" cy="17823"/>
            </a:xfrm>
            <a:custGeom>
              <a:avLst/>
              <a:gdLst/>
              <a:ahLst/>
              <a:cxnLst/>
              <a:rect l="l" t="t" r="r" b="b"/>
              <a:pathLst>
                <a:path w="1787" h="560" extrusionOk="0">
                  <a:moveTo>
                    <a:pt x="630" y="0"/>
                  </a:moveTo>
                  <a:cubicBezTo>
                    <a:pt x="478" y="0"/>
                    <a:pt x="311" y="14"/>
                    <a:pt x="131" y="48"/>
                  </a:cubicBezTo>
                  <a:cubicBezTo>
                    <a:pt x="60" y="71"/>
                    <a:pt x="0" y="143"/>
                    <a:pt x="0" y="214"/>
                  </a:cubicBezTo>
                  <a:lnTo>
                    <a:pt x="0" y="393"/>
                  </a:lnTo>
                  <a:cubicBezTo>
                    <a:pt x="0" y="488"/>
                    <a:pt x="72" y="560"/>
                    <a:pt x="167" y="560"/>
                  </a:cubicBezTo>
                  <a:cubicBezTo>
                    <a:pt x="250" y="560"/>
                    <a:pt x="322" y="488"/>
                    <a:pt x="322" y="393"/>
                  </a:cubicBezTo>
                  <a:lnTo>
                    <a:pt x="322" y="345"/>
                  </a:lnTo>
                  <a:cubicBezTo>
                    <a:pt x="436" y="334"/>
                    <a:pt x="543" y="328"/>
                    <a:pt x="642" y="328"/>
                  </a:cubicBezTo>
                  <a:cubicBezTo>
                    <a:pt x="851" y="328"/>
                    <a:pt x="1022" y="352"/>
                    <a:pt x="1143" y="393"/>
                  </a:cubicBezTo>
                  <a:cubicBezTo>
                    <a:pt x="1369" y="452"/>
                    <a:pt x="1488" y="524"/>
                    <a:pt x="1488" y="524"/>
                  </a:cubicBezTo>
                  <a:cubicBezTo>
                    <a:pt x="1512" y="548"/>
                    <a:pt x="1548" y="560"/>
                    <a:pt x="1572" y="560"/>
                  </a:cubicBezTo>
                  <a:cubicBezTo>
                    <a:pt x="1631" y="560"/>
                    <a:pt x="1679" y="524"/>
                    <a:pt x="1715" y="488"/>
                  </a:cubicBezTo>
                  <a:cubicBezTo>
                    <a:pt x="1786" y="405"/>
                    <a:pt x="1762" y="310"/>
                    <a:pt x="1679" y="262"/>
                  </a:cubicBezTo>
                  <a:cubicBezTo>
                    <a:pt x="1660" y="252"/>
                    <a:pt x="1280" y="0"/>
                    <a:pt x="6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1" name="Google Shape;3642;p53">
              <a:extLst>
                <a:ext uri="{FF2B5EF4-FFF2-40B4-BE49-F238E27FC236}">
                  <a16:creationId xmlns:a16="http://schemas.microsoft.com/office/drawing/2014/main" id="{03642138-219B-7DF9-16CB-341815B87C25}"/>
                </a:ext>
              </a:extLst>
            </p:cNvPr>
            <p:cNvSpPr/>
            <p:nvPr/>
          </p:nvSpPr>
          <p:spPr>
            <a:xfrm>
              <a:off x="7312666" y="2133113"/>
              <a:ext cx="145897" cy="197840"/>
            </a:xfrm>
            <a:custGeom>
              <a:avLst/>
              <a:gdLst/>
              <a:ahLst/>
              <a:cxnLst/>
              <a:rect l="l" t="t" r="r" b="b"/>
              <a:pathLst>
                <a:path w="4584" h="6216" extrusionOk="0">
                  <a:moveTo>
                    <a:pt x="3536" y="345"/>
                  </a:moveTo>
                  <a:lnTo>
                    <a:pt x="3536" y="1167"/>
                  </a:lnTo>
                  <a:cubicBezTo>
                    <a:pt x="3536" y="1298"/>
                    <a:pt x="3512" y="1453"/>
                    <a:pt x="3453" y="1572"/>
                  </a:cubicBezTo>
                  <a:lnTo>
                    <a:pt x="3393" y="1703"/>
                  </a:lnTo>
                  <a:cubicBezTo>
                    <a:pt x="3370" y="1726"/>
                    <a:pt x="3370" y="1750"/>
                    <a:pt x="3370" y="1774"/>
                  </a:cubicBezTo>
                  <a:lnTo>
                    <a:pt x="3370" y="2131"/>
                  </a:lnTo>
                  <a:cubicBezTo>
                    <a:pt x="3358" y="2417"/>
                    <a:pt x="3239" y="2703"/>
                    <a:pt x="3036" y="2905"/>
                  </a:cubicBezTo>
                  <a:cubicBezTo>
                    <a:pt x="2834" y="3108"/>
                    <a:pt x="2568" y="3204"/>
                    <a:pt x="2288" y="3204"/>
                  </a:cubicBezTo>
                  <a:cubicBezTo>
                    <a:pt x="2271" y="3204"/>
                    <a:pt x="2255" y="3203"/>
                    <a:pt x="2238" y="3203"/>
                  </a:cubicBezTo>
                  <a:cubicBezTo>
                    <a:pt x="1667" y="3191"/>
                    <a:pt x="1203" y="2679"/>
                    <a:pt x="1203" y="2072"/>
                  </a:cubicBezTo>
                  <a:lnTo>
                    <a:pt x="1203" y="1774"/>
                  </a:lnTo>
                  <a:cubicBezTo>
                    <a:pt x="1203" y="1750"/>
                    <a:pt x="1203" y="1726"/>
                    <a:pt x="1191" y="1703"/>
                  </a:cubicBezTo>
                  <a:lnTo>
                    <a:pt x="1131" y="1572"/>
                  </a:lnTo>
                  <a:cubicBezTo>
                    <a:pt x="1072" y="1453"/>
                    <a:pt x="1036" y="1298"/>
                    <a:pt x="1036" y="1167"/>
                  </a:cubicBezTo>
                  <a:cubicBezTo>
                    <a:pt x="1036" y="702"/>
                    <a:pt x="1405" y="345"/>
                    <a:pt x="1857" y="345"/>
                  </a:cubicBezTo>
                  <a:close/>
                  <a:moveTo>
                    <a:pt x="1726" y="3417"/>
                  </a:moveTo>
                  <a:cubicBezTo>
                    <a:pt x="1869" y="3489"/>
                    <a:pt x="2048" y="3512"/>
                    <a:pt x="2227" y="3536"/>
                  </a:cubicBezTo>
                  <a:lnTo>
                    <a:pt x="2274" y="3536"/>
                  </a:lnTo>
                  <a:cubicBezTo>
                    <a:pt x="2465" y="3536"/>
                    <a:pt x="2643" y="3489"/>
                    <a:pt x="2822" y="3429"/>
                  </a:cubicBezTo>
                  <a:lnTo>
                    <a:pt x="2822" y="3655"/>
                  </a:lnTo>
                  <a:cubicBezTo>
                    <a:pt x="2822" y="3691"/>
                    <a:pt x="2834" y="3750"/>
                    <a:pt x="2834" y="3798"/>
                  </a:cubicBezTo>
                  <a:lnTo>
                    <a:pt x="2274" y="4227"/>
                  </a:lnTo>
                  <a:lnTo>
                    <a:pt x="1703" y="3798"/>
                  </a:lnTo>
                  <a:cubicBezTo>
                    <a:pt x="1726" y="3750"/>
                    <a:pt x="1726" y="3715"/>
                    <a:pt x="1726" y="3655"/>
                  </a:cubicBezTo>
                  <a:lnTo>
                    <a:pt x="1726" y="3417"/>
                  </a:lnTo>
                  <a:close/>
                  <a:moveTo>
                    <a:pt x="1857" y="0"/>
                  </a:moveTo>
                  <a:cubicBezTo>
                    <a:pt x="1215" y="0"/>
                    <a:pt x="691" y="524"/>
                    <a:pt x="691" y="1167"/>
                  </a:cubicBezTo>
                  <a:cubicBezTo>
                    <a:pt x="691" y="1357"/>
                    <a:pt x="738" y="1548"/>
                    <a:pt x="834" y="1715"/>
                  </a:cubicBezTo>
                  <a:lnTo>
                    <a:pt x="869" y="1810"/>
                  </a:lnTo>
                  <a:lnTo>
                    <a:pt x="869" y="2072"/>
                  </a:lnTo>
                  <a:cubicBezTo>
                    <a:pt x="869" y="2536"/>
                    <a:pt x="1084" y="2941"/>
                    <a:pt x="1405" y="3215"/>
                  </a:cubicBezTo>
                  <a:lnTo>
                    <a:pt x="1405" y="3667"/>
                  </a:lnTo>
                  <a:cubicBezTo>
                    <a:pt x="1405" y="3739"/>
                    <a:pt x="1369" y="3810"/>
                    <a:pt x="1286" y="3846"/>
                  </a:cubicBezTo>
                  <a:lnTo>
                    <a:pt x="441" y="4155"/>
                  </a:lnTo>
                  <a:cubicBezTo>
                    <a:pt x="179" y="4262"/>
                    <a:pt x="0" y="4512"/>
                    <a:pt x="0" y="4810"/>
                  </a:cubicBezTo>
                  <a:lnTo>
                    <a:pt x="0" y="6048"/>
                  </a:lnTo>
                  <a:cubicBezTo>
                    <a:pt x="0" y="6132"/>
                    <a:pt x="72" y="6215"/>
                    <a:pt x="155" y="6215"/>
                  </a:cubicBezTo>
                  <a:cubicBezTo>
                    <a:pt x="250" y="6215"/>
                    <a:pt x="322" y="6132"/>
                    <a:pt x="322" y="6048"/>
                  </a:cubicBezTo>
                  <a:lnTo>
                    <a:pt x="322" y="4810"/>
                  </a:lnTo>
                  <a:cubicBezTo>
                    <a:pt x="322" y="4655"/>
                    <a:pt x="417" y="4524"/>
                    <a:pt x="560" y="4465"/>
                  </a:cubicBezTo>
                  <a:lnTo>
                    <a:pt x="1405" y="4155"/>
                  </a:lnTo>
                  <a:cubicBezTo>
                    <a:pt x="1453" y="4143"/>
                    <a:pt x="1500" y="4108"/>
                    <a:pt x="1524" y="4084"/>
                  </a:cubicBezTo>
                  <a:lnTo>
                    <a:pt x="2119" y="4524"/>
                  </a:lnTo>
                  <a:lnTo>
                    <a:pt x="2119" y="6036"/>
                  </a:lnTo>
                  <a:cubicBezTo>
                    <a:pt x="2119" y="6120"/>
                    <a:pt x="2203" y="6191"/>
                    <a:pt x="2286" y="6191"/>
                  </a:cubicBezTo>
                  <a:cubicBezTo>
                    <a:pt x="2369" y="6191"/>
                    <a:pt x="2453" y="6120"/>
                    <a:pt x="2453" y="6036"/>
                  </a:cubicBezTo>
                  <a:lnTo>
                    <a:pt x="2453" y="4512"/>
                  </a:lnTo>
                  <a:lnTo>
                    <a:pt x="3048" y="4072"/>
                  </a:lnTo>
                  <a:cubicBezTo>
                    <a:pt x="3084" y="4096"/>
                    <a:pt x="3120" y="4108"/>
                    <a:pt x="3167" y="4143"/>
                  </a:cubicBezTo>
                  <a:lnTo>
                    <a:pt x="4012" y="4453"/>
                  </a:lnTo>
                  <a:cubicBezTo>
                    <a:pt x="4155" y="4512"/>
                    <a:pt x="4251" y="4643"/>
                    <a:pt x="4251" y="4798"/>
                  </a:cubicBezTo>
                  <a:lnTo>
                    <a:pt x="4251" y="6036"/>
                  </a:lnTo>
                  <a:cubicBezTo>
                    <a:pt x="4251" y="6120"/>
                    <a:pt x="4322" y="6191"/>
                    <a:pt x="4417" y="6191"/>
                  </a:cubicBezTo>
                  <a:cubicBezTo>
                    <a:pt x="4501" y="6191"/>
                    <a:pt x="4572" y="6120"/>
                    <a:pt x="4572" y="6036"/>
                  </a:cubicBezTo>
                  <a:lnTo>
                    <a:pt x="4572" y="4798"/>
                  </a:lnTo>
                  <a:cubicBezTo>
                    <a:pt x="4584" y="4512"/>
                    <a:pt x="4382" y="4251"/>
                    <a:pt x="4120" y="4143"/>
                  </a:cubicBezTo>
                  <a:lnTo>
                    <a:pt x="3274" y="3834"/>
                  </a:lnTo>
                  <a:cubicBezTo>
                    <a:pt x="3191" y="3798"/>
                    <a:pt x="3155" y="3727"/>
                    <a:pt x="3155" y="3655"/>
                  </a:cubicBezTo>
                  <a:lnTo>
                    <a:pt x="3155" y="3215"/>
                  </a:lnTo>
                  <a:cubicBezTo>
                    <a:pt x="3179" y="3191"/>
                    <a:pt x="3227" y="3155"/>
                    <a:pt x="3250" y="3131"/>
                  </a:cubicBezTo>
                  <a:cubicBezTo>
                    <a:pt x="3536" y="2858"/>
                    <a:pt x="3691" y="2500"/>
                    <a:pt x="3691" y="2119"/>
                  </a:cubicBezTo>
                  <a:lnTo>
                    <a:pt x="3691" y="1810"/>
                  </a:lnTo>
                  <a:lnTo>
                    <a:pt x="3727" y="1715"/>
                  </a:lnTo>
                  <a:cubicBezTo>
                    <a:pt x="3822" y="1548"/>
                    <a:pt x="3870" y="1357"/>
                    <a:pt x="3870" y="1167"/>
                  </a:cubicBezTo>
                  <a:lnTo>
                    <a:pt x="3870" y="167"/>
                  </a:lnTo>
                  <a:cubicBezTo>
                    <a:pt x="3870" y="71"/>
                    <a:pt x="3786" y="0"/>
                    <a:pt x="37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2" name="Google Shape;3643;p53">
              <a:extLst>
                <a:ext uri="{FF2B5EF4-FFF2-40B4-BE49-F238E27FC236}">
                  <a16:creationId xmlns:a16="http://schemas.microsoft.com/office/drawing/2014/main" id="{3F01CCC0-F4E0-5F95-44F4-ED23A73CD8B4}"/>
                </a:ext>
              </a:extLst>
            </p:cNvPr>
            <p:cNvSpPr/>
            <p:nvPr/>
          </p:nvSpPr>
          <p:spPr>
            <a:xfrm>
              <a:off x="7340324" y="2291486"/>
              <a:ext cx="10630" cy="38702"/>
            </a:xfrm>
            <a:custGeom>
              <a:avLst/>
              <a:gdLst/>
              <a:ahLst/>
              <a:cxnLst/>
              <a:rect l="l" t="t" r="r" b="b"/>
              <a:pathLst>
                <a:path w="334" h="1216" extrusionOk="0">
                  <a:moveTo>
                    <a:pt x="167" y="1"/>
                  </a:moveTo>
                  <a:cubicBezTo>
                    <a:pt x="84" y="1"/>
                    <a:pt x="0" y="72"/>
                    <a:pt x="0" y="167"/>
                  </a:cubicBezTo>
                  <a:lnTo>
                    <a:pt x="0" y="1060"/>
                  </a:lnTo>
                  <a:cubicBezTo>
                    <a:pt x="0" y="1144"/>
                    <a:pt x="84" y="1215"/>
                    <a:pt x="167" y="1215"/>
                  </a:cubicBezTo>
                  <a:cubicBezTo>
                    <a:pt x="262" y="1215"/>
                    <a:pt x="334" y="1144"/>
                    <a:pt x="334" y="1060"/>
                  </a:cubicBezTo>
                  <a:lnTo>
                    <a:pt x="334" y="167"/>
                  </a:lnTo>
                  <a:cubicBezTo>
                    <a:pt x="334" y="72"/>
                    <a:pt x="262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3" name="Google Shape;3644;p53">
              <a:extLst>
                <a:ext uri="{FF2B5EF4-FFF2-40B4-BE49-F238E27FC236}">
                  <a16:creationId xmlns:a16="http://schemas.microsoft.com/office/drawing/2014/main" id="{B4B6B390-AE93-9715-BB49-CA78736A7167}"/>
                </a:ext>
              </a:extLst>
            </p:cNvPr>
            <p:cNvSpPr/>
            <p:nvPr/>
          </p:nvSpPr>
          <p:spPr>
            <a:xfrm>
              <a:off x="7419511" y="2291486"/>
              <a:ext cx="10630" cy="38702"/>
            </a:xfrm>
            <a:custGeom>
              <a:avLst/>
              <a:gdLst/>
              <a:ahLst/>
              <a:cxnLst/>
              <a:rect l="l" t="t" r="r" b="b"/>
              <a:pathLst>
                <a:path w="334" h="1216" extrusionOk="0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lnTo>
                    <a:pt x="1" y="1060"/>
                  </a:lnTo>
                  <a:cubicBezTo>
                    <a:pt x="1" y="1144"/>
                    <a:pt x="72" y="1215"/>
                    <a:pt x="167" y="1215"/>
                  </a:cubicBezTo>
                  <a:cubicBezTo>
                    <a:pt x="251" y="1215"/>
                    <a:pt x="334" y="1144"/>
                    <a:pt x="334" y="1060"/>
                  </a:cubicBezTo>
                  <a:lnTo>
                    <a:pt x="334" y="167"/>
                  </a:lnTo>
                  <a:cubicBezTo>
                    <a:pt x="334" y="72"/>
                    <a:pt x="251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4" name="Google Shape;3645;p53">
              <a:extLst>
                <a:ext uri="{FF2B5EF4-FFF2-40B4-BE49-F238E27FC236}">
                  <a16:creationId xmlns:a16="http://schemas.microsoft.com/office/drawing/2014/main" id="{65FC0188-9988-5465-C826-361D65232D0C}"/>
                </a:ext>
              </a:extLst>
            </p:cNvPr>
            <p:cNvSpPr/>
            <p:nvPr/>
          </p:nvSpPr>
          <p:spPr>
            <a:xfrm>
              <a:off x="7153878" y="1969392"/>
              <a:ext cx="225498" cy="188355"/>
            </a:xfrm>
            <a:custGeom>
              <a:avLst/>
              <a:gdLst/>
              <a:ahLst/>
              <a:cxnLst/>
              <a:rect l="l" t="t" r="r" b="b"/>
              <a:pathLst>
                <a:path w="7085" h="5918" extrusionOk="0">
                  <a:moveTo>
                    <a:pt x="2441" y="4227"/>
                  </a:moveTo>
                  <a:lnTo>
                    <a:pt x="2346" y="4608"/>
                  </a:lnTo>
                  <a:lnTo>
                    <a:pt x="2132" y="4608"/>
                  </a:lnTo>
                  <a:cubicBezTo>
                    <a:pt x="1917" y="4608"/>
                    <a:pt x="1751" y="4442"/>
                    <a:pt x="1751" y="4239"/>
                  </a:cubicBezTo>
                  <a:lnTo>
                    <a:pt x="1751" y="4227"/>
                  </a:lnTo>
                  <a:close/>
                  <a:moveTo>
                    <a:pt x="5668" y="310"/>
                  </a:moveTo>
                  <a:cubicBezTo>
                    <a:pt x="5882" y="310"/>
                    <a:pt x="6037" y="477"/>
                    <a:pt x="6037" y="679"/>
                  </a:cubicBezTo>
                  <a:lnTo>
                    <a:pt x="6037" y="3525"/>
                  </a:lnTo>
                  <a:cubicBezTo>
                    <a:pt x="6037" y="3739"/>
                    <a:pt x="5882" y="3894"/>
                    <a:pt x="5668" y="3894"/>
                  </a:cubicBezTo>
                  <a:lnTo>
                    <a:pt x="4251" y="3894"/>
                  </a:lnTo>
                  <a:cubicBezTo>
                    <a:pt x="4227" y="3894"/>
                    <a:pt x="4179" y="3918"/>
                    <a:pt x="4156" y="3930"/>
                  </a:cubicBezTo>
                  <a:lnTo>
                    <a:pt x="2572" y="5084"/>
                  </a:lnTo>
                  <a:lnTo>
                    <a:pt x="2810" y="4108"/>
                  </a:lnTo>
                  <a:cubicBezTo>
                    <a:pt x="2822" y="4061"/>
                    <a:pt x="2810" y="4001"/>
                    <a:pt x="2786" y="3953"/>
                  </a:cubicBezTo>
                  <a:cubicBezTo>
                    <a:pt x="2751" y="3918"/>
                    <a:pt x="2703" y="3894"/>
                    <a:pt x="2644" y="3894"/>
                  </a:cubicBezTo>
                  <a:lnTo>
                    <a:pt x="703" y="3894"/>
                  </a:lnTo>
                  <a:cubicBezTo>
                    <a:pt x="489" y="3894"/>
                    <a:pt x="322" y="3739"/>
                    <a:pt x="322" y="3525"/>
                  </a:cubicBezTo>
                  <a:lnTo>
                    <a:pt x="322" y="679"/>
                  </a:lnTo>
                  <a:cubicBezTo>
                    <a:pt x="322" y="477"/>
                    <a:pt x="489" y="310"/>
                    <a:pt x="703" y="310"/>
                  </a:cubicBezTo>
                  <a:close/>
                  <a:moveTo>
                    <a:pt x="6382" y="1036"/>
                  </a:moveTo>
                  <a:cubicBezTo>
                    <a:pt x="6585" y="1036"/>
                    <a:pt x="6751" y="1203"/>
                    <a:pt x="6751" y="1417"/>
                  </a:cubicBezTo>
                  <a:lnTo>
                    <a:pt x="6751" y="4251"/>
                  </a:lnTo>
                  <a:lnTo>
                    <a:pt x="6739" y="4251"/>
                  </a:lnTo>
                  <a:cubicBezTo>
                    <a:pt x="6739" y="4465"/>
                    <a:pt x="6573" y="4632"/>
                    <a:pt x="6370" y="4632"/>
                  </a:cubicBezTo>
                  <a:lnTo>
                    <a:pt x="4953" y="4632"/>
                  </a:lnTo>
                  <a:cubicBezTo>
                    <a:pt x="4906" y="4632"/>
                    <a:pt x="4870" y="4644"/>
                    <a:pt x="4822" y="4692"/>
                  </a:cubicBezTo>
                  <a:cubicBezTo>
                    <a:pt x="4787" y="4727"/>
                    <a:pt x="4775" y="4775"/>
                    <a:pt x="4787" y="4823"/>
                  </a:cubicBezTo>
                  <a:lnTo>
                    <a:pt x="4906" y="5501"/>
                  </a:lnTo>
                  <a:lnTo>
                    <a:pt x="3691" y="4692"/>
                  </a:lnTo>
                  <a:lnTo>
                    <a:pt x="4299" y="4239"/>
                  </a:lnTo>
                  <a:lnTo>
                    <a:pt x="5668" y="4239"/>
                  </a:lnTo>
                  <a:cubicBezTo>
                    <a:pt x="6049" y="4239"/>
                    <a:pt x="6370" y="3930"/>
                    <a:pt x="6370" y="3537"/>
                  </a:cubicBezTo>
                  <a:lnTo>
                    <a:pt x="6370" y="1036"/>
                  </a:lnTo>
                  <a:close/>
                  <a:moveTo>
                    <a:pt x="703" y="1"/>
                  </a:moveTo>
                  <a:cubicBezTo>
                    <a:pt x="310" y="1"/>
                    <a:pt x="0" y="310"/>
                    <a:pt x="0" y="703"/>
                  </a:cubicBezTo>
                  <a:lnTo>
                    <a:pt x="0" y="3537"/>
                  </a:lnTo>
                  <a:cubicBezTo>
                    <a:pt x="0" y="3930"/>
                    <a:pt x="310" y="4239"/>
                    <a:pt x="703" y="4239"/>
                  </a:cubicBezTo>
                  <a:lnTo>
                    <a:pt x="1405" y="4239"/>
                  </a:lnTo>
                  <a:lnTo>
                    <a:pt x="1405" y="4251"/>
                  </a:lnTo>
                  <a:cubicBezTo>
                    <a:pt x="1405" y="4644"/>
                    <a:pt x="1727" y="4954"/>
                    <a:pt x="2108" y="4954"/>
                  </a:cubicBezTo>
                  <a:lnTo>
                    <a:pt x="2263" y="4954"/>
                  </a:lnTo>
                  <a:lnTo>
                    <a:pt x="2203" y="5227"/>
                  </a:lnTo>
                  <a:cubicBezTo>
                    <a:pt x="2167" y="5323"/>
                    <a:pt x="2215" y="5430"/>
                    <a:pt x="2298" y="5489"/>
                  </a:cubicBezTo>
                  <a:cubicBezTo>
                    <a:pt x="2346" y="5525"/>
                    <a:pt x="2394" y="5537"/>
                    <a:pt x="2453" y="5537"/>
                  </a:cubicBezTo>
                  <a:cubicBezTo>
                    <a:pt x="2513" y="5537"/>
                    <a:pt x="2560" y="5525"/>
                    <a:pt x="2596" y="5489"/>
                  </a:cubicBezTo>
                  <a:lnTo>
                    <a:pt x="3334" y="4954"/>
                  </a:lnTo>
                  <a:lnTo>
                    <a:pt x="3489" y="4954"/>
                  </a:lnTo>
                  <a:lnTo>
                    <a:pt x="4882" y="5882"/>
                  </a:lnTo>
                  <a:cubicBezTo>
                    <a:pt x="4918" y="5906"/>
                    <a:pt x="4965" y="5918"/>
                    <a:pt x="5013" y="5918"/>
                  </a:cubicBezTo>
                  <a:cubicBezTo>
                    <a:pt x="5061" y="5918"/>
                    <a:pt x="5096" y="5906"/>
                    <a:pt x="5144" y="5882"/>
                  </a:cubicBezTo>
                  <a:cubicBezTo>
                    <a:pt x="5239" y="5823"/>
                    <a:pt x="5287" y="5727"/>
                    <a:pt x="5263" y="5620"/>
                  </a:cubicBezTo>
                  <a:lnTo>
                    <a:pt x="5168" y="4954"/>
                  </a:lnTo>
                  <a:lnTo>
                    <a:pt x="6382" y="4954"/>
                  </a:lnTo>
                  <a:cubicBezTo>
                    <a:pt x="6763" y="4954"/>
                    <a:pt x="7085" y="4644"/>
                    <a:pt x="7085" y="4251"/>
                  </a:cubicBezTo>
                  <a:lnTo>
                    <a:pt x="7085" y="1417"/>
                  </a:lnTo>
                  <a:cubicBezTo>
                    <a:pt x="7085" y="1024"/>
                    <a:pt x="6775" y="715"/>
                    <a:pt x="6382" y="715"/>
                  </a:cubicBezTo>
                  <a:cubicBezTo>
                    <a:pt x="6370" y="310"/>
                    <a:pt x="6061" y="1"/>
                    <a:pt x="56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5" name="Google Shape;3646;p53">
              <a:extLst>
                <a:ext uri="{FF2B5EF4-FFF2-40B4-BE49-F238E27FC236}">
                  <a16:creationId xmlns:a16="http://schemas.microsoft.com/office/drawing/2014/main" id="{1FB963DF-73B7-D3BC-F7F0-BB0208EF2D16}"/>
                </a:ext>
              </a:extLst>
            </p:cNvPr>
            <p:cNvSpPr/>
            <p:nvPr/>
          </p:nvSpPr>
          <p:spPr>
            <a:xfrm>
              <a:off x="7193663" y="2003511"/>
              <a:ext cx="27308" cy="10248"/>
            </a:xfrm>
            <a:custGeom>
              <a:avLst/>
              <a:gdLst/>
              <a:ahLst/>
              <a:cxnLst/>
              <a:rect l="l" t="t" r="r" b="b"/>
              <a:pathLst>
                <a:path w="858" h="322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7" y="322"/>
                  </a:cubicBezTo>
                  <a:lnTo>
                    <a:pt x="703" y="322"/>
                  </a:lnTo>
                  <a:cubicBezTo>
                    <a:pt x="786" y="322"/>
                    <a:pt x="858" y="250"/>
                    <a:pt x="858" y="167"/>
                  </a:cubicBezTo>
                  <a:cubicBezTo>
                    <a:pt x="858" y="72"/>
                    <a:pt x="786" y="0"/>
                    <a:pt x="7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6" name="Google Shape;3647;p53">
              <a:extLst>
                <a:ext uri="{FF2B5EF4-FFF2-40B4-BE49-F238E27FC236}">
                  <a16:creationId xmlns:a16="http://schemas.microsoft.com/office/drawing/2014/main" id="{52981540-CC15-7565-BEE8-96D349F74B27}"/>
                </a:ext>
              </a:extLst>
            </p:cNvPr>
            <p:cNvSpPr/>
            <p:nvPr/>
          </p:nvSpPr>
          <p:spPr>
            <a:xfrm>
              <a:off x="7233065" y="2003511"/>
              <a:ext cx="83802" cy="10248"/>
            </a:xfrm>
            <a:custGeom>
              <a:avLst/>
              <a:gdLst/>
              <a:ahLst/>
              <a:cxnLst/>
              <a:rect l="l" t="t" r="r" b="b"/>
              <a:pathLst>
                <a:path w="2633" h="322" extrusionOk="0">
                  <a:moveTo>
                    <a:pt x="156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6" y="322"/>
                  </a:cubicBezTo>
                  <a:lnTo>
                    <a:pt x="2465" y="322"/>
                  </a:lnTo>
                  <a:cubicBezTo>
                    <a:pt x="2561" y="322"/>
                    <a:pt x="2632" y="250"/>
                    <a:pt x="2632" y="167"/>
                  </a:cubicBezTo>
                  <a:cubicBezTo>
                    <a:pt x="2632" y="72"/>
                    <a:pt x="2573" y="0"/>
                    <a:pt x="24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7" name="Google Shape;3648;p53">
              <a:extLst>
                <a:ext uri="{FF2B5EF4-FFF2-40B4-BE49-F238E27FC236}">
                  <a16:creationId xmlns:a16="http://schemas.microsoft.com/office/drawing/2014/main" id="{1B587573-DF52-40E3-46A2-8A9C4DF67DDA}"/>
                </a:ext>
              </a:extLst>
            </p:cNvPr>
            <p:cNvSpPr/>
            <p:nvPr/>
          </p:nvSpPr>
          <p:spPr>
            <a:xfrm>
              <a:off x="7193281" y="2031933"/>
              <a:ext cx="123936" cy="10248"/>
            </a:xfrm>
            <a:custGeom>
              <a:avLst/>
              <a:gdLst/>
              <a:ahLst/>
              <a:cxnLst/>
              <a:rect l="l" t="t" r="r" b="b"/>
              <a:pathLst>
                <a:path w="3894" h="322" extrusionOk="0">
                  <a:moveTo>
                    <a:pt x="155" y="0"/>
                  </a:moveTo>
                  <a:cubicBezTo>
                    <a:pt x="72" y="0"/>
                    <a:pt x="1" y="71"/>
                    <a:pt x="1" y="167"/>
                  </a:cubicBezTo>
                  <a:cubicBezTo>
                    <a:pt x="1" y="250"/>
                    <a:pt x="72" y="322"/>
                    <a:pt x="155" y="322"/>
                  </a:cubicBezTo>
                  <a:lnTo>
                    <a:pt x="3715" y="322"/>
                  </a:lnTo>
                  <a:cubicBezTo>
                    <a:pt x="3811" y="322"/>
                    <a:pt x="3882" y="250"/>
                    <a:pt x="3882" y="167"/>
                  </a:cubicBezTo>
                  <a:cubicBezTo>
                    <a:pt x="3894" y="71"/>
                    <a:pt x="3823" y="0"/>
                    <a:pt x="37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8" name="Google Shape;3649;p53">
              <a:extLst>
                <a:ext uri="{FF2B5EF4-FFF2-40B4-BE49-F238E27FC236}">
                  <a16:creationId xmlns:a16="http://schemas.microsoft.com/office/drawing/2014/main" id="{91C55565-3113-7A31-1645-1F5240552D16}"/>
                </a:ext>
              </a:extLst>
            </p:cNvPr>
            <p:cNvSpPr/>
            <p:nvPr/>
          </p:nvSpPr>
          <p:spPr>
            <a:xfrm>
              <a:off x="7193663" y="2059973"/>
              <a:ext cx="83770" cy="10248"/>
            </a:xfrm>
            <a:custGeom>
              <a:avLst/>
              <a:gdLst/>
              <a:ahLst/>
              <a:cxnLst/>
              <a:rect l="l" t="t" r="r" b="b"/>
              <a:pathLst>
                <a:path w="2632" h="322" extrusionOk="0">
                  <a:moveTo>
                    <a:pt x="167" y="0"/>
                  </a:moveTo>
                  <a:cubicBezTo>
                    <a:pt x="72" y="0"/>
                    <a:pt x="1" y="72"/>
                    <a:pt x="1" y="155"/>
                  </a:cubicBezTo>
                  <a:cubicBezTo>
                    <a:pt x="1" y="250"/>
                    <a:pt x="72" y="322"/>
                    <a:pt x="167" y="322"/>
                  </a:cubicBezTo>
                  <a:lnTo>
                    <a:pt x="2465" y="322"/>
                  </a:lnTo>
                  <a:cubicBezTo>
                    <a:pt x="2560" y="322"/>
                    <a:pt x="2632" y="250"/>
                    <a:pt x="2632" y="155"/>
                  </a:cubicBezTo>
                  <a:cubicBezTo>
                    <a:pt x="2632" y="72"/>
                    <a:pt x="2560" y="0"/>
                    <a:pt x="24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9" name="Google Shape;3650;p53">
              <a:extLst>
                <a:ext uri="{FF2B5EF4-FFF2-40B4-BE49-F238E27FC236}">
                  <a16:creationId xmlns:a16="http://schemas.microsoft.com/office/drawing/2014/main" id="{47BFE864-62F4-9200-AE45-BD086F1B9478}"/>
                </a:ext>
              </a:extLst>
            </p:cNvPr>
            <p:cNvSpPr/>
            <p:nvPr/>
          </p:nvSpPr>
          <p:spPr>
            <a:xfrm>
              <a:off x="7289145" y="2059973"/>
              <a:ext cx="27722" cy="10248"/>
            </a:xfrm>
            <a:custGeom>
              <a:avLst/>
              <a:gdLst/>
              <a:ahLst/>
              <a:cxnLst/>
              <a:rect l="l" t="t" r="r" b="b"/>
              <a:pathLst>
                <a:path w="871" h="322" extrusionOk="0">
                  <a:moveTo>
                    <a:pt x="168" y="0"/>
                  </a:moveTo>
                  <a:cubicBezTo>
                    <a:pt x="84" y="0"/>
                    <a:pt x="1" y="72"/>
                    <a:pt x="1" y="155"/>
                  </a:cubicBezTo>
                  <a:cubicBezTo>
                    <a:pt x="1" y="250"/>
                    <a:pt x="84" y="322"/>
                    <a:pt x="168" y="322"/>
                  </a:cubicBezTo>
                  <a:lnTo>
                    <a:pt x="703" y="322"/>
                  </a:lnTo>
                  <a:cubicBezTo>
                    <a:pt x="799" y="322"/>
                    <a:pt x="870" y="250"/>
                    <a:pt x="870" y="155"/>
                  </a:cubicBezTo>
                  <a:cubicBezTo>
                    <a:pt x="870" y="72"/>
                    <a:pt x="811" y="0"/>
                    <a:pt x="7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</p:grp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5AFF4FA9-965F-506A-13D0-045F3D342A85}"/>
              </a:ext>
            </a:extLst>
          </p:cNvPr>
          <p:cNvSpPr txBox="1"/>
          <p:nvPr/>
        </p:nvSpPr>
        <p:spPr>
          <a:xfrm>
            <a:off x="8667111" y="2359333"/>
            <a:ext cx="26581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(Qualidade + Operação)</a:t>
            </a:r>
          </a:p>
        </p:txBody>
      </p:sp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DEBBF058-16ED-2700-B071-4CF70B85F4C8}"/>
              </a:ext>
            </a:extLst>
          </p:cNvPr>
          <p:cNvSpPr txBox="1"/>
          <p:nvPr/>
        </p:nvSpPr>
        <p:spPr>
          <a:xfrm>
            <a:off x="783748" y="2371963"/>
            <a:ext cx="26581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(Qualidade + Operação)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E5D1D10-6668-9447-5D25-41146DBF830F}"/>
              </a:ext>
            </a:extLst>
          </p:cNvPr>
          <p:cNvSpPr/>
          <p:nvPr/>
        </p:nvSpPr>
        <p:spPr>
          <a:xfrm>
            <a:off x="0" y="-51217"/>
            <a:ext cx="12192000" cy="627321"/>
          </a:xfrm>
          <a:prstGeom prst="rect">
            <a:avLst/>
          </a:prstGeom>
          <a:gradFill>
            <a:gsLst>
              <a:gs pos="3000">
                <a:srgbClr val="002060"/>
              </a:gs>
              <a:gs pos="61000">
                <a:schemeClr val="accent5">
                  <a:lumMod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45F0122-B4BF-1E9C-4D1E-FA38EB097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875" y="48669"/>
            <a:ext cx="6790413" cy="365121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DFC9B0FC-F0A2-633A-78BC-A62D5B4ABC89}"/>
              </a:ext>
            </a:extLst>
          </p:cNvPr>
          <p:cNvSpPr txBox="1">
            <a:spLocks/>
          </p:cNvSpPr>
          <p:nvPr/>
        </p:nvSpPr>
        <p:spPr>
          <a:xfrm>
            <a:off x="324876" y="0"/>
            <a:ext cx="9144000" cy="4890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Monitorias Realizadas 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C9F90512-5890-FC5E-EDCB-D3D3D78D9130}"/>
              </a:ext>
            </a:extLst>
          </p:cNvPr>
          <p:cNvSpPr/>
          <p:nvPr/>
        </p:nvSpPr>
        <p:spPr>
          <a:xfrm>
            <a:off x="8242757" y="165898"/>
            <a:ext cx="1418303" cy="193089"/>
          </a:xfrm>
          <a:prstGeom prst="roundRect">
            <a:avLst>
              <a:gd name="adj" fmla="val 42683"/>
            </a:avLst>
          </a:prstGeom>
          <a:solidFill>
            <a:schemeClr val="bg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DD7415F-D90B-1990-6A86-80CD7212604F}"/>
              </a:ext>
            </a:extLst>
          </p:cNvPr>
          <p:cNvSpPr/>
          <p:nvPr/>
        </p:nvSpPr>
        <p:spPr>
          <a:xfrm>
            <a:off x="6833760" y="3604057"/>
            <a:ext cx="4716379" cy="2358190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A59E7CC0-A46D-7908-27D9-BC949C37D729}"/>
              </a:ext>
            </a:extLst>
          </p:cNvPr>
          <p:cNvSpPr/>
          <p:nvPr/>
        </p:nvSpPr>
        <p:spPr>
          <a:xfrm>
            <a:off x="672304" y="3642709"/>
            <a:ext cx="4716379" cy="2358190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A69C766C-0A75-C0C8-2D76-2AC26C6489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2391757"/>
              </p:ext>
            </p:extLst>
          </p:nvPr>
        </p:nvGraphicFramePr>
        <p:xfrm>
          <a:off x="6951997" y="3692243"/>
          <a:ext cx="4157940" cy="2159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8ABBBF55-A2EB-BE3C-6E0C-87F3F88ACE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4849713"/>
              </p:ext>
            </p:extLst>
          </p:nvPr>
        </p:nvGraphicFramePr>
        <p:xfrm>
          <a:off x="951524" y="3702291"/>
          <a:ext cx="4157940" cy="21493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Título 1">
            <a:extLst>
              <a:ext uri="{FF2B5EF4-FFF2-40B4-BE49-F238E27FC236}">
                <a16:creationId xmlns:a16="http://schemas.microsoft.com/office/drawing/2014/main" id="{F184CAC5-0219-D18C-6F13-CEAA34191C8D}"/>
              </a:ext>
            </a:extLst>
          </p:cNvPr>
          <p:cNvSpPr txBox="1">
            <a:spLocks/>
          </p:cNvSpPr>
          <p:nvPr/>
        </p:nvSpPr>
        <p:spPr>
          <a:xfrm>
            <a:off x="3282825" y="2879929"/>
            <a:ext cx="5168247" cy="5566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VISÃO POR CICLO </a:t>
            </a: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F26FA34F-55DA-9217-B753-ECFB37922FB5}"/>
              </a:ext>
            </a:extLst>
          </p:cNvPr>
          <p:cNvSpPr txBox="1">
            <a:spLocks/>
          </p:cNvSpPr>
          <p:nvPr/>
        </p:nvSpPr>
        <p:spPr>
          <a:xfrm>
            <a:off x="3139268" y="532473"/>
            <a:ext cx="5168247" cy="5566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VISÃO MENSAL 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E60D9FE-0195-508E-9421-9EC534A41AC7}"/>
              </a:ext>
            </a:extLst>
          </p:cNvPr>
          <p:cNvSpPr txBox="1"/>
          <p:nvPr/>
        </p:nvSpPr>
        <p:spPr>
          <a:xfrm>
            <a:off x="2723805" y="1868724"/>
            <a:ext cx="777384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43 monitorias</a:t>
            </a:r>
          </a:p>
          <a:p>
            <a:pPr algn="ctr"/>
            <a:r>
              <a:rPr lang="pt-BR" sz="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justificadas*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3773E08-C44F-CECD-5D4C-849E35A4EC0B}"/>
              </a:ext>
            </a:extLst>
          </p:cNvPr>
          <p:cNvSpPr txBox="1"/>
          <p:nvPr/>
        </p:nvSpPr>
        <p:spPr>
          <a:xfrm>
            <a:off x="10721245" y="1767428"/>
            <a:ext cx="777384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43 monitorias</a:t>
            </a:r>
          </a:p>
          <a:p>
            <a:pPr algn="ctr"/>
            <a:r>
              <a:rPr lang="pt-BR" sz="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justificadas*</a:t>
            </a:r>
          </a:p>
        </p:txBody>
      </p:sp>
    </p:spTree>
    <p:extLst>
      <p:ext uri="{BB962C8B-B14F-4D97-AF65-F5344CB8AC3E}">
        <p14:creationId xmlns:p14="http://schemas.microsoft.com/office/powerpoint/2010/main" val="2203145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E1B504-4244-9413-2879-27B1DBBDD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B8F431D4-C986-7A9C-54FF-E53413D7048B}"/>
              </a:ext>
            </a:extLst>
          </p:cNvPr>
          <p:cNvSpPr/>
          <p:nvPr/>
        </p:nvSpPr>
        <p:spPr>
          <a:xfrm>
            <a:off x="3610054" y="1129299"/>
            <a:ext cx="4643247" cy="2358190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3000" sy="103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317D777-946F-316B-F88A-8B7AC7791A02}"/>
              </a:ext>
            </a:extLst>
          </p:cNvPr>
          <p:cNvSpPr/>
          <p:nvPr/>
        </p:nvSpPr>
        <p:spPr>
          <a:xfrm>
            <a:off x="0" y="-51217"/>
            <a:ext cx="12192000" cy="627321"/>
          </a:xfrm>
          <a:prstGeom prst="rect">
            <a:avLst/>
          </a:prstGeom>
          <a:gradFill>
            <a:gsLst>
              <a:gs pos="3000">
                <a:srgbClr val="002060"/>
              </a:gs>
              <a:gs pos="61000">
                <a:schemeClr val="accent5">
                  <a:lumMod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34E4796F-8085-57DF-2EFA-29CEA3BAF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875" y="48669"/>
            <a:ext cx="6790413" cy="365121"/>
          </a:xfrm>
          <a:prstGeom prst="rect">
            <a:avLst/>
          </a:prstGeom>
        </p:spPr>
      </p:pic>
      <p:sp>
        <p:nvSpPr>
          <p:cNvPr id="16" name="Título 1">
            <a:extLst>
              <a:ext uri="{FF2B5EF4-FFF2-40B4-BE49-F238E27FC236}">
                <a16:creationId xmlns:a16="http://schemas.microsoft.com/office/drawing/2014/main" id="{64D75AF5-07AA-E2A3-4349-B40CCCCA097D}"/>
              </a:ext>
            </a:extLst>
          </p:cNvPr>
          <p:cNvSpPr txBox="1">
            <a:spLocks/>
          </p:cNvSpPr>
          <p:nvPr/>
        </p:nvSpPr>
        <p:spPr>
          <a:xfrm>
            <a:off x="324876" y="0"/>
            <a:ext cx="9144000" cy="4890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Monitorias Realizadas 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9E051BD-6AC3-3F33-A378-A5FCA6A8F16F}"/>
              </a:ext>
            </a:extLst>
          </p:cNvPr>
          <p:cNvSpPr/>
          <p:nvPr/>
        </p:nvSpPr>
        <p:spPr>
          <a:xfrm>
            <a:off x="8332470" y="165898"/>
            <a:ext cx="1136406" cy="214010"/>
          </a:xfrm>
          <a:prstGeom prst="roundRect">
            <a:avLst>
              <a:gd name="adj" fmla="val 42683"/>
            </a:avLst>
          </a:prstGeom>
          <a:solidFill>
            <a:schemeClr val="bg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060ADC8D-E175-93AC-26C8-7BE1B8FDED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5793135"/>
              </p:ext>
            </p:extLst>
          </p:nvPr>
        </p:nvGraphicFramePr>
        <p:xfrm>
          <a:off x="3743209" y="1146368"/>
          <a:ext cx="4157940" cy="23411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497EEB5F-C124-4E1B-507D-5A67EEC54270}"/>
              </a:ext>
            </a:extLst>
          </p:cNvPr>
          <p:cNvSpPr/>
          <p:nvPr/>
        </p:nvSpPr>
        <p:spPr>
          <a:xfrm>
            <a:off x="599637" y="3787144"/>
            <a:ext cx="10992725" cy="2358190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3000" sy="103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3703405B-90C4-205B-8ECC-42E1F00F10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8782751"/>
              </p:ext>
            </p:extLst>
          </p:nvPr>
        </p:nvGraphicFramePr>
        <p:xfrm>
          <a:off x="1106459" y="3802203"/>
          <a:ext cx="4825219" cy="2405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4A127EFF-A92A-68E5-0FEE-4D2A1E516F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3933688"/>
              </p:ext>
            </p:extLst>
          </p:nvPr>
        </p:nvGraphicFramePr>
        <p:xfrm>
          <a:off x="6346238" y="3649803"/>
          <a:ext cx="4825219" cy="2405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Título 1">
            <a:extLst>
              <a:ext uri="{FF2B5EF4-FFF2-40B4-BE49-F238E27FC236}">
                <a16:creationId xmlns:a16="http://schemas.microsoft.com/office/drawing/2014/main" id="{B8877E65-3889-5A1B-36A6-FE64CF5EE307}"/>
              </a:ext>
            </a:extLst>
          </p:cNvPr>
          <p:cNvSpPr txBox="1">
            <a:spLocks/>
          </p:cNvSpPr>
          <p:nvPr/>
        </p:nvSpPr>
        <p:spPr>
          <a:xfrm>
            <a:off x="2969112" y="469863"/>
            <a:ext cx="5614428" cy="5566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VISÃO POR CICLO </a:t>
            </a:r>
          </a:p>
        </p:txBody>
      </p:sp>
    </p:spTree>
    <p:extLst>
      <p:ext uri="{BB962C8B-B14F-4D97-AF65-F5344CB8AC3E}">
        <p14:creationId xmlns:p14="http://schemas.microsoft.com/office/powerpoint/2010/main" val="2203181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">
              <a:srgbClr val="002060"/>
            </a:gs>
            <a:gs pos="61000">
              <a:schemeClr val="accent5">
                <a:lumMod val="75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224917-72C2-81F7-20DC-06478F871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3A3453-C1FD-A5F0-C9B0-BA5A4BADB8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2318" y="2826007"/>
            <a:ext cx="9144000" cy="1181350"/>
          </a:xfrm>
        </p:spPr>
        <p:txBody>
          <a:bodyPr>
            <a:normAutofit fontScale="90000"/>
          </a:bodyPr>
          <a:lstStyle/>
          <a:p>
            <a:pPr algn="l"/>
            <a:r>
              <a:rPr lang="pt-BR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CADASTRO </a:t>
            </a:r>
            <a:br>
              <a:rPr lang="pt-BR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POSITIVO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FA6CBA01-70ED-51C9-78E5-7A9201007FD5}"/>
              </a:ext>
            </a:extLst>
          </p:cNvPr>
          <p:cNvSpPr txBox="1">
            <a:spLocks/>
          </p:cNvSpPr>
          <p:nvPr/>
        </p:nvSpPr>
        <p:spPr>
          <a:xfrm>
            <a:off x="1122318" y="2395570"/>
            <a:ext cx="9144000" cy="22191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3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SEMANAL</a:t>
            </a:r>
            <a:endParaRPr lang="pt-BR" sz="4800" b="1" dirty="0">
              <a:solidFill>
                <a:schemeClr val="accent4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4052827C-4A70-EBE2-5F7B-8531F58050F4}"/>
              </a:ext>
            </a:extLst>
          </p:cNvPr>
          <p:cNvSpPr txBox="1">
            <a:spLocks/>
          </p:cNvSpPr>
          <p:nvPr/>
        </p:nvSpPr>
        <p:spPr>
          <a:xfrm>
            <a:off x="2088974" y="4498485"/>
            <a:ext cx="2375911" cy="5568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Setembro 2026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601C46D-FD87-D4B8-E098-3365EC21FE54}"/>
              </a:ext>
            </a:extLst>
          </p:cNvPr>
          <p:cNvSpPr txBox="1">
            <a:spLocks/>
          </p:cNvSpPr>
          <p:nvPr/>
        </p:nvSpPr>
        <p:spPr>
          <a:xfrm>
            <a:off x="1179689" y="1683918"/>
            <a:ext cx="9144000" cy="5568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Monitorias e Feedbacks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AA74C28-6B6F-0CED-4A95-B8A0BFE1138F}"/>
              </a:ext>
            </a:extLst>
          </p:cNvPr>
          <p:cNvCxnSpPr>
            <a:cxnSpLocks/>
          </p:cNvCxnSpPr>
          <p:nvPr/>
        </p:nvCxnSpPr>
        <p:spPr>
          <a:xfrm>
            <a:off x="770663" y="2347408"/>
            <a:ext cx="0" cy="19347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9717A9C6-2D72-C8BF-B5E3-ADC939AFD611}"/>
              </a:ext>
            </a:extLst>
          </p:cNvPr>
          <p:cNvSpPr/>
          <p:nvPr/>
        </p:nvSpPr>
        <p:spPr>
          <a:xfrm>
            <a:off x="7947377" y="-1082856"/>
            <a:ext cx="5000980" cy="5000980"/>
          </a:xfrm>
          <a:prstGeom prst="ellipse">
            <a:avLst/>
          </a:prstGeom>
          <a:solidFill>
            <a:srgbClr val="194E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C6F46222-5A05-2808-FDF2-F6BE5F51BA25}"/>
              </a:ext>
            </a:extLst>
          </p:cNvPr>
          <p:cNvSpPr txBox="1">
            <a:spLocks/>
          </p:cNvSpPr>
          <p:nvPr/>
        </p:nvSpPr>
        <p:spPr>
          <a:xfrm>
            <a:off x="1469486" y="5883696"/>
            <a:ext cx="1998133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Operações de Voz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94C62C02-EE15-3690-F6A7-67454A17D173}"/>
              </a:ext>
            </a:extLst>
          </p:cNvPr>
          <p:cNvSpPr txBox="1">
            <a:spLocks/>
          </p:cNvSpPr>
          <p:nvPr/>
        </p:nvSpPr>
        <p:spPr>
          <a:xfrm>
            <a:off x="3753556" y="5901265"/>
            <a:ext cx="1998133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pt-BR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0B3B8311-BB48-DEF4-996A-C597E9D7FA73}"/>
              </a:ext>
            </a:extLst>
          </p:cNvPr>
          <p:cNvSpPr txBox="1">
            <a:spLocks/>
          </p:cNvSpPr>
          <p:nvPr/>
        </p:nvSpPr>
        <p:spPr>
          <a:xfrm>
            <a:off x="4371986" y="5885738"/>
            <a:ext cx="1030482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Premium</a:t>
            </a: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4415C775-2630-B8DB-FEE1-D17DE4C4B170}"/>
              </a:ext>
            </a:extLst>
          </p:cNvPr>
          <p:cNvSpPr txBox="1">
            <a:spLocks/>
          </p:cNvSpPr>
          <p:nvPr/>
        </p:nvSpPr>
        <p:spPr>
          <a:xfrm>
            <a:off x="6635041" y="5885738"/>
            <a:ext cx="739420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CRC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BC223CEA-3A2C-3E75-864B-CC92171B7F3F}"/>
              </a:ext>
            </a:extLst>
          </p:cNvPr>
          <p:cNvSpPr txBox="1">
            <a:spLocks/>
          </p:cNvSpPr>
          <p:nvPr/>
        </p:nvSpPr>
        <p:spPr>
          <a:xfrm>
            <a:off x="8661767" y="5885739"/>
            <a:ext cx="1998133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Cadastro Positivo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DDE0125C-2AA8-647A-C456-1CE537067AE2}"/>
              </a:ext>
            </a:extLst>
          </p:cNvPr>
          <p:cNvSpPr/>
          <p:nvPr/>
        </p:nvSpPr>
        <p:spPr>
          <a:xfrm>
            <a:off x="1168400" y="5901265"/>
            <a:ext cx="9855200" cy="447587"/>
          </a:xfrm>
          <a:prstGeom prst="roundRect">
            <a:avLst>
              <a:gd name="adj" fmla="val 42683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2CDE6B3E-B464-7C53-CD0C-6941F01EF6BE}"/>
              </a:ext>
            </a:extLst>
          </p:cNvPr>
          <p:cNvSpPr txBox="1">
            <a:spLocks/>
          </p:cNvSpPr>
          <p:nvPr/>
        </p:nvSpPr>
        <p:spPr>
          <a:xfrm>
            <a:off x="3590232" y="5822126"/>
            <a:ext cx="366888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5B530BC9-6410-153B-25B3-E10F75617E11}"/>
              </a:ext>
            </a:extLst>
          </p:cNvPr>
          <p:cNvSpPr txBox="1">
            <a:spLocks/>
          </p:cNvSpPr>
          <p:nvPr/>
        </p:nvSpPr>
        <p:spPr>
          <a:xfrm>
            <a:off x="5827886" y="5822125"/>
            <a:ext cx="366888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45F750AF-7170-B7EA-B2F1-4621E06B05EA}"/>
              </a:ext>
            </a:extLst>
          </p:cNvPr>
          <p:cNvSpPr txBox="1">
            <a:spLocks/>
          </p:cNvSpPr>
          <p:nvPr/>
        </p:nvSpPr>
        <p:spPr>
          <a:xfrm>
            <a:off x="7817921" y="5822124"/>
            <a:ext cx="366888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7C5E17DE-58C9-43A4-957F-253495405A61}"/>
              </a:ext>
            </a:extLst>
          </p:cNvPr>
          <p:cNvSpPr/>
          <p:nvPr/>
        </p:nvSpPr>
        <p:spPr>
          <a:xfrm>
            <a:off x="690919" y="3166819"/>
            <a:ext cx="159488" cy="15948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8CB8664E-C36D-7D9D-BAD6-B30B8B0421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74460" y="1237010"/>
            <a:ext cx="5480601" cy="4019107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6CAC67DE-D2DD-1E0C-BBCD-981F8931C0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290" y="2236217"/>
            <a:ext cx="5332261" cy="3435813"/>
          </a:xfrm>
          <a:prstGeom prst="rect">
            <a:avLst/>
          </a:prstGeom>
        </p:spPr>
      </p:pic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20418CDB-FD42-8C5B-91D1-B11A6A20159C}"/>
              </a:ext>
            </a:extLst>
          </p:cNvPr>
          <p:cNvCxnSpPr>
            <a:cxnSpLocks/>
          </p:cNvCxnSpPr>
          <p:nvPr/>
        </p:nvCxnSpPr>
        <p:spPr>
          <a:xfrm>
            <a:off x="1319968" y="4876879"/>
            <a:ext cx="769006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>
            <a:extLst>
              <a:ext uri="{FF2B5EF4-FFF2-40B4-BE49-F238E27FC236}">
                <a16:creationId xmlns:a16="http://schemas.microsoft.com/office/drawing/2014/main" id="{2D6809B2-446B-B070-6CAA-98A92F62D1DC}"/>
              </a:ext>
            </a:extLst>
          </p:cNvPr>
          <p:cNvSpPr/>
          <p:nvPr/>
        </p:nvSpPr>
        <p:spPr>
          <a:xfrm>
            <a:off x="1240224" y="4793184"/>
            <a:ext cx="159488" cy="15948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3" name="Título 1">
            <a:extLst>
              <a:ext uri="{FF2B5EF4-FFF2-40B4-BE49-F238E27FC236}">
                <a16:creationId xmlns:a16="http://schemas.microsoft.com/office/drawing/2014/main" id="{63ACDF8C-6096-BFB8-D079-24B3C397FE53}"/>
              </a:ext>
            </a:extLst>
          </p:cNvPr>
          <p:cNvSpPr txBox="1">
            <a:spLocks/>
          </p:cNvSpPr>
          <p:nvPr/>
        </p:nvSpPr>
        <p:spPr>
          <a:xfrm>
            <a:off x="1122318" y="1933886"/>
            <a:ext cx="9144000" cy="22002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1AE8EC0D-38B1-0695-038C-DB9947FE4E58}"/>
              </a:ext>
            </a:extLst>
          </p:cNvPr>
          <p:cNvSpPr/>
          <p:nvPr/>
        </p:nvSpPr>
        <p:spPr>
          <a:xfrm>
            <a:off x="8618997" y="5950541"/>
            <a:ext cx="1623147" cy="319990"/>
          </a:xfrm>
          <a:prstGeom prst="roundRect">
            <a:avLst>
              <a:gd name="adj" fmla="val 42683"/>
            </a:avLst>
          </a:prstGeom>
          <a:solidFill>
            <a:schemeClr val="bg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77542DC5-F2F1-44CC-83A8-023728B850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3156" y="368559"/>
            <a:ext cx="1505175" cy="598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899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FE410-9714-D735-40EF-B8E8F9776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391E5F01-3F25-C5F6-0864-23A2BA60EEF5}"/>
              </a:ext>
            </a:extLst>
          </p:cNvPr>
          <p:cNvSpPr/>
          <p:nvPr/>
        </p:nvSpPr>
        <p:spPr>
          <a:xfrm>
            <a:off x="530170" y="1239110"/>
            <a:ext cx="3236495" cy="1515979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7F52727C-8DB1-E84D-1225-53F9855A39FC}"/>
              </a:ext>
            </a:extLst>
          </p:cNvPr>
          <p:cNvSpPr/>
          <p:nvPr/>
        </p:nvSpPr>
        <p:spPr>
          <a:xfrm>
            <a:off x="530171" y="1239111"/>
            <a:ext cx="3236495" cy="151597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dist="101600" dir="10740000" algn="t" rotWithShape="0">
              <a:srgbClr val="2E75B6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C9B1643F-3C81-FBF4-2CE7-53B9EED55162}"/>
              </a:ext>
            </a:extLst>
          </p:cNvPr>
          <p:cNvSpPr txBox="1"/>
          <p:nvPr/>
        </p:nvSpPr>
        <p:spPr>
          <a:xfrm>
            <a:off x="885101" y="1323329"/>
            <a:ext cx="25266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MONITORIAS REALIZADAS 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917CC3D1-4CEB-92B2-4C2E-82AF334BC5D6}"/>
              </a:ext>
            </a:extLst>
          </p:cNvPr>
          <p:cNvSpPr/>
          <p:nvPr/>
        </p:nvSpPr>
        <p:spPr>
          <a:xfrm>
            <a:off x="8419547" y="1239109"/>
            <a:ext cx="3236495" cy="1515979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27AFDABA-397C-3C41-0E34-C1E68F3A8EBC}"/>
              </a:ext>
            </a:extLst>
          </p:cNvPr>
          <p:cNvSpPr/>
          <p:nvPr/>
        </p:nvSpPr>
        <p:spPr>
          <a:xfrm>
            <a:off x="8423948" y="1237434"/>
            <a:ext cx="3236495" cy="151597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dist="101600" dir="10740000" algn="t" rotWithShape="0">
              <a:srgbClr val="00B05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C5378416-CD54-2F40-F426-96090246C483}"/>
              </a:ext>
            </a:extLst>
          </p:cNvPr>
          <p:cNvSpPr txBox="1"/>
          <p:nvPr/>
        </p:nvSpPr>
        <p:spPr>
          <a:xfrm>
            <a:off x="9055812" y="1377791"/>
            <a:ext cx="21492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FEEDBACKS  REALIZADOS 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FAE54A5F-1CDE-19FB-9698-D704BBE11685}"/>
              </a:ext>
            </a:extLst>
          </p:cNvPr>
          <p:cNvSpPr txBox="1"/>
          <p:nvPr/>
        </p:nvSpPr>
        <p:spPr>
          <a:xfrm>
            <a:off x="1201103" y="1462427"/>
            <a:ext cx="17237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CF028C69-3A4B-DAA3-FA06-FE54325F1E2C}"/>
              </a:ext>
            </a:extLst>
          </p:cNvPr>
          <p:cNvSpPr txBox="1"/>
          <p:nvPr/>
        </p:nvSpPr>
        <p:spPr>
          <a:xfrm>
            <a:off x="8451627" y="1493673"/>
            <a:ext cx="31603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</a:t>
            </a:r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9E9E1EC0-665C-EB1A-E818-AFF19F6D2966}"/>
              </a:ext>
            </a:extLst>
          </p:cNvPr>
          <p:cNvSpPr/>
          <p:nvPr/>
        </p:nvSpPr>
        <p:spPr>
          <a:xfrm>
            <a:off x="4275172" y="1239109"/>
            <a:ext cx="3236495" cy="1515979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44DEB2DB-C7B7-B4B2-84B9-41929220176A}"/>
              </a:ext>
            </a:extLst>
          </p:cNvPr>
          <p:cNvSpPr/>
          <p:nvPr/>
        </p:nvSpPr>
        <p:spPr>
          <a:xfrm>
            <a:off x="4275173" y="1239110"/>
            <a:ext cx="3236495" cy="151597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dist="101600" dir="10740000" algn="t" rotWithShape="0">
              <a:srgbClr val="00B05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F015772D-F8F5-B3FC-C69E-3C47DC7BDA5E}"/>
              </a:ext>
            </a:extLst>
          </p:cNvPr>
          <p:cNvSpPr txBox="1"/>
          <p:nvPr/>
        </p:nvSpPr>
        <p:spPr>
          <a:xfrm>
            <a:off x="4953434" y="1323329"/>
            <a:ext cx="1811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MÉDIA  DO MÊS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A919B4F5-E558-AAA1-9B05-A19CC88AF440}"/>
              </a:ext>
            </a:extLst>
          </p:cNvPr>
          <p:cNvSpPr txBox="1"/>
          <p:nvPr/>
        </p:nvSpPr>
        <p:spPr>
          <a:xfrm>
            <a:off x="4275171" y="1474037"/>
            <a:ext cx="31603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90,523</a:t>
            </a:r>
            <a:endParaRPr lang="pt-BR" sz="60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62BB8DA8-2F6F-6073-7BD7-F01C753E73BB}"/>
              </a:ext>
            </a:extLst>
          </p:cNvPr>
          <p:cNvSpPr txBox="1"/>
          <p:nvPr/>
        </p:nvSpPr>
        <p:spPr>
          <a:xfrm>
            <a:off x="4526258" y="2391886"/>
            <a:ext cx="26581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(Qualidade + Operação)</a:t>
            </a:r>
          </a:p>
        </p:txBody>
      </p:sp>
      <p:sp>
        <p:nvSpPr>
          <p:cNvPr id="43" name="Google Shape;2081;p50">
            <a:extLst>
              <a:ext uri="{FF2B5EF4-FFF2-40B4-BE49-F238E27FC236}">
                <a16:creationId xmlns:a16="http://schemas.microsoft.com/office/drawing/2014/main" id="{84D48422-C7B9-D620-CB96-47E436022872}"/>
              </a:ext>
            </a:extLst>
          </p:cNvPr>
          <p:cNvSpPr/>
          <p:nvPr/>
        </p:nvSpPr>
        <p:spPr>
          <a:xfrm>
            <a:off x="742616" y="1295293"/>
            <a:ext cx="179751" cy="284697"/>
          </a:xfrm>
          <a:custGeom>
            <a:avLst/>
            <a:gdLst/>
            <a:ahLst/>
            <a:cxnLst/>
            <a:rect l="l" t="t" r="r" b="b"/>
            <a:pathLst>
              <a:path w="7240" h="11467" extrusionOk="0">
                <a:moveTo>
                  <a:pt x="1048" y="346"/>
                </a:moveTo>
                <a:cubicBezTo>
                  <a:pt x="1156" y="346"/>
                  <a:pt x="1239" y="441"/>
                  <a:pt x="1239" y="537"/>
                </a:cubicBezTo>
                <a:cubicBezTo>
                  <a:pt x="1239" y="644"/>
                  <a:pt x="1156" y="727"/>
                  <a:pt x="1048" y="727"/>
                </a:cubicBezTo>
                <a:cubicBezTo>
                  <a:pt x="941" y="727"/>
                  <a:pt x="858" y="644"/>
                  <a:pt x="858" y="537"/>
                </a:cubicBezTo>
                <a:cubicBezTo>
                  <a:pt x="858" y="429"/>
                  <a:pt x="941" y="346"/>
                  <a:pt x="1048" y="346"/>
                </a:cubicBezTo>
                <a:close/>
                <a:moveTo>
                  <a:pt x="3549" y="1203"/>
                </a:moveTo>
                <a:lnTo>
                  <a:pt x="3906" y="1453"/>
                </a:lnTo>
                <a:lnTo>
                  <a:pt x="3549" y="1453"/>
                </a:lnTo>
                <a:lnTo>
                  <a:pt x="3549" y="1203"/>
                </a:lnTo>
                <a:close/>
                <a:moveTo>
                  <a:pt x="6883" y="1060"/>
                </a:moveTo>
                <a:lnTo>
                  <a:pt x="6883" y="1072"/>
                </a:lnTo>
                <a:lnTo>
                  <a:pt x="6097" y="2799"/>
                </a:lnTo>
                <a:cubicBezTo>
                  <a:pt x="6085" y="2846"/>
                  <a:pt x="6085" y="2894"/>
                  <a:pt x="6097" y="2942"/>
                </a:cubicBezTo>
                <a:lnTo>
                  <a:pt x="6883" y="4680"/>
                </a:lnTo>
                <a:lnTo>
                  <a:pt x="4620" y="4680"/>
                </a:lnTo>
                <a:lnTo>
                  <a:pt x="4620" y="1608"/>
                </a:lnTo>
                <a:cubicBezTo>
                  <a:pt x="4620" y="1549"/>
                  <a:pt x="4597" y="1501"/>
                  <a:pt x="4549" y="1477"/>
                </a:cubicBezTo>
                <a:lnTo>
                  <a:pt x="3942" y="1060"/>
                </a:lnTo>
                <a:close/>
                <a:moveTo>
                  <a:pt x="6883" y="4680"/>
                </a:moveTo>
                <a:cubicBezTo>
                  <a:pt x="6883" y="4686"/>
                  <a:pt x="6880" y="4689"/>
                  <a:pt x="6878" y="4689"/>
                </a:cubicBezTo>
                <a:cubicBezTo>
                  <a:pt x="6877" y="4689"/>
                  <a:pt x="6877" y="4686"/>
                  <a:pt x="6883" y="4680"/>
                </a:cubicBezTo>
                <a:close/>
                <a:moveTo>
                  <a:pt x="4299" y="1787"/>
                </a:moveTo>
                <a:lnTo>
                  <a:pt x="4299" y="5394"/>
                </a:lnTo>
                <a:lnTo>
                  <a:pt x="1941" y="5406"/>
                </a:lnTo>
                <a:lnTo>
                  <a:pt x="1941" y="2692"/>
                </a:lnTo>
                <a:cubicBezTo>
                  <a:pt x="1941" y="2608"/>
                  <a:pt x="1870" y="2537"/>
                  <a:pt x="1787" y="2537"/>
                </a:cubicBezTo>
                <a:cubicBezTo>
                  <a:pt x="1691" y="2537"/>
                  <a:pt x="1620" y="2608"/>
                  <a:pt x="1620" y="2692"/>
                </a:cubicBezTo>
                <a:lnTo>
                  <a:pt x="1620" y="5406"/>
                </a:lnTo>
                <a:lnTo>
                  <a:pt x="1227" y="5406"/>
                </a:lnTo>
                <a:lnTo>
                  <a:pt x="1227" y="1787"/>
                </a:lnTo>
                <a:lnTo>
                  <a:pt x="1620" y="1787"/>
                </a:lnTo>
                <a:lnTo>
                  <a:pt x="1620" y="1989"/>
                </a:lnTo>
                <a:cubicBezTo>
                  <a:pt x="1620" y="2072"/>
                  <a:pt x="1691" y="2144"/>
                  <a:pt x="1787" y="2144"/>
                </a:cubicBezTo>
                <a:cubicBezTo>
                  <a:pt x="1870" y="2144"/>
                  <a:pt x="1941" y="2072"/>
                  <a:pt x="1941" y="1989"/>
                </a:cubicBezTo>
                <a:lnTo>
                  <a:pt x="1941" y="1787"/>
                </a:lnTo>
                <a:close/>
                <a:moveTo>
                  <a:pt x="1584" y="10764"/>
                </a:moveTo>
                <a:cubicBezTo>
                  <a:pt x="1691" y="10764"/>
                  <a:pt x="1787" y="10859"/>
                  <a:pt x="1787" y="10954"/>
                </a:cubicBezTo>
                <a:lnTo>
                  <a:pt x="1787" y="11145"/>
                </a:lnTo>
                <a:lnTo>
                  <a:pt x="322" y="11145"/>
                </a:lnTo>
                <a:lnTo>
                  <a:pt x="322" y="10954"/>
                </a:lnTo>
                <a:cubicBezTo>
                  <a:pt x="322" y="10847"/>
                  <a:pt x="417" y="10764"/>
                  <a:pt x="513" y="10764"/>
                </a:cubicBezTo>
                <a:close/>
                <a:moveTo>
                  <a:pt x="1048" y="1"/>
                </a:moveTo>
                <a:cubicBezTo>
                  <a:pt x="775" y="1"/>
                  <a:pt x="536" y="239"/>
                  <a:pt x="536" y="525"/>
                </a:cubicBezTo>
                <a:cubicBezTo>
                  <a:pt x="536" y="763"/>
                  <a:pt x="679" y="953"/>
                  <a:pt x="894" y="1037"/>
                </a:cubicBezTo>
                <a:lnTo>
                  <a:pt x="894" y="10419"/>
                </a:lnTo>
                <a:lnTo>
                  <a:pt x="513" y="10419"/>
                </a:lnTo>
                <a:cubicBezTo>
                  <a:pt x="215" y="10419"/>
                  <a:pt x="1" y="10657"/>
                  <a:pt x="1" y="10943"/>
                </a:cubicBezTo>
                <a:lnTo>
                  <a:pt x="1" y="11300"/>
                </a:lnTo>
                <a:cubicBezTo>
                  <a:pt x="1" y="11395"/>
                  <a:pt x="72" y="11466"/>
                  <a:pt x="155" y="11466"/>
                </a:cubicBezTo>
                <a:lnTo>
                  <a:pt x="1965" y="11466"/>
                </a:lnTo>
                <a:cubicBezTo>
                  <a:pt x="2049" y="11466"/>
                  <a:pt x="2120" y="11395"/>
                  <a:pt x="2120" y="11300"/>
                </a:cubicBezTo>
                <a:lnTo>
                  <a:pt x="2120" y="10943"/>
                </a:lnTo>
                <a:cubicBezTo>
                  <a:pt x="2120" y="10645"/>
                  <a:pt x="1882" y="10419"/>
                  <a:pt x="1608" y="10419"/>
                </a:cubicBezTo>
                <a:lnTo>
                  <a:pt x="1227" y="10419"/>
                </a:lnTo>
                <a:lnTo>
                  <a:pt x="1227" y="5740"/>
                </a:lnTo>
                <a:lnTo>
                  <a:pt x="4299" y="5740"/>
                </a:lnTo>
                <a:cubicBezTo>
                  <a:pt x="4489" y="5740"/>
                  <a:pt x="4632" y="5585"/>
                  <a:pt x="4632" y="5394"/>
                </a:cubicBezTo>
                <a:lnTo>
                  <a:pt x="4632" y="5025"/>
                </a:lnTo>
                <a:lnTo>
                  <a:pt x="6883" y="5025"/>
                </a:lnTo>
                <a:cubicBezTo>
                  <a:pt x="7002" y="5025"/>
                  <a:pt x="7109" y="4966"/>
                  <a:pt x="7180" y="4859"/>
                </a:cubicBezTo>
                <a:cubicBezTo>
                  <a:pt x="7228" y="4763"/>
                  <a:pt x="7240" y="4632"/>
                  <a:pt x="7180" y="4525"/>
                </a:cubicBezTo>
                <a:lnTo>
                  <a:pt x="6442" y="2882"/>
                </a:lnTo>
                <a:lnTo>
                  <a:pt x="7180" y="1227"/>
                </a:lnTo>
                <a:cubicBezTo>
                  <a:pt x="7228" y="1120"/>
                  <a:pt x="7228" y="989"/>
                  <a:pt x="7156" y="894"/>
                </a:cubicBezTo>
                <a:cubicBezTo>
                  <a:pt x="7097" y="787"/>
                  <a:pt x="6978" y="727"/>
                  <a:pt x="6859" y="727"/>
                </a:cubicBezTo>
                <a:lnTo>
                  <a:pt x="3358" y="727"/>
                </a:lnTo>
                <a:cubicBezTo>
                  <a:pt x="3275" y="727"/>
                  <a:pt x="3192" y="810"/>
                  <a:pt x="3192" y="894"/>
                </a:cubicBezTo>
                <a:lnTo>
                  <a:pt x="3192" y="1453"/>
                </a:lnTo>
                <a:lnTo>
                  <a:pt x="1215" y="1453"/>
                </a:lnTo>
                <a:lnTo>
                  <a:pt x="1215" y="1037"/>
                </a:lnTo>
                <a:cubicBezTo>
                  <a:pt x="1429" y="953"/>
                  <a:pt x="1572" y="763"/>
                  <a:pt x="1572" y="525"/>
                </a:cubicBezTo>
                <a:cubicBezTo>
                  <a:pt x="1572" y="227"/>
                  <a:pt x="1334" y="1"/>
                  <a:pt x="1048" y="1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" name="Google Shape;2561;p51">
            <a:extLst>
              <a:ext uri="{FF2B5EF4-FFF2-40B4-BE49-F238E27FC236}">
                <a16:creationId xmlns:a16="http://schemas.microsoft.com/office/drawing/2014/main" id="{D75C027A-B21D-9D6A-C7A9-66277DA84D2B}"/>
              </a:ext>
            </a:extLst>
          </p:cNvPr>
          <p:cNvGrpSpPr/>
          <p:nvPr/>
        </p:nvGrpSpPr>
        <p:grpSpPr>
          <a:xfrm>
            <a:off x="4592218" y="1365447"/>
            <a:ext cx="230870" cy="230118"/>
            <a:chOff x="852385" y="1510916"/>
            <a:chExt cx="353145" cy="351998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63" name="Google Shape;2562;p51">
              <a:extLst>
                <a:ext uri="{FF2B5EF4-FFF2-40B4-BE49-F238E27FC236}">
                  <a16:creationId xmlns:a16="http://schemas.microsoft.com/office/drawing/2014/main" id="{F797BBD9-FCA8-4B71-304D-9CC804074F76}"/>
                </a:ext>
              </a:extLst>
            </p:cNvPr>
            <p:cNvSpPr/>
            <p:nvPr/>
          </p:nvSpPr>
          <p:spPr>
            <a:xfrm>
              <a:off x="852385" y="1510916"/>
              <a:ext cx="353145" cy="187785"/>
            </a:xfrm>
            <a:custGeom>
              <a:avLst/>
              <a:gdLst/>
              <a:ahLst/>
              <a:cxnLst/>
              <a:rect l="l" t="t" r="r" b="b"/>
              <a:pathLst>
                <a:path w="11086" h="5895" extrusionOk="0">
                  <a:moveTo>
                    <a:pt x="6145" y="334"/>
                  </a:moveTo>
                  <a:lnTo>
                    <a:pt x="6145" y="703"/>
                  </a:lnTo>
                  <a:lnTo>
                    <a:pt x="4942" y="703"/>
                  </a:lnTo>
                  <a:lnTo>
                    <a:pt x="4942" y="334"/>
                  </a:lnTo>
                  <a:close/>
                  <a:moveTo>
                    <a:pt x="10764" y="1025"/>
                  </a:moveTo>
                  <a:lnTo>
                    <a:pt x="10764" y="1596"/>
                  </a:lnTo>
                  <a:lnTo>
                    <a:pt x="346" y="1596"/>
                  </a:lnTo>
                  <a:lnTo>
                    <a:pt x="346" y="1025"/>
                  </a:lnTo>
                  <a:close/>
                  <a:moveTo>
                    <a:pt x="4775" y="1"/>
                  </a:moveTo>
                  <a:cubicBezTo>
                    <a:pt x="4692" y="1"/>
                    <a:pt x="4621" y="84"/>
                    <a:pt x="4621" y="167"/>
                  </a:cubicBezTo>
                  <a:lnTo>
                    <a:pt x="4621" y="703"/>
                  </a:lnTo>
                  <a:lnTo>
                    <a:pt x="168" y="703"/>
                  </a:lnTo>
                  <a:cubicBezTo>
                    <a:pt x="72" y="703"/>
                    <a:pt x="1" y="775"/>
                    <a:pt x="1" y="870"/>
                  </a:cubicBezTo>
                  <a:lnTo>
                    <a:pt x="1" y="1751"/>
                  </a:lnTo>
                  <a:cubicBezTo>
                    <a:pt x="1" y="1834"/>
                    <a:pt x="72" y="1906"/>
                    <a:pt x="168" y="1906"/>
                  </a:cubicBezTo>
                  <a:lnTo>
                    <a:pt x="656" y="1906"/>
                  </a:lnTo>
                  <a:lnTo>
                    <a:pt x="656" y="2620"/>
                  </a:lnTo>
                  <a:cubicBezTo>
                    <a:pt x="656" y="2715"/>
                    <a:pt x="727" y="2787"/>
                    <a:pt x="822" y="2787"/>
                  </a:cubicBezTo>
                  <a:cubicBezTo>
                    <a:pt x="906" y="2787"/>
                    <a:pt x="989" y="2715"/>
                    <a:pt x="989" y="2620"/>
                  </a:cubicBezTo>
                  <a:lnTo>
                    <a:pt x="989" y="1906"/>
                  </a:lnTo>
                  <a:lnTo>
                    <a:pt x="10109" y="1906"/>
                  </a:lnTo>
                  <a:lnTo>
                    <a:pt x="10109" y="5740"/>
                  </a:lnTo>
                  <a:cubicBezTo>
                    <a:pt x="10109" y="5823"/>
                    <a:pt x="10181" y="5894"/>
                    <a:pt x="10276" y="5894"/>
                  </a:cubicBezTo>
                  <a:cubicBezTo>
                    <a:pt x="10359" y="5894"/>
                    <a:pt x="10431" y="5823"/>
                    <a:pt x="10431" y="5740"/>
                  </a:cubicBezTo>
                  <a:lnTo>
                    <a:pt x="10431" y="1918"/>
                  </a:lnTo>
                  <a:lnTo>
                    <a:pt x="10931" y="1918"/>
                  </a:lnTo>
                  <a:cubicBezTo>
                    <a:pt x="11014" y="1918"/>
                    <a:pt x="11086" y="1846"/>
                    <a:pt x="11086" y="1763"/>
                  </a:cubicBezTo>
                  <a:lnTo>
                    <a:pt x="11086" y="882"/>
                  </a:lnTo>
                  <a:cubicBezTo>
                    <a:pt x="11086" y="775"/>
                    <a:pt x="11014" y="703"/>
                    <a:pt x="10931" y="703"/>
                  </a:cubicBezTo>
                  <a:lnTo>
                    <a:pt x="6478" y="703"/>
                  </a:lnTo>
                  <a:lnTo>
                    <a:pt x="6478" y="167"/>
                  </a:lnTo>
                  <a:cubicBezTo>
                    <a:pt x="6478" y="84"/>
                    <a:pt x="6406" y="1"/>
                    <a:pt x="63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2563;p51">
              <a:extLst>
                <a:ext uri="{FF2B5EF4-FFF2-40B4-BE49-F238E27FC236}">
                  <a16:creationId xmlns:a16="http://schemas.microsoft.com/office/drawing/2014/main" id="{32009C02-F019-3953-1779-9E1D07B0FF6B}"/>
                </a:ext>
              </a:extLst>
            </p:cNvPr>
            <p:cNvSpPr/>
            <p:nvPr/>
          </p:nvSpPr>
          <p:spPr>
            <a:xfrm>
              <a:off x="852385" y="1609921"/>
              <a:ext cx="353145" cy="252992"/>
            </a:xfrm>
            <a:custGeom>
              <a:avLst/>
              <a:gdLst/>
              <a:ahLst/>
              <a:cxnLst/>
              <a:rect l="l" t="t" r="r" b="b"/>
              <a:pathLst>
                <a:path w="11086" h="7942" extrusionOk="0">
                  <a:moveTo>
                    <a:pt x="10764" y="4382"/>
                  </a:moveTo>
                  <a:lnTo>
                    <a:pt x="10764" y="4953"/>
                  </a:lnTo>
                  <a:lnTo>
                    <a:pt x="346" y="4953"/>
                  </a:lnTo>
                  <a:lnTo>
                    <a:pt x="346" y="4382"/>
                  </a:lnTo>
                  <a:close/>
                  <a:moveTo>
                    <a:pt x="6406" y="5275"/>
                  </a:moveTo>
                  <a:lnTo>
                    <a:pt x="6895" y="6168"/>
                  </a:lnTo>
                  <a:lnTo>
                    <a:pt x="4228" y="6168"/>
                  </a:lnTo>
                  <a:lnTo>
                    <a:pt x="4716" y="5275"/>
                  </a:lnTo>
                  <a:close/>
                  <a:moveTo>
                    <a:pt x="4335" y="5275"/>
                  </a:moveTo>
                  <a:lnTo>
                    <a:pt x="3049" y="7608"/>
                  </a:lnTo>
                  <a:lnTo>
                    <a:pt x="2573" y="7608"/>
                  </a:lnTo>
                  <a:lnTo>
                    <a:pt x="3859" y="5275"/>
                  </a:lnTo>
                  <a:close/>
                  <a:moveTo>
                    <a:pt x="7240" y="5275"/>
                  </a:moveTo>
                  <a:lnTo>
                    <a:pt x="8514" y="7608"/>
                  </a:lnTo>
                  <a:lnTo>
                    <a:pt x="8038" y="7608"/>
                  </a:lnTo>
                  <a:lnTo>
                    <a:pt x="6764" y="5275"/>
                  </a:lnTo>
                  <a:close/>
                  <a:moveTo>
                    <a:pt x="822" y="0"/>
                  </a:moveTo>
                  <a:cubicBezTo>
                    <a:pt x="727" y="0"/>
                    <a:pt x="656" y="84"/>
                    <a:pt x="656" y="167"/>
                  </a:cubicBezTo>
                  <a:lnTo>
                    <a:pt x="656" y="4072"/>
                  </a:lnTo>
                  <a:lnTo>
                    <a:pt x="168" y="4072"/>
                  </a:lnTo>
                  <a:cubicBezTo>
                    <a:pt x="72" y="4072"/>
                    <a:pt x="1" y="4144"/>
                    <a:pt x="1" y="4239"/>
                  </a:cubicBezTo>
                  <a:lnTo>
                    <a:pt x="1" y="5108"/>
                  </a:lnTo>
                  <a:cubicBezTo>
                    <a:pt x="1" y="5203"/>
                    <a:pt x="72" y="5275"/>
                    <a:pt x="168" y="5275"/>
                  </a:cubicBezTo>
                  <a:lnTo>
                    <a:pt x="3489" y="5275"/>
                  </a:lnTo>
                  <a:lnTo>
                    <a:pt x="2144" y="7704"/>
                  </a:lnTo>
                  <a:cubicBezTo>
                    <a:pt x="2120" y="7751"/>
                    <a:pt x="2120" y="7811"/>
                    <a:pt x="2144" y="7870"/>
                  </a:cubicBezTo>
                  <a:cubicBezTo>
                    <a:pt x="2180" y="7906"/>
                    <a:pt x="2239" y="7942"/>
                    <a:pt x="2275" y="7942"/>
                  </a:cubicBezTo>
                  <a:lnTo>
                    <a:pt x="3132" y="7942"/>
                  </a:lnTo>
                  <a:cubicBezTo>
                    <a:pt x="3192" y="7942"/>
                    <a:pt x="3251" y="7906"/>
                    <a:pt x="3275" y="7846"/>
                  </a:cubicBezTo>
                  <a:lnTo>
                    <a:pt x="3644" y="7168"/>
                  </a:lnTo>
                  <a:lnTo>
                    <a:pt x="4644" y="7168"/>
                  </a:lnTo>
                  <a:cubicBezTo>
                    <a:pt x="4728" y="7168"/>
                    <a:pt x="4811" y="7096"/>
                    <a:pt x="4811" y="7001"/>
                  </a:cubicBezTo>
                  <a:cubicBezTo>
                    <a:pt x="4811" y="6906"/>
                    <a:pt x="4728" y="6834"/>
                    <a:pt x="4644" y="6834"/>
                  </a:cubicBezTo>
                  <a:lnTo>
                    <a:pt x="3823" y="6834"/>
                  </a:lnTo>
                  <a:lnTo>
                    <a:pt x="4037" y="6465"/>
                  </a:lnTo>
                  <a:lnTo>
                    <a:pt x="7061" y="6465"/>
                  </a:lnTo>
                  <a:lnTo>
                    <a:pt x="7252" y="6834"/>
                  </a:lnTo>
                  <a:lnTo>
                    <a:pt x="5299" y="6834"/>
                  </a:lnTo>
                  <a:cubicBezTo>
                    <a:pt x="5216" y="6834"/>
                    <a:pt x="5133" y="6906"/>
                    <a:pt x="5133" y="7001"/>
                  </a:cubicBezTo>
                  <a:cubicBezTo>
                    <a:pt x="5133" y="7096"/>
                    <a:pt x="5216" y="7168"/>
                    <a:pt x="5299" y="7168"/>
                  </a:cubicBezTo>
                  <a:lnTo>
                    <a:pt x="7430" y="7168"/>
                  </a:lnTo>
                  <a:lnTo>
                    <a:pt x="7800" y="7846"/>
                  </a:lnTo>
                  <a:cubicBezTo>
                    <a:pt x="7835" y="7894"/>
                    <a:pt x="7895" y="7942"/>
                    <a:pt x="7954" y="7942"/>
                  </a:cubicBezTo>
                  <a:lnTo>
                    <a:pt x="8800" y="7942"/>
                  </a:lnTo>
                  <a:cubicBezTo>
                    <a:pt x="8859" y="7942"/>
                    <a:pt x="8907" y="7906"/>
                    <a:pt x="8931" y="7870"/>
                  </a:cubicBezTo>
                  <a:cubicBezTo>
                    <a:pt x="8966" y="7823"/>
                    <a:pt x="8966" y="7763"/>
                    <a:pt x="8931" y="7704"/>
                  </a:cubicBezTo>
                  <a:lnTo>
                    <a:pt x="7597" y="5275"/>
                  </a:lnTo>
                  <a:lnTo>
                    <a:pt x="10931" y="5275"/>
                  </a:lnTo>
                  <a:cubicBezTo>
                    <a:pt x="11014" y="5275"/>
                    <a:pt x="11086" y="5203"/>
                    <a:pt x="11086" y="5108"/>
                  </a:cubicBezTo>
                  <a:lnTo>
                    <a:pt x="11086" y="4239"/>
                  </a:lnTo>
                  <a:cubicBezTo>
                    <a:pt x="11086" y="4144"/>
                    <a:pt x="11014" y="4072"/>
                    <a:pt x="10931" y="4072"/>
                  </a:cubicBezTo>
                  <a:lnTo>
                    <a:pt x="10431" y="4072"/>
                  </a:lnTo>
                  <a:lnTo>
                    <a:pt x="10431" y="3263"/>
                  </a:lnTo>
                  <a:cubicBezTo>
                    <a:pt x="10431" y="3179"/>
                    <a:pt x="10359" y="3108"/>
                    <a:pt x="10276" y="3108"/>
                  </a:cubicBezTo>
                  <a:cubicBezTo>
                    <a:pt x="10181" y="3108"/>
                    <a:pt x="10109" y="3179"/>
                    <a:pt x="10109" y="3263"/>
                  </a:cubicBezTo>
                  <a:lnTo>
                    <a:pt x="10109" y="4072"/>
                  </a:lnTo>
                  <a:lnTo>
                    <a:pt x="989" y="4072"/>
                  </a:lnTo>
                  <a:lnTo>
                    <a:pt x="989" y="167"/>
                  </a:lnTo>
                  <a:cubicBezTo>
                    <a:pt x="989" y="84"/>
                    <a:pt x="906" y="0"/>
                    <a:pt x="8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2564;p51">
              <a:extLst>
                <a:ext uri="{FF2B5EF4-FFF2-40B4-BE49-F238E27FC236}">
                  <a16:creationId xmlns:a16="http://schemas.microsoft.com/office/drawing/2014/main" id="{94736649-D867-44C5-9561-881B77E9BA59}"/>
                </a:ext>
              </a:extLst>
            </p:cNvPr>
            <p:cNvSpPr/>
            <p:nvPr/>
          </p:nvSpPr>
          <p:spPr>
            <a:xfrm>
              <a:off x="928264" y="1584501"/>
              <a:ext cx="198775" cy="140735"/>
            </a:xfrm>
            <a:custGeom>
              <a:avLst/>
              <a:gdLst/>
              <a:ahLst/>
              <a:cxnLst/>
              <a:rect l="l" t="t" r="r" b="b"/>
              <a:pathLst>
                <a:path w="6240" h="4418" extrusionOk="0">
                  <a:moveTo>
                    <a:pt x="5608" y="322"/>
                  </a:moveTo>
                  <a:cubicBezTo>
                    <a:pt x="5787" y="322"/>
                    <a:pt x="5929" y="465"/>
                    <a:pt x="5929" y="643"/>
                  </a:cubicBezTo>
                  <a:cubicBezTo>
                    <a:pt x="5929" y="798"/>
                    <a:pt x="5775" y="953"/>
                    <a:pt x="5608" y="953"/>
                  </a:cubicBezTo>
                  <a:cubicBezTo>
                    <a:pt x="5453" y="953"/>
                    <a:pt x="5298" y="822"/>
                    <a:pt x="5298" y="643"/>
                  </a:cubicBezTo>
                  <a:cubicBezTo>
                    <a:pt x="5298" y="477"/>
                    <a:pt x="5429" y="322"/>
                    <a:pt x="5608" y="322"/>
                  </a:cubicBezTo>
                  <a:close/>
                  <a:moveTo>
                    <a:pt x="2131" y="1334"/>
                  </a:moveTo>
                  <a:cubicBezTo>
                    <a:pt x="2310" y="1334"/>
                    <a:pt x="2441" y="1477"/>
                    <a:pt x="2441" y="1656"/>
                  </a:cubicBezTo>
                  <a:cubicBezTo>
                    <a:pt x="2441" y="1834"/>
                    <a:pt x="2310" y="1965"/>
                    <a:pt x="2131" y="1965"/>
                  </a:cubicBezTo>
                  <a:cubicBezTo>
                    <a:pt x="1965" y="1965"/>
                    <a:pt x="1822" y="1834"/>
                    <a:pt x="1822" y="1656"/>
                  </a:cubicBezTo>
                  <a:cubicBezTo>
                    <a:pt x="1822" y="1489"/>
                    <a:pt x="1953" y="1334"/>
                    <a:pt x="2131" y="1334"/>
                  </a:cubicBezTo>
                  <a:close/>
                  <a:moveTo>
                    <a:pt x="4036" y="2429"/>
                  </a:moveTo>
                  <a:cubicBezTo>
                    <a:pt x="4215" y="2429"/>
                    <a:pt x="4346" y="2560"/>
                    <a:pt x="4346" y="2739"/>
                  </a:cubicBezTo>
                  <a:cubicBezTo>
                    <a:pt x="4346" y="2918"/>
                    <a:pt x="4203" y="3049"/>
                    <a:pt x="4036" y="3049"/>
                  </a:cubicBezTo>
                  <a:cubicBezTo>
                    <a:pt x="3870" y="3049"/>
                    <a:pt x="3727" y="2918"/>
                    <a:pt x="3727" y="2739"/>
                  </a:cubicBezTo>
                  <a:cubicBezTo>
                    <a:pt x="3727" y="2572"/>
                    <a:pt x="3858" y="2429"/>
                    <a:pt x="4036" y="2429"/>
                  </a:cubicBezTo>
                  <a:close/>
                  <a:moveTo>
                    <a:pt x="595" y="3501"/>
                  </a:moveTo>
                  <a:cubicBezTo>
                    <a:pt x="774" y="3501"/>
                    <a:pt x="905" y="3632"/>
                    <a:pt x="905" y="3811"/>
                  </a:cubicBezTo>
                  <a:cubicBezTo>
                    <a:pt x="905" y="3989"/>
                    <a:pt x="762" y="4120"/>
                    <a:pt x="595" y="4120"/>
                  </a:cubicBezTo>
                  <a:cubicBezTo>
                    <a:pt x="429" y="4120"/>
                    <a:pt x="286" y="3989"/>
                    <a:pt x="286" y="3811"/>
                  </a:cubicBezTo>
                  <a:cubicBezTo>
                    <a:pt x="286" y="3644"/>
                    <a:pt x="417" y="3501"/>
                    <a:pt x="595" y="3501"/>
                  </a:cubicBezTo>
                  <a:close/>
                  <a:moveTo>
                    <a:pt x="5608" y="1"/>
                  </a:moveTo>
                  <a:cubicBezTo>
                    <a:pt x="5275" y="1"/>
                    <a:pt x="4989" y="286"/>
                    <a:pt x="4989" y="632"/>
                  </a:cubicBezTo>
                  <a:cubicBezTo>
                    <a:pt x="4989" y="786"/>
                    <a:pt x="5048" y="941"/>
                    <a:pt x="5156" y="1048"/>
                  </a:cubicBezTo>
                  <a:lnTo>
                    <a:pt x="4239" y="2132"/>
                  </a:lnTo>
                  <a:cubicBezTo>
                    <a:pt x="4179" y="2120"/>
                    <a:pt x="4108" y="2096"/>
                    <a:pt x="4048" y="2096"/>
                  </a:cubicBezTo>
                  <a:cubicBezTo>
                    <a:pt x="3858" y="2096"/>
                    <a:pt x="3679" y="2191"/>
                    <a:pt x="3560" y="2334"/>
                  </a:cubicBezTo>
                  <a:lnTo>
                    <a:pt x="2739" y="1882"/>
                  </a:lnTo>
                  <a:cubicBezTo>
                    <a:pt x="2774" y="1798"/>
                    <a:pt x="2786" y="1727"/>
                    <a:pt x="2786" y="1656"/>
                  </a:cubicBezTo>
                  <a:cubicBezTo>
                    <a:pt x="2786" y="1310"/>
                    <a:pt x="2500" y="1024"/>
                    <a:pt x="2155" y="1024"/>
                  </a:cubicBezTo>
                  <a:cubicBezTo>
                    <a:pt x="1822" y="1024"/>
                    <a:pt x="1536" y="1310"/>
                    <a:pt x="1536" y="1656"/>
                  </a:cubicBezTo>
                  <a:cubicBezTo>
                    <a:pt x="1536" y="1822"/>
                    <a:pt x="1596" y="1953"/>
                    <a:pt x="1703" y="2072"/>
                  </a:cubicBezTo>
                  <a:lnTo>
                    <a:pt x="834" y="3203"/>
                  </a:lnTo>
                  <a:cubicBezTo>
                    <a:pt x="774" y="3191"/>
                    <a:pt x="703" y="3168"/>
                    <a:pt x="631" y="3168"/>
                  </a:cubicBezTo>
                  <a:cubicBezTo>
                    <a:pt x="286" y="3168"/>
                    <a:pt x="0" y="3453"/>
                    <a:pt x="0" y="3799"/>
                  </a:cubicBezTo>
                  <a:cubicBezTo>
                    <a:pt x="0" y="4144"/>
                    <a:pt x="286" y="4418"/>
                    <a:pt x="631" y="4418"/>
                  </a:cubicBezTo>
                  <a:cubicBezTo>
                    <a:pt x="965" y="4418"/>
                    <a:pt x="1250" y="4144"/>
                    <a:pt x="1250" y="3799"/>
                  </a:cubicBezTo>
                  <a:cubicBezTo>
                    <a:pt x="1250" y="3632"/>
                    <a:pt x="1191" y="3501"/>
                    <a:pt x="1084" y="3382"/>
                  </a:cubicBezTo>
                  <a:lnTo>
                    <a:pt x="1953" y="2251"/>
                  </a:lnTo>
                  <a:cubicBezTo>
                    <a:pt x="2012" y="2263"/>
                    <a:pt x="2084" y="2275"/>
                    <a:pt x="2155" y="2275"/>
                  </a:cubicBezTo>
                  <a:cubicBezTo>
                    <a:pt x="2310" y="2275"/>
                    <a:pt x="2441" y="2215"/>
                    <a:pt x="2560" y="2144"/>
                  </a:cubicBezTo>
                  <a:lnTo>
                    <a:pt x="3441" y="2632"/>
                  </a:lnTo>
                  <a:cubicBezTo>
                    <a:pt x="3441" y="2668"/>
                    <a:pt x="3429" y="2691"/>
                    <a:pt x="3429" y="2739"/>
                  </a:cubicBezTo>
                  <a:cubicBezTo>
                    <a:pt x="3429" y="3084"/>
                    <a:pt x="3703" y="3370"/>
                    <a:pt x="4048" y="3370"/>
                  </a:cubicBezTo>
                  <a:cubicBezTo>
                    <a:pt x="4394" y="3370"/>
                    <a:pt x="4679" y="3084"/>
                    <a:pt x="4679" y="2739"/>
                  </a:cubicBezTo>
                  <a:cubicBezTo>
                    <a:pt x="4679" y="2572"/>
                    <a:pt x="4620" y="2429"/>
                    <a:pt x="4513" y="2322"/>
                  </a:cubicBezTo>
                  <a:lnTo>
                    <a:pt x="5418" y="1239"/>
                  </a:lnTo>
                  <a:cubicBezTo>
                    <a:pt x="5477" y="1251"/>
                    <a:pt x="5548" y="1263"/>
                    <a:pt x="5608" y="1263"/>
                  </a:cubicBezTo>
                  <a:cubicBezTo>
                    <a:pt x="5953" y="1263"/>
                    <a:pt x="6239" y="989"/>
                    <a:pt x="6239" y="643"/>
                  </a:cubicBezTo>
                  <a:cubicBezTo>
                    <a:pt x="6239" y="286"/>
                    <a:pt x="5953" y="1"/>
                    <a:pt x="56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" name="Google Shape;3637;p53">
            <a:extLst>
              <a:ext uri="{FF2B5EF4-FFF2-40B4-BE49-F238E27FC236}">
                <a16:creationId xmlns:a16="http://schemas.microsoft.com/office/drawing/2014/main" id="{7F79AFE7-B87C-103D-BF75-C61A63BA7D40}"/>
              </a:ext>
            </a:extLst>
          </p:cNvPr>
          <p:cNvGrpSpPr/>
          <p:nvPr/>
        </p:nvGrpSpPr>
        <p:grpSpPr>
          <a:xfrm>
            <a:off x="8674540" y="1374330"/>
            <a:ext cx="286642" cy="288164"/>
            <a:chOff x="7098912" y="1969392"/>
            <a:chExt cx="359651" cy="361560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67" name="Google Shape;3638;p53">
              <a:extLst>
                <a:ext uri="{FF2B5EF4-FFF2-40B4-BE49-F238E27FC236}">
                  <a16:creationId xmlns:a16="http://schemas.microsoft.com/office/drawing/2014/main" id="{175EF017-E012-C480-241E-09C03DB9405F}"/>
                </a:ext>
              </a:extLst>
            </p:cNvPr>
            <p:cNvSpPr/>
            <p:nvPr/>
          </p:nvSpPr>
          <p:spPr>
            <a:xfrm>
              <a:off x="7098912" y="2127607"/>
              <a:ext cx="134567" cy="202582"/>
            </a:xfrm>
            <a:custGeom>
              <a:avLst/>
              <a:gdLst/>
              <a:ahLst/>
              <a:cxnLst/>
              <a:rect l="l" t="t" r="r" b="b"/>
              <a:pathLst>
                <a:path w="4228" h="6365" extrusionOk="0">
                  <a:moveTo>
                    <a:pt x="2108" y="331"/>
                  </a:moveTo>
                  <a:cubicBezTo>
                    <a:pt x="2153" y="331"/>
                    <a:pt x="2198" y="334"/>
                    <a:pt x="2239" y="340"/>
                  </a:cubicBezTo>
                  <a:cubicBezTo>
                    <a:pt x="2978" y="399"/>
                    <a:pt x="3537" y="1042"/>
                    <a:pt x="3537" y="1780"/>
                  </a:cubicBezTo>
                  <a:cubicBezTo>
                    <a:pt x="3537" y="2483"/>
                    <a:pt x="3704" y="3138"/>
                    <a:pt x="3847" y="3483"/>
                  </a:cubicBezTo>
                  <a:lnTo>
                    <a:pt x="3847" y="3495"/>
                  </a:lnTo>
                  <a:cubicBezTo>
                    <a:pt x="3656" y="3602"/>
                    <a:pt x="3335" y="3793"/>
                    <a:pt x="2787" y="3912"/>
                  </a:cubicBezTo>
                  <a:lnTo>
                    <a:pt x="2787" y="3864"/>
                  </a:lnTo>
                  <a:lnTo>
                    <a:pt x="2787" y="3531"/>
                  </a:lnTo>
                  <a:cubicBezTo>
                    <a:pt x="3001" y="3412"/>
                    <a:pt x="3180" y="3233"/>
                    <a:pt x="3299" y="3007"/>
                  </a:cubicBezTo>
                  <a:cubicBezTo>
                    <a:pt x="3537" y="2590"/>
                    <a:pt x="3454" y="2066"/>
                    <a:pt x="3108" y="1745"/>
                  </a:cubicBezTo>
                  <a:cubicBezTo>
                    <a:pt x="2870" y="1518"/>
                    <a:pt x="2430" y="1245"/>
                    <a:pt x="1727" y="1245"/>
                  </a:cubicBezTo>
                  <a:cubicBezTo>
                    <a:pt x="1680" y="1245"/>
                    <a:pt x="1632" y="1268"/>
                    <a:pt x="1608" y="1292"/>
                  </a:cubicBezTo>
                  <a:lnTo>
                    <a:pt x="1251" y="1649"/>
                  </a:lnTo>
                  <a:cubicBezTo>
                    <a:pt x="1192" y="1709"/>
                    <a:pt x="1192" y="1816"/>
                    <a:pt x="1251" y="1888"/>
                  </a:cubicBezTo>
                  <a:cubicBezTo>
                    <a:pt x="1281" y="1917"/>
                    <a:pt x="1323" y="1932"/>
                    <a:pt x="1366" y="1932"/>
                  </a:cubicBezTo>
                  <a:cubicBezTo>
                    <a:pt x="1409" y="1932"/>
                    <a:pt x="1454" y="1917"/>
                    <a:pt x="1489" y="1888"/>
                  </a:cubicBezTo>
                  <a:lnTo>
                    <a:pt x="1799" y="1578"/>
                  </a:lnTo>
                  <a:cubicBezTo>
                    <a:pt x="2239" y="1590"/>
                    <a:pt x="2608" y="1721"/>
                    <a:pt x="2882" y="1983"/>
                  </a:cubicBezTo>
                  <a:cubicBezTo>
                    <a:pt x="3120" y="2185"/>
                    <a:pt x="3180" y="2542"/>
                    <a:pt x="3025" y="2828"/>
                  </a:cubicBezTo>
                  <a:cubicBezTo>
                    <a:pt x="2823" y="3173"/>
                    <a:pt x="2466" y="3376"/>
                    <a:pt x="2085" y="3376"/>
                  </a:cubicBezTo>
                  <a:cubicBezTo>
                    <a:pt x="1489" y="3376"/>
                    <a:pt x="1013" y="2900"/>
                    <a:pt x="1013" y="2304"/>
                  </a:cubicBezTo>
                  <a:cubicBezTo>
                    <a:pt x="1013" y="2209"/>
                    <a:pt x="942" y="2138"/>
                    <a:pt x="846" y="2138"/>
                  </a:cubicBezTo>
                  <a:cubicBezTo>
                    <a:pt x="763" y="2138"/>
                    <a:pt x="680" y="2209"/>
                    <a:pt x="680" y="2304"/>
                  </a:cubicBezTo>
                  <a:cubicBezTo>
                    <a:pt x="680" y="2828"/>
                    <a:pt x="965" y="3292"/>
                    <a:pt x="1394" y="3519"/>
                  </a:cubicBezTo>
                  <a:lnTo>
                    <a:pt x="1394" y="3852"/>
                  </a:lnTo>
                  <a:lnTo>
                    <a:pt x="1394" y="3900"/>
                  </a:lnTo>
                  <a:cubicBezTo>
                    <a:pt x="834" y="3781"/>
                    <a:pt x="501" y="3602"/>
                    <a:pt x="370" y="3495"/>
                  </a:cubicBezTo>
                  <a:cubicBezTo>
                    <a:pt x="370" y="3495"/>
                    <a:pt x="358" y="3495"/>
                    <a:pt x="370" y="3483"/>
                  </a:cubicBezTo>
                  <a:cubicBezTo>
                    <a:pt x="525" y="3138"/>
                    <a:pt x="680" y="2483"/>
                    <a:pt x="680" y="1780"/>
                  </a:cubicBezTo>
                  <a:cubicBezTo>
                    <a:pt x="680" y="1042"/>
                    <a:pt x="1251" y="399"/>
                    <a:pt x="1977" y="340"/>
                  </a:cubicBezTo>
                  <a:cubicBezTo>
                    <a:pt x="2019" y="334"/>
                    <a:pt x="2064" y="331"/>
                    <a:pt x="2108" y="331"/>
                  </a:cubicBezTo>
                  <a:close/>
                  <a:moveTo>
                    <a:pt x="2442" y="3662"/>
                  </a:moveTo>
                  <a:lnTo>
                    <a:pt x="2442" y="3852"/>
                  </a:lnTo>
                  <a:cubicBezTo>
                    <a:pt x="2442" y="4043"/>
                    <a:pt x="2549" y="4221"/>
                    <a:pt x="2727" y="4316"/>
                  </a:cubicBezTo>
                  <a:lnTo>
                    <a:pt x="2823" y="4376"/>
                  </a:lnTo>
                  <a:cubicBezTo>
                    <a:pt x="2680" y="4626"/>
                    <a:pt x="2382" y="4793"/>
                    <a:pt x="2073" y="4793"/>
                  </a:cubicBezTo>
                  <a:cubicBezTo>
                    <a:pt x="1751" y="4793"/>
                    <a:pt x="1477" y="4626"/>
                    <a:pt x="1311" y="4376"/>
                  </a:cubicBezTo>
                  <a:lnTo>
                    <a:pt x="1418" y="4316"/>
                  </a:lnTo>
                  <a:cubicBezTo>
                    <a:pt x="1596" y="4221"/>
                    <a:pt x="1692" y="4043"/>
                    <a:pt x="1692" y="3852"/>
                  </a:cubicBezTo>
                  <a:lnTo>
                    <a:pt x="1692" y="3662"/>
                  </a:lnTo>
                  <a:cubicBezTo>
                    <a:pt x="1811" y="3685"/>
                    <a:pt x="1930" y="3709"/>
                    <a:pt x="2073" y="3709"/>
                  </a:cubicBezTo>
                  <a:cubicBezTo>
                    <a:pt x="2192" y="3709"/>
                    <a:pt x="2323" y="3685"/>
                    <a:pt x="2442" y="3662"/>
                  </a:cubicBezTo>
                  <a:close/>
                  <a:moveTo>
                    <a:pt x="2096" y="0"/>
                  </a:moveTo>
                  <a:cubicBezTo>
                    <a:pt x="2040" y="0"/>
                    <a:pt x="1983" y="6"/>
                    <a:pt x="1930" y="18"/>
                  </a:cubicBezTo>
                  <a:cubicBezTo>
                    <a:pt x="1037" y="102"/>
                    <a:pt x="334" y="875"/>
                    <a:pt x="334" y="1780"/>
                  </a:cubicBezTo>
                  <a:cubicBezTo>
                    <a:pt x="334" y="2435"/>
                    <a:pt x="180" y="3042"/>
                    <a:pt x="60" y="3364"/>
                  </a:cubicBezTo>
                  <a:cubicBezTo>
                    <a:pt x="1" y="3507"/>
                    <a:pt x="37" y="3673"/>
                    <a:pt x="180" y="3781"/>
                  </a:cubicBezTo>
                  <a:cubicBezTo>
                    <a:pt x="311" y="3888"/>
                    <a:pt x="596" y="4043"/>
                    <a:pt x="1037" y="4162"/>
                  </a:cubicBezTo>
                  <a:lnTo>
                    <a:pt x="382" y="4495"/>
                  </a:lnTo>
                  <a:cubicBezTo>
                    <a:pt x="144" y="4614"/>
                    <a:pt x="1" y="4852"/>
                    <a:pt x="1" y="5114"/>
                  </a:cubicBezTo>
                  <a:lnTo>
                    <a:pt x="1" y="6209"/>
                  </a:lnTo>
                  <a:cubicBezTo>
                    <a:pt x="1" y="6293"/>
                    <a:pt x="72" y="6364"/>
                    <a:pt x="156" y="6364"/>
                  </a:cubicBezTo>
                  <a:cubicBezTo>
                    <a:pt x="251" y="6364"/>
                    <a:pt x="322" y="6293"/>
                    <a:pt x="322" y="6209"/>
                  </a:cubicBezTo>
                  <a:lnTo>
                    <a:pt x="322" y="5114"/>
                  </a:lnTo>
                  <a:cubicBezTo>
                    <a:pt x="322" y="4983"/>
                    <a:pt x="394" y="4852"/>
                    <a:pt x="537" y="4793"/>
                  </a:cubicBezTo>
                  <a:lnTo>
                    <a:pt x="1049" y="4519"/>
                  </a:lnTo>
                  <a:cubicBezTo>
                    <a:pt x="1275" y="4900"/>
                    <a:pt x="1680" y="5138"/>
                    <a:pt x="2108" y="5138"/>
                  </a:cubicBezTo>
                  <a:cubicBezTo>
                    <a:pt x="2561" y="5138"/>
                    <a:pt x="2942" y="4900"/>
                    <a:pt x="3168" y="4519"/>
                  </a:cubicBezTo>
                  <a:lnTo>
                    <a:pt x="3692" y="4793"/>
                  </a:lnTo>
                  <a:cubicBezTo>
                    <a:pt x="3811" y="4852"/>
                    <a:pt x="3894" y="4983"/>
                    <a:pt x="3894" y="5114"/>
                  </a:cubicBezTo>
                  <a:lnTo>
                    <a:pt x="3894" y="6209"/>
                  </a:lnTo>
                  <a:cubicBezTo>
                    <a:pt x="3894" y="6293"/>
                    <a:pt x="3966" y="6364"/>
                    <a:pt x="4061" y="6364"/>
                  </a:cubicBezTo>
                  <a:cubicBezTo>
                    <a:pt x="4144" y="6364"/>
                    <a:pt x="4228" y="6293"/>
                    <a:pt x="4228" y="6209"/>
                  </a:cubicBezTo>
                  <a:lnTo>
                    <a:pt x="4228" y="5114"/>
                  </a:lnTo>
                  <a:cubicBezTo>
                    <a:pt x="4192" y="4852"/>
                    <a:pt x="4049" y="4614"/>
                    <a:pt x="3811" y="4495"/>
                  </a:cubicBezTo>
                  <a:lnTo>
                    <a:pt x="3156" y="4162"/>
                  </a:lnTo>
                  <a:cubicBezTo>
                    <a:pt x="3597" y="4043"/>
                    <a:pt x="3870" y="3888"/>
                    <a:pt x="4013" y="3781"/>
                  </a:cubicBezTo>
                  <a:cubicBezTo>
                    <a:pt x="4156" y="3685"/>
                    <a:pt x="4192" y="3507"/>
                    <a:pt x="4132" y="3364"/>
                  </a:cubicBezTo>
                  <a:cubicBezTo>
                    <a:pt x="4001" y="3042"/>
                    <a:pt x="3847" y="2435"/>
                    <a:pt x="3847" y="1780"/>
                  </a:cubicBezTo>
                  <a:cubicBezTo>
                    <a:pt x="3847" y="875"/>
                    <a:pt x="3156" y="90"/>
                    <a:pt x="2263" y="18"/>
                  </a:cubicBezTo>
                  <a:cubicBezTo>
                    <a:pt x="2210" y="6"/>
                    <a:pt x="2153" y="0"/>
                    <a:pt x="20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68" name="Google Shape;3639;p53">
              <a:extLst>
                <a:ext uri="{FF2B5EF4-FFF2-40B4-BE49-F238E27FC236}">
                  <a16:creationId xmlns:a16="http://schemas.microsoft.com/office/drawing/2014/main" id="{E5F4173C-8151-7870-AE8D-70545DB2F141}"/>
                </a:ext>
              </a:extLst>
            </p:cNvPr>
            <p:cNvSpPr/>
            <p:nvPr/>
          </p:nvSpPr>
          <p:spPr>
            <a:xfrm>
              <a:off x="7120141" y="2297184"/>
              <a:ext cx="10662" cy="33005"/>
            </a:xfrm>
            <a:custGeom>
              <a:avLst/>
              <a:gdLst/>
              <a:ahLst/>
              <a:cxnLst/>
              <a:rect l="l" t="t" r="r" b="b"/>
              <a:pathLst>
                <a:path w="335" h="1037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881"/>
                  </a:lnTo>
                  <a:cubicBezTo>
                    <a:pt x="1" y="965"/>
                    <a:pt x="72" y="1036"/>
                    <a:pt x="167" y="1036"/>
                  </a:cubicBezTo>
                  <a:cubicBezTo>
                    <a:pt x="251" y="1036"/>
                    <a:pt x="334" y="965"/>
                    <a:pt x="334" y="881"/>
                  </a:cubicBezTo>
                  <a:lnTo>
                    <a:pt x="334" y="167"/>
                  </a:lnTo>
                  <a:cubicBezTo>
                    <a:pt x="334" y="72"/>
                    <a:pt x="251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69" name="Google Shape;3640;p53">
              <a:extLst>
                <a:ext uri="{FF2B5EF4-FFF2-40B4-BE49-F238E27FC236}">
                  <a16:creationId xmlns:a16="http://schemas.microsoft.com/office/drawing/2014/main" id="{7D3EE644-ADBE-7D5D-18AE-300A3C2BBFE1}"/>
                </a:ext>
              </a:extLst>
            </p:cNvPr>
            <p:cNvSpPr/>
            <p:nvPr/>
          </p:nvSpPr>
          <p:spPr>
            <a:xfrm>
              <a:off x="7199360" y="2297184"/>
              <a:ext cx="10248" cy="33005"/>
            </a:xfrm>
            <a:custGeom>
              <a:avLst/>
              <a:gdLst/>
              <a:ahLst/>
              <a:cxnLst/>
              <a:rect l="l" t="t" r="r" b="b"/>
              <a:pathLst>
                <a:path w="322" h="1037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881"/>
                  </a:lnTo>
                  <a:cubicBezTo>
                    <a:pt x="0" y="965"/>
                    <a:pt x="72" y="1036"/>
                    <a:pt x="167" y="1036"/>
                  </a:cubicBezTo>
                  <a:cubicBezTo>
                    <a:pt x="250" y="1036"/>
                    <a:pt x="322" y="965"/>
                    <a:pt x="322" y="881"/>
                  </a:cubicBezTo>
                  <a:lnTo>
                    <a:pt x="322" y="167"/>
                  </a:lnTo>
                  <a:cubicBezTo>
                    <a:pt x="322" y="72"/>
                    <a:pt x="250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0" name="Google Shape;3641;p53">
              <a:extLst>
                <a:ext uri="{FF2B5EF4-FFF2-40B4-BE49-F238E27FC236}">
                  <a16:creationId xmlns:a16="http://schemas.microsoft.com/office/drawing/2014/main" id="{A9B7CCCA-C55A-7A28-524A-62A750883F6E}"/>
                </a:ext>
              </a:extLst>
            </p:cNvPr>
            <p:cNvSpPr/>
            <p:nvPr/>
          </p:nvSpPr>
          <p:spPr>
            <a:xfrm>
              <a:off x="7357001" y="2165704"/>
              <a:ext cx="56876" cy="17823"/>
            </a:xfrm>
            <a:custGeom>
              <a:avLst/>
              <a:gdLst/>
              <a:ahLst/>
              <a:cxnLst/>
              <a:rect l="l" t="t" r="r" b="b"/>
              <a:pathLst>
                <a:path w="1787" h="560" extrusionOk="0">
                  <a:moveTo>
                    <a:pt x="630" y="0"/>
                  </a:moveTo>
                  <a:cubicBezTo>
                    <a:pt x="478" y="0"/>
                    <a:pt x="311" y="14"/>
                    <a:pt x="131" y="48"/>
                  </a:cubicBezTo>
                  <a:cubicBezTo>
                    <a:pt x="60" y="71"/>
                    <a:pt x="0" y="143"/>
                    <a:pt x="0" y="214"/>
                  </a:cubicBezTo>
                  <a:lnTo>
                    <a:pt x="0" y="393"/>
                  </a:lnTo>
                  <a:cubicBezTo>
                    <a:pt x="0" y="488"/>
                    <a:pt x="72" y="560"/>
                    <a:pt x="167" y="560"/>
                  </a:cubicBezTo>
                  <a:cubicBezTo>
                    <a:pt x="250" y="560"/>
                    <a:pt x="322" y="488"/>
                    <a:pt x="322" y="393"/>
                  </a:cubicBezTo>
                  <a:lnTo>
                    <a:pt x="322" y="345"/>
                  </a:lnTo>
                  <a:cubicBezTo>
                    <a:pt x="436" y="334"/>
                    <a:pt x="543" y="328"/>
                    <a:pt x="642" y="328"/>
                  </a:cubicBezTo>
                  <a:cubicBezTo>
                    <a:pt x="851" y="328"/>
                    <a:pt x="1022" y="352"/>
                    <a:pt x="1143" y="393"/>
                  </a:cubicBezTo>
                  <a:cubicBezTo>
                    <a:pt x="1369" y="452"/>
                    <a:pt x="1488" y="524"/>
                    <a:pt x="1488" y="524"/>
                  </a:cubicBezTo>
                  <a:cubicBezTo>
                    <a:pt x="1512" y="548"/>
                    <a:pt x="1548" y="560"/>
                    <a:pt x="1572" y="560"/>
                  </a:cubicBezTo>
                  <a:cubicBezTo>
                    <a:pt x="1631" y="560"/>
                    <a:pt x="1679" y="524"/>
                    <a:pt x="1715" y="488"/>
                  </a:cubicBezTo>
                  <a:cubicBezTo>
                    <a:pt x="1786" y="405"/>
                    <a:pt x="1762" y="310"/>
                    <a:pt x="1679" y="262"/>
                  </a:cubicBezTo>
                  <a:cubicBezTo>
                    <a:pt x="1660" y="252"/>
                    <a:pt x="1280" y="0"/>
                    <a:pt x="6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1" name="Google Shape;3642;p53">
              <a:extLst>
                <a:ext uri="{FF2B5EF4-FFF2-40B4-BE49-F238E27FC236}">
                  <a16:creationId xmlns:a16="http://schemas.microsoft.com/office/drawing/2014/main" id="{0364CE94-F834-4F3B-8478-85D944CED879}"/>
                </a:ext>
              </a:extLst>
            </p:cNvPr>
            <p:cNvSpPr/>
            <p:nvPr/>
          </p:nvSpPr>
          <p:spPr>
            <a:xfrm>
              <a:off x="7312666" y="2133113"/>
              <a:ext cx="145897" cy="197840"/>
            </a:xfrm>
            <a:custGeom>
              <a:avLst/>
              <a:gdLst/>
              <a:ahLst/>
              <a:cxnLst/>
              <a:rect l="l" t="t" r="r" b="b"/>
              <a:pathLst>
                <a:path w="4584" h="6216" extrusionOk="0">
                  <a:moveTo>
                    <a:pt x="3536" y="345"/>
                  </a:moveTo>
                  <a:lnTo>
                    <a:pt x="3536" y="1167"/>
                  </a:lnTo>
                  <a:cubicBezTo>
                    <a:pt x="3536" y="1298"/>
                    <a:pt x="3512" y="1453"/>
                    <a:pt x="3453" y="1572"/>
                  </a:cubicBezTo>
                  <a:lnTo>
                    <a:pt x="3393" y="1703"/>
                  </a:lnTo>
                  <a:cubicBezTo>
                    <a:pt x="3370" y="1726"/>
                    <a:pt x="3370" y="1750"/>
                    <a:pt x="3370" y="1774"/>
                  </a:cubicBezTo>
                  <a:lnTo>
                    <a:pt x="3370" y="2131"/>
                  </a:lnTo>
                  <a:cubicBezTo>
                    <a:pt x="3358" y="2417"/>
                    <a:pt x="3239" y="2703"/>
                    <a:pt x="3036" y="2905"/>
                  </a:cubicBezTo>
                  <a:cubicBezTo>
                    <a:pt x="2834" y="3108"/>
                    <a:pt x="2568" y="3204"/>
                    <a:pt x="2288" y="3204"/>
                  </a:cubicBezTo>
                  <a:cubicBezTo>
                    <a:pt x="2271" y="3204"/>
                    <a:pt x="2255" y="3203"/>
                    <a:pt x="2238" y="3203"/>
                  </a:cubicBezTo>
                  <a:cubicBezTo>
                    <a:pt x="1667" y="3191"/>
                    <a:pt x="1203" y="2679"/>
                    <a:pt x="1203" y="2072"/>
                  </a:cubicBezTo>
                  <a:lnTo>
                    <a:pt x="1203" y="1774"/>
                  </a:lnTo>
                  <a:cubicBezTo>
                    <a:pt x="1203" y="1750"/>
                    <a:pt x="1203" y="1726"/>
                    <a:pt x="1191" y="1703"/>
                  </a:cubicBezTo>
                  <a:lnTo>
                    <a:pt x="1131" y="1572"/>
                  </a:lnTo>
                  <a:cubicBezTo>
                    <a:pt x="1072" y="1453"/>
                    <a:pt x="1036" y="1298"/>
                    <a:pt x="1036" y="1167"/>
                  </a:cubicBezTo>
                  <a:cubicBezTo>
                    <a:pt x="1036" y="702"/>
                    <a:pt x="1405" y="345"/>
                    <a:pt x="1857" y="345"/>
                  </a:cubicBezTo>
                  <a:close/>
                  <a:moveTo>
                    <a:pt x="1726" y="3417"/>
                  </a:moveTo>
                  <a:cubicBezTo>
                    <a:pt x="1869" y="3489"/>
                    <a:pt x="2048" y="3512"/>
                    <a:pt x="2227" y="3536"/>
                  </a:cubicBezTo>
                  <a:lnTo>
                    <a:pt x="2274" y="3536"/>
                  </a:lnTo>
                  <a:cubicBezTo>
                    <a:pt x="2465" y="3536"/>
                    <a:pt x="2643" y="3489"/>
                    <a:pt x="2822" y="3429"/>
                  </a:cubicBezTo>
                  <a:lnTo>
                    <a:pt x="2822" y="3655"/>
                  </a:lnTo>
                  <a:cubicBezTo>
                    <a:pt x="2822" y="3691"/>
                    <a:pt x="2834" y="3750"/>
                    <a:pt x="2834" y="3798"/>
                  </a:cubicBezTo>
                  <a:lnTo>
                    <a:pt x="2274" y="4227"/>
                  </a:lnTo>
                  <a:lnTo>
                    <a:pt x="1703" y="3798"/>
                  </a:lnTo>
                  <a:cubicBezTo>
                    <a:pt x="1726" y="3750"/>
                    <a:pt x="1726" y="3715"/>
                    <a:pt x="1726" y="3655"/>
                  </a:cubicBezTo>
                  <a:lnTo>
                    <a:pt x="1726" y="3417"/>
                  </a:lnTo>
                  <a:close/>
                  <a:moveTo>
                    <a:pt x="1857" y="0"/>
                  </a:moveTo>
                  <a:cubicBezTo>
                    <a:pt x="1215" y="0"/>
                    <a:pt x="691" y="524"/>
                    <a:pt x="691" y="1167"/>
                  </a:cubicBezTo>
                  <a:cubicBezTo>
                    <a:pt x="691" y="1357"/>
                    <a:pt x="738" y="1548"/>
                    <a:pt x="834" y="1715"/>
                  </a:cubicBezTo>
                  <a:lnTo>
                    <a:pt x="869" y="1810"/>
                  </a:lnTo>
                  <a:lnTo>
                    <a:pt x="869" y="2072"/>
                  </a:lnTo>
                  <a:cubicBezTo>
                    <a:pt x="869" y="2536"/>
                    <a:pt x="1084" y="2941"/>
                    <a:pt x="1405" y="3215"/>
                  </a:cubicBezTo>
                  <a:lnTo>
                    <a:pt x="1405" y="3667"/>
                  </a:lnTo>
                  <a:cubicBezTo>
                    <a:pt x="1405" y="3739"/>
                    <a:pt x="1369" y="3810"/>
                    <a:pt x="1286" y="3846"/>
                  </a:cubicBezTo>
                  <a:lnTo>
                    <a:pt x="441" y="4155"/>
                  </a:lnTo>
                  <a:cubicBezTo>
                    <a:pt x="179" y="4262"/>
                    <a:pt x="0" y="4512"/>
                    <a:pt x="0" y="4810"/>
                  </a:cubicBezTo>
                  <a:lnTo>
                    <a:pt x="0" y="6048"/>
                  </a:lnTo>
                  <a:cubicBezTo>
                    <a:pt x="0" y="6132"/>
                    <a:pt x="72" y="6215"/>
                    <a:pt x="155" y="6215"/>
                  </a:cubicBezTo>
                  <a:cubicBezTo>
                    <a:pt x="250" y="6215"/>
                    <a:pt x="322" y="6132"/>
                    <a:pt x="322" y="6048"/>
                  </a:cubicBezTo>
                  <a:lnTo>
                    <a:pt x="322" y="4810"/>
                  </a:lnTo>
                  <a:cubicBezTo>
                    <a:pt x="322" y="4655"/>
                    <a:pt x="417" y="4524"/>
                    <a:pt x="560" y="4465"/>
                  </a:cubicBezTo>
                  <a:lnTo>
                    <a:pt x="1405" y="4155"/>
                  </a:lnTo>
                  <a:cubicBezTo>
                    <a:pt x="1453" y="4143"/>
                    <a:pt x="1500" y="4108"/>
                    <a:pt x="1524" y="4084"/>
                  </a:cubicBezTo>
                  <a:lnTo>
                    <a:pt x="2119" y="4524"/>
                  </a:lnTo>
                  <a:lnTo>
                    <a:pt x="2119" y="6036"/>
                  </a:lnTo>
                  <a:cubicBezTo>
                    <a:pt x="2119" y="6120"/>
                    <a:pt x="2203" y="6191"/>
                    <a:pt x="2286" y="6191"/>
                  </a:cubicBezTo>
                  <a:cubicBezTo>
                    <a:pt x="2369" y="6191"/>
                    <a:pt x="2453" y="6120"/>
                    <a:pt x="2453" y="6036"/>
                  </a:cubicBezTo>
                  <a:lnTo>
                    <a:pt x="2453" y="4512"/>
                  </a:lnTo>
                  <a:lnTo>
                    <a:pt x="3048" y="4072"/>
                  </a:lnTo>
                  <a:cubicBezTo>
                    <a:pt x="3084" y="4096"/>
                    <a:pt x="3120" y="4108"/>
                    <a:pt x="3167" y="4143"/>
                  </a:cubicBezTo>
                  <a:lnTo>
                    <a:pt x="4012" y="4453"/>
                  </a:lnTo>
                  <a:cubicBezTo>
                    <a:pt x="4155" y="4512"/>
                    <a:pt x="4251" y="4643"/>
                    <a:pt x="4251" y="4798"/>
                  </a:cubicBezTo>
                  <a:lnTo>
                    <a:pt x="4251" y="6036"/>
                  </a:lnTo>
                  <a:cubicBezTo>
                    <a:pt x="4251" y="6120"/>
                    <a:pt x="4322" y="6191"/>
                    <a:pt x="4417" y="6191"/>
                  </a:cubicBezTo>
                  <a:cubicBezTo>
                    <a:pt x="4501" y="6191"/>
                    <a:pt x="4572" y="6120"/>
                    <a:pt x="4572" y="6036"/>
                  </a:cubicBezTo>
                  <a:lnTo>
                    <a:pt x="4572" y="4798"/>
                  </a:lnTo>
                  <a:cubicBezTo>
                    <a:pt x="4584" y="4512"/>
                    <a:pt x="4382" y="4251"/>
                    <a:pt x="4120" y="4143"/>
                  </a:cubicBezTo>
                  <a:lnTo>
                    <a:pt x="3274" y="3834"/>
                  </a:lnTo>
                  <a:cubicBezTo>
                    <a:pt x="3191" y="3798"/>
                    <a:pt x="3155" y="3727"/>
                    <a:pt x="3155" y="3655"/>
                  </a:cubicBezTo>
                  <a:lnTo>
                    <a:pt x="3155" y="3215"/>
                  </a:lnTo>
                  <a:cubicBezTo>
                    <a:pt x="3179" y="3191"/>
                    <a:pt x="3227" y="3155"/>
                    <a:pt x="3250" y="3131"/>
                  </a:cubicBezTo>
                  <a:cubicBezTo>
                    <a:pt x="3536" y="2858"/>
                    <a:pt x="3691" y="2500"/>
                    <a:pt x="3691" y="2119"/>
                  </a:cubicBezTo>
                  <a:lnTo>
                    <a:pt x="3691" y="1810"/>
                  </a:lnTo>
                  <a:lnTo>
                    <a:pt x="3727" y="1715"/>
                  </a:lnTo>
                  <a:cubicBezTo>
                    <a:pt x="3822" y="1548"/>
                    <a:pt x="3870" y="1357"/>
                    <a:pt x="3870" y="1167"/>
                  </a:cubicBezTo>
                  <a:lnTo>
                    <a:pt x="3870" y="167"/>
                  </a:lnTo>
                  <a:cubicBezTo>
                    <a:pt x="3870" y="71"/>
                    <a:pt x="3786" y="0"/>
                    <a:pt x="37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2" name="Google Shape;3643;p53">
              <a:extLst>
                <a:ext uri="{FF2B5EF4-FFF2-40B4-BE49-F238E27FC236}">
                  <a16:creationId xmlns:a16="http://schemas.microsoft.com/office/drawing/2014/main" id="{8ED4AB0D-D1BE-4B86-EA8F-8512C0BC619F}"/>
                </a:ext>
              </a:extLst>
            </p:cNvPr>
            <p:cNvSpPr/>
            <p:nvPr/>
          </p:nvSpPr>
          <p:spPr>
            <a:xfrm>
              <a:off x="7340324" y="2291486"/>
              <a:ext cx="10630" cy="38702"/>
            </a:xfrm>
            <a:custGeom>
              <a:avLst/>
              <a:gdLst/>
              <a:ahLst/>
              <a:cxnLst/>
              <a:rect l="l" t="t" r="r" b="b"/>
              <a:pathLst>
                <a:path w="334" h="1216" extrusionOk="0">
                  <a:moveTo>
                    <a:pt x="167" y="1"/>
                  </a:moveTo>
                  <a:cubicBezTo>
                    <a:pt x="84" y="1"/>
                    <a:pt x="0" y="72"/>
                    <a:pt x="0" y="167"/>
                  </a:cubicBezTo>
                  <a:lnTo>
                    <a:pt x="0" y="1060"/>
                  </a:lnTo>
                  <a:cubicBezTo>
                    <a:pt x="0" y="1144"/>
                    <a:pt x="84" y="1215"/>
                    <a:pt x="167" y="1215"/>
                  </a:cubicBezTo>
                  <a:cubicBezTo>
                    <a:pt x="262" y="1215"/>
                    <a:pt x="334" y="1144"/>
                    <a:pt x="334" y="1060"/>
                  </a:cubicBezTo>
                  <a:lnTo>
                    <a:pt x="334" y="167"/>
                  </a:lnTo>
                  <a:cubicBezTo>
                    <a:pt x="334" y="72"/>
                    <a:pt x="262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3" name="Google Shape;3644;p53">
              <a:extLst>
                <a:ext uri="{FF2B5EF4-FFF2-40B4-BE49-F238E27FC236}">
                  <a16:creationId xmlns:a16="http://schemas.microsoft.com/office/drawing/2014/main" id="{FF3EDFC4-567C-549D-A3AA-67D983755BE0}"/>
                </a:ext>
              </a:extLst>
            </p:cNvPr>
            <p:cNvSpPr/>
            <p:nvPr/>
          </p:nvSpPr>
          <p:spPr>
            <a:xfrm>
              <a:off x="7419511" y="2291486"/>
              <a:ext cx="10630" cy="38702"/>
            </a:xfrm>
            <a:custGeom>
              <a:avLst/>
              <a:gdLst/>
              <a:ahLst/>
              <a:cxnLst/>
              <a:rect l="l" t="t" r="r" b="b"/>
              <a:pathLst>
                <a:path w="334" h="1216" extrusionOk="0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lnTo>
                    <a:pt x="1" y="1060"/>
                  </a:lnTo>
                  <a:cubicBezTo>
                    <a:pt x="1" y="1144"/>
                    <a:pt x="72" y="1215"/>
                    <a:pt x="167" y="1215"/>
                  </a:cubicBezTo>
                  <a:cubicBezTo>
                    <a:pt x="251" y="1215"/>
                    <a:pt x="334" y="1144"/>
                    <a:pt x="334" y="1060"/>
                  </a:cubicBezTo>
                  <a:lnTo>
                    <a:pt x="334" y="167"/>
                  </a:lnTo>
                  <a:cubicBezTo>
                    <a:pt x="334" y="72"/>
                    <a:pt x="251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4" name="Google Shape;3645;p53">
              <a:extLst>
                <a:ext uri="{FF2B5EF4-FFF2-40B4-BE49-F238E27FC236}">
                  <a16:creationId xmlns:a16="http://schemas.microsoft.com/office/drawing/2014/main" id="{25E72767-30F6-011C-502D-9E41C5EE44EE}"/>
                </a:ext>
              </a:extLst>
            </p:cNvPr>
            <p:cNvSpPr/>
            <p:nvPr/>
          </p:nvSpPr>
          <p:spPr>
            <a:xfrm>
              <a:off x="7153878" y="1969392"/>
              <a:ext cx="225498" cy="188355"/>
            </a:xfrm>
            <a:custGeom>
              <a:avLst/>
              <a:gdLst/>
              <a:ahLst/>
              <a:cxnLst/>
              <a:rect l="l" t="t" r="r" b="b"/>
              <a:pathLst>
                <a:path w="7085" h="5918" extrusionOk="0">
                  <a:moveTo>
                    <a:pt x="2441" y="4227"/>
                  </a:moveTo>
                  <a:lnTo>
                    <a:pt x="2346" y="4608"/>
                  </a:lnTo>
                  <a:lnTo>
                    <a:pt x="2132" y="4608"/>
                  </a:lnTo>
                  <a:cubicBezTo>
                    <a:pt x="1917" y="4608"/>
                    <a:pt x="1751" y="4442"/>
                    <a:pt x="1751" y="4239"/>
                  </a:cubicBezTo>
                  <a:lnTo>
                    <a:pt x="1751" y="4227"/>
                  </a:lnTo>
                  <a:close/>
                  <a:moveTo>
                    <a:pt x="5668" y="310"/>
                  </a:moveTo>
                  <a:cubicBezTo>
                    <a:pt x="5882" y="310"/>
                    <a:pt x="6037" y="477"/>
                    <a:pt x="6037" y="679"/>
                  </a:cubicBezTo>
                  <a:lnTo>
                    <a:pt x="6037" y="3525"/>
                  </a:lnTo>
                  <a:cubicBezTo>
                    <a:pt x="6037" y="3739"/>
                    <a:pt x="5882" y="3894"/>
                    <a:pt x="5668" y="3894"/>
                  </a:cubicBezTo>
                  <a:lnTo>
                    <a:pt x="4251" y="3894"/>
                  </a:lnTo>
                  <a:cubicBezTo>
                    <a:pt x="4227" y="3894"/>
                    <a:pt x="4179" y="3918"/>
                    <a:pt x="4156" y="3930"/>
                  </a:cubicBezTo>
                  <a:lnTo>
                    <a:pt x="2572" y="5084"/>
                  </a:lnTo>
                  <a:lnTo>
                    <a:pt x="2810" y="4108"/>
                  </a:lnTo>
                  <a:cubicBezTo>
                    <a:pt x="2822" y="4061"/>
                    <a:pt x="2810" y="4001"/>
                    <a:pt x="2786" y="3953"/>
                  </a:cubicBezTo>
                  <a:cubicBezTo>
                    <a:pt x="2751" y="3918"/>
                    <a:pt x="2703" y="3894"/>
                    <a:pt x="2644" y="3894"/>
                  </a:cubicBezTo>
                  <a:lnTo>
                    <a:pt x="703" y="3894"/>
                  </a:lnTo>
                  <a:cubicBezTo>
                    <a:pt x="489" y="3894"/>
                    <a:pt x="322" y="3739"/>
                    <a:pt x="322" y="3525"/>
                  </a:cubicBezTo>
                  <a:lnTo>
                    <a:pt x="322" y="679"/>
                  </a:lnTo>
                  <a:cubicBezTo>
                    <a:pt x="322" y="477"/>
                    <a:pt x="489" y="310"/>
                    <a:pt x="703" y="310"/>
                  </a:cubicBezTo>
                  <a:close/>
                  <a:moveTo>
                    <a:pt x="6382" y="1036"/>
                  </a:moveTo>
                  <a:cubicBezTo>
                    <a:pt x="6585" y="1036"/>
                    <a:pt x="6751" y="1203"/>
                    <a:pt x="6751" y="1417"/>
                  </a:cubicBezTo>
                  <a:lnTo>
                    <a:pt x="6751" y="4251"/>
                  </a:lnTo>
                  <a:lnTo>
                    <a:pt x="6739" y="4251"/>
                  </a:lnTo>
                  <a:cubicBezTo>
                    <a:pt x="6739" y="4465"/>
                    <a:pt x="6573" y="4632"/>
                    <a:pt x="6370" y="4632"/>
                  </a:cubicBezTo>
                  <a:lnTo>
                    <a:pt x="4953" y="4632"/>
                  </a:lnTo>
                  <a:cubicBezTo>
                    <a:pt x="4906" y="4632"/>
                    <a:pt x="4870" y="4644"/>
                    <a:pt x="4822" y="4692"/>
                  </a:cubicBezTo>
                  <a:cubicBezTo>
                    <a:pt x="4787" y="4727"/>
                    <a:pt x="4775" y="4775"/>
                    <a:pt x="4787" y="4823"/>
                  </a:cubicBezTo>
                  <a:lnTo>
                    <a:pt x="4906" y="5501"/>
                  </a:lnTo>
                  <a:lnTo>
                    <a:pt x="3691" y="4692"/>
                  </a:lnTo>
                  <a:lnTo>
                    <a:pt x="4299" y="4239"/>
                  </a:lnTo>
                  <a:lnTo>
                    <a:pt x="5668" y="4239"/>
                  </a:lnTo>
                  <a:cubicBezTo>
                    <a:pt x="6049" y="4239"/>
                    <a:pt x="6370" y="3930"/>
                    <a:pt x="6370" y="3537"/>
                  </a:cubicBezTo>
                  <a:lnTo>
                    <a:pt x="6370" y="1036"/>
                  </a:lnTo>
                  <a:close/>
                  <a:moveTo>
                    <a:pt x="703" y="1"/>
                  </a:moveTo>
                  <a:cubicBezTo>
                    <a:pt x="310" y="1"/>
                    <a:pt x="0" y="310"/>
                    <a:pt x="0" y="703"/>
                  </a:cubicBezTo>
                  <a:lnTo>
                    <a:pt x="0" y="3537"/>
                  </a:lnTo>
                  <a:cubicBezTo>
                    <a:pt x="0" y="3930"/>
                    <a:pt x="310" y="4239"/>
                    <a:pt x="703" y="4239"/>
                  </a:cubicBezTo>
                  <a:lnTo>
                    <a:pt x="1405" y="4239"/>
                  </a:lnTo>
                  <a:lnTo>
                    <a:pt x="1405" y="4251"/>
                  </a:lnTo>
                  <a:cubicBezTo>
                    <a:pt x="1405" y="4644"/>
                    <a:pt x="1727" y="4954"/>
                    <a:pt x="2108" y="4954"/>
                  </a:cubicBezTo>
                  <a:lnTo>
                    <a:pt x="2263" y="4954"/>
                  </a:lnTo>
                  <a:lnTo>
                    <a:pt x="2203" y="5227"/>
                  </a:lnTo>
                  <a:cubicBezTo>
                    <a:pt x="2167" y="5323"/>
                    <a:pt x="2215" y="5430"/>
                    <a:pt x="2298" y="5489"/>
                  </a:cubicBezTo>
                  <a:cubicBezTo>
                    <a:pt x="2346" y="5525"/>
                    <a:pt x="2394" y="5537"/>
                    <a:pt x="2453" y="5537"/>
                  </a:cubicBezTo>
                  <a:cubicBezTo>
                    <a:pt x="2513" y="5537"/>
                    <a:pt x="2560" y="5525"/>
                    <a:pt x="2596" y="5489"/>
                  </a:cubicBezTo>
                  <a:lnTo>
                    <a:pt x="3334" y="4954"/>
                  </a:lnTo>
                  <a:lnTo>
                    <a:pt x="3489" y="4954"/>
                  </a:lnTo>
                  <a:lnTo>
                    <a:pt x="4882" y="5882"/>
                  </a:lnTo>
                  <a:cubicBezTo>
                    <a:pt x="4918" y="5906"/>
                    <a:pt x="4965" y="5918"/>
                    <a:pt x="5013" y="5918"/>
                  </a:cubicBezTo>
                  <a:cubicBezTo>
                    <a:pt x="5061" y="5918"/>
                    <a:pt x="5096" y="5906"/>
                    <a:pt x="5144" y="5882"/>
                  </a:cubicBezTo>
                  <a:cubicBezTo>
                    <a:pt x="5239" y="5823"/>
                    <a:pt x="5287" y="5727"/>
                    <a:pt x="5263" y="5620"/>
                  </a:cubicBezTo>
                  <a:lnTo>
                    <a:pt x="5168" y="4954"/>
                  </a:lnTo>
                  <a:lnTo>
                    <a:pt x="6382" y="4954"/>
                  </a:lnTo>
                  <a:cubicBezTo>
                    <a:pt x="6763" y="4954"/>
                    <a:pt x="7085" y="4644"/>
                    <a:pt x="7085" y="4251"/>
                  </a:cubicBezTo>
                  <a:lnTo>
                    <a:pt x="7085" y="1417"/>
                  </a:lnTo>
                  <a:cubicBezTo>
                    <a:pt x="7085" y="1024"/>
                    <a:pt x="6775" y="715"/>
                    <a:pt x="6382" y="715"/>
                  </a:cubicBezTo>
                  <a:cubicBezTo>
                    <a:pt x="6370" y="310"/>
                    <a:pt x="6061" y="1"/>
                    <a:pt x="56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5" name="Google Shape;3646;p53">
              <a:extLst>
                <a:ext uri="{FF2B5EF4-FFF2-40B4-BE49-F238E27FC236}">
                  <a16:creationId xmlns:a16="http://schemas.microsoft.com/office/drawing/2014/main" id="{12596032-4F82-2592-22FE-40FCA75A3494}"/>
                </a:ext>
              </a:extLst>
            </p:cNvPr>
            <p:cNvSpPr/>
            <p:nvPr/>
          </p:nvSpPr>
          <p:spPr>
            <a:xfrm>
              <a:off x="7193663" y="2003511"/>
              <a:ext cx="27308" cy="10248"/>
            </a:xfrm>
            <a:custGeom>
              <a:avLst/>
              <a:gdLst/>
              <a:ahLst/>
              <a:cxnLst/>
              <a:rect l="l" t="t" r="r" b="b"/>
              <a:pathLst>
                <a:path w="858" h="322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7" y="322"/>
                  </a:cubicBezTo>
                  <a:lnTo>
                    <a:pt x="703" y="322"/>
                  </a:lnTo>
                  <a:cubicBezTo>
                    <a:pt x="786" y="322"/>
                    <a:pt x="858" y="250"/>
                    <a:pt x="858" y="167"/>
                  </a:cubicBezTo>
                  <a:cubicBezTo>
                    <a:pt x="858" y="72"/>
                    <a:pt x="786" y="0"/>
                    <a:pt x="7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6" name="Google Shape;3647;p53">
              <a:extLst>
                <a:ext uri="{FF2B5EF4-FFF2-40B4-BE49-F238E27FC236}">
                  <a16:creationId xmlns:a16="http://schemas.microsoft.com/office/drawing/2014/main" id="{138F0CCE-7292-AA44-1AE0-83EFE54F4155}"/>
                </a:ext>
              </a:extLst>
            </p:cNvPr>
            <p:cNvSpPr/>
            <p:nvPr/>
          </p:nvSpPr>
          <p:spPr>
            <a:xfrm>
              <a:off x="7233065" y="2003511"/>
              <a:ext cx="83802" cy="10248"/>
            </a:xfrm>
            <a:custGeom>
              <a:avLst/>
              <a:gdLst/>
              <a:ahLst/>
              <a:cxnLst/>
              <a:rect l="l" t="t" r="r" b="b"/>
              <a:pathLst>
                <a:path w="2633" h="322" extrusionOk="0">
                  <a:moveTo>
                    <a:pt x="156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6" y="322"/>
                  </a:cubicBezTo>
                  <a:lnTo>
                    <a:pt x="2465" y="322"/>
                  </a:lnTo>
                  <a:cubicBezTo>
                    <a:pt x="2561" y="322"/>
                    <a:pt x="2632" y="250"/>
                    <a:pt x="2632" y="167"/>
                  </a:cubicBezTo>
                  <a:cubicBezTo>
                    <a:pt x="2632" y="72"/>
                    <a:pt x="2573" y="0"/>
                    <a:pt x="24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7" name="Google Shape;3648;p53">
              <a:extLst>
                <a:ext uri="{FF2B5EF4-FFF2-40B4-BE49-F238E27FC236}">
                  <a16:creationId xmlns:a16="http://schemas.microsoft.com/office/drawing/2014/main" id="{EBC35933-F59A-55CA-8DEF-F4FDE68F1018}"/>
                </a:ext>
              </a:extLst>
            </p:cNvPr>
            <p:cNvSpPr/>
            <p:nvPr/>
          </p:nvSpPr>
          <p:spPr>
            <a:xfrm>
              <a:off x="7193281" y="2031933"/>
              <a:ext cx="123936" cy="10248"/>
            </a:xfrm>
            <a:custGeom>
              <a:avLst/>
              <a:gdLst/>
              <a:ahLst/>
              <a:cxnLst/>
              <a:rect l="l" t="t" r="r" b="b"/>
              <a:pathLst>
                <a:path w="3894" h="322" extrusionOk="0">
                  <a:moveTo>
                    <a:pt x="155" y="0"/>
                  </a:moveTo>
                  <a:cubicBezTo>
                    <a:pt x="72" y="0"/>
                    <a:pt x="1" y="71"/>
                    <a:pt x="1" y="167"/>
                  </a:cubicBezTo>
                  <a:cubicBezTo>
                    <a:pt x="1" y="250"/>
                    <a:pt x="72" y="322"/>
                    <a:pt x="155" y="322"/>
                  </a:cubicBezTo>
                  <a:lnTo>
                    <a:pt x="3715" y="322"/>
                  </a:lnTo>
                  <a:cubicBezTo>
                    <a:pt x="3811" y="322"/>
                    <a:pt x="3882" y="250"/>
                    <a:pt x="3882" y="167"/>
                  </a:cubicBezTo>
                  <a:cubicBezTo>
                    <a:pt x="3894" y="71"/>
                    <a:pt x="3823" y="0"/>
                    <a:pt x="37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8" name="Google Shape;3649;p53">
              <a:extLst>
                <a:ext uri="{FF2B5EF4-FFF2-40B4-BE49-F238E27FC236}">
                  <a16:creationId xmlns:a16="http://schemas.microsoft.com/office/drawing/2014/main" id="{AEEF7099-FCF7-5CCC-5066-539EA02DDB18}"/>
                </a:ext>
              </a:extLst>
            </p:cNvPr>
            <p:cNvSpPr/>
            <p:nvPr/>
          </p:nvSpPr>
          <p:spPr>
            <a:xfrm>
              <a:off x="7193663" y="2059973"/>
              <a:ext cx="83770" cy="10248"/>
            </a:xfrm>
            <a:custGeom>
              <a:avLst/>
              <a:gdLst/>
              <a:ahLst/>
              <a:cxnLst/>
              <a:rect l="l" t="t" r="r" b="b"/>
              <a:pathLst>
                <a:path w="2632" h="322" extrusionOk="0">
                  <a:moveTo>
                    <a:pt x="167" y="0"/>
                  </a:moveTo>
                  <a:cubicBezTo>
                    <a:pt x="72" y="0"/>
                    <a:pt x="1" y="72"/>
                    <a:pt x="1" y="155"/>
                  </a:cubicBezTo>
                  <a:cubicBezTo>
                    <a:pt x="1" y="250"/>
                    <a:pt x="72" y="322"/>
                    <a:pt x="167" y="322"/>
                  </a:cubicBezTo>
                  <a:lnTo>
                    <a:pt x="2465" y="322"/>
                  </a:lnTo>
                  <a:cubicBezTo>
                    <a:pt x="2560" y="322"/>
                    <a:pt x="2632" y="250"/>
                    <a:pt x="2632" y="155"/>
                  </a:cubicBezTo>
                  <a:cubicBezTo>
                    <a:pt x="2632" y="72"/>
                    <a:pt x="2560" y="0"/>
                    <a:pt x="24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9" name="Google Shape;3650;p53">
              <a:extLst>
                <a:ext uri="{FF2B5EF4-FFF2-40B4-BE49-F238E27FC236}">
                  <a16:creationId xmlns:a16="http://schemas.microsoft.com/office/drawing/2014/main" id="{416A08E0-8D99-B2C1-08E0-EE555F39A2CC}"/>
                </a:ext>
              </a:extLst>
            </p:cNvPr>
            <p:cNvSpPr/>
            <p:nvPr/>
          </p:nvSpPr>
          <p:spPr>
            <a:xfrm>
              <a:off x="7289145" y="2059973"/>
              <a:ext cx="27722" cy="10248"/>
            </a:xfrm>
            <a:custGeom>
              <a:avLst/>
              <a:gdLst/>
              <a:ahLst/>
              <a:cxnLst/>
              <a:rect l="l" t="t" r="r" b="b"/>
              <a:pathLst>
                <a:path w="871" h="322" extrusionOk="0">
                  <a:moveTo>
                    <a:pt x="168" y="0"/>
                  </a:moveTo>
                  <a:cubicBezTo>
                    <a:pt x="84" y="0"/>
                    <a:pt x="1" y="72"/>
                    <a:pt x="1" y="155"/>
                  </a:cubicBezTo>
                  <a:cubicBezTo>
                    <a:pt x="1" y="250"/>
                    <a:pt x="84" y="322"/>
                    <a:pt x="168" y="322"/>
                  </a:cubicBezTo>
                  <a:lnTo>
                    <a:pt x="703" y="322"/>
                  </a:lnTo>
                  <a:cubicBezTo>
                    <a:pt x="799" y="322"/>
                    <a:pt x="870" y="250"/>
                    <a:pt x="870" y="155"/>
                  </a:cubicBezTo>
                  <a:cubicBezTo>
                    <a:pt x="870" y="72"/>
                    <a:pt x="811" y="0"/>
                    <a:pt x="7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</p:grp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22C96152-F786-C6EF-8DDB-857CC3BA7809}"/>
              </a:ext>
            </a:extLst>
          </p:cNvPr>
          <p:cNvSpPr txBox="1"/>
          <p:nvPr/>
        </p:nvSpPr>
        <p:spPr>
          <a:xfrm>
            <a:off x="8702714" y="2369706"/>
            <a:ext cx="26581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(Qualidade + Operação)</a:t>
            </a:r>
          </a:p>
        </p:txBody>
      </p:sp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7367A1E8-85F5-8439-3791-7EF5AF702DF6}"/>
              </a:ext>
            </a:extLst>
          </p:cNvPr>
          <p:cNvSpPr txBox="1"/>
          <p:nvPr/>
        </p:nvSpPr>
        <p:spPr>
          <a:xfrm>
            <a:off x="819351" y="2382336"/>
            <a:ext cx="26581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(Qualidade + Operação)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3E662BA-4241-FDCC-27C3-F65E86C0F053}"/>
              </a:ext>
            </a:extLst>
          </p:cNvPr>
          <p:cNvSpPr/>
          <p:nvPr/>
        </p:nvSpPr>
        <p:spPr>
          <a:xfrm>
            <a:off x="0" y="-51217"/>
            <a:ext cx="12192000" cy="627321"/>
          </a:xfrm>
          <a:prstGeom prst="rect">
            <a:avLst/>
          </a:prstGeom>
          <a:gradFill>
            <a:gsLst>
              <a:gs pos="3000">
                <a:srgbClr val="002060"/>
              </a:gs>
              <a:gs pos="61000">
                <a:schemeClr val="accent5">
                  <a:lumMod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11CAB21-826E-5DFC-F826-1ACEDD9B2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875" y="48669"/>
            <a:ext cx="6790413" cy="365121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EFCDA690-DB04-8189-6FB0-A88F5B66F791}"/>
              </a:ext>
            </a:extLst>
          </p:cNvPr>
          <p:cNvSpPr txBox="1">
            <a:spLocks/>
          </p:cNvSpPr>
          <p:nvPr/>
        </p:nvSpPr>
        <p:spPr>
          <a:xfrm>
            <a:off x="324876" y="0"/>
            <a:ext cx="9144000" cy="4890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Monitorias Realizadas 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9FDCB3A6-751A-97AC-9847-7C7B31FF35F1}"/>
              </a:ext>
            </a:extLst>
          </p:cNvPr>
          <p:cNvSpPr/>
          <p:nvPr/>
        </p:nvSpPr>
        <p:spPr>
          <a:xfrm>
            <a:off x="9868931" y="156148"/>
            <a:ext cx="1418303" cy="193089"/>
          </a:xfrm>
          <a:prstGeom prst="roundRect">
            <a:avLst>
              <a:gd name="adj" fmla="val 42683"/>
            </a:avLst>
          </a:prstGeom>
          <a:solidFill>
            <a:schemeClr val="bg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5B35220F-A673-609E-F986-64B72EB6302A}"/>
              </a:ext>
            </a:extLst>
          </p:cNvPr>
          <p:cNvSpPr/>
          <p:nvPr/>
        </p:nvSpPr>
        <p:spPr>
          <a:xfrm>
            <a:off x="6488656" y="3507077"/>
            <a:ext cx="4716379" cy="2358190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7381C6E-871A-9BB3-B095-F93C94D3D628}"/>
              </a:ext>
            </a:extLst>
          </p:cNvPr>
          <p:cNvSpPr/>
          <p:nvPr/>
        </p:nvSpPr>
        <p:spPr>
          <a:xfrm>
            <a:off x="671128" y="3507077"/>
            <a:ext cx="4716379" cy="2358190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C5135827-81F6-4517-B98F-DF4DDF6689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6477911"/>
              </p:ext>
            </p:extLst>
          </p:nvPr>
        </p:nvGraphicFramePr>
        <p:xfrm>
          <a:off x="6767876" y="3656357"/>
          <a:ext cx="4157940" cy="20596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B1FCA504-DDEB-28DB-A716-7C07B9FE51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37043072"/>
              </p:ext>
            </p:extLst>
          </p:nvPr>
        </p:nvGraphicFramePr>
        <p:xfrm>
          <a:off x="823674" y="3656357"/>
          <a:ext cx="4157940" cy="20596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Título 1">
            <a:extLst>
              <a:ext uri="{FF2B5EF4-FFF2-40B4-BE49-F238E27FC236}">
                <a16:creationId xmlns:a16="http://schemas.microsoft.com/office/drawing/2014/main" id="{C4F7E689-CFBB-76C3-AE6A-4E3EDA7FDB42}"/>
              </a:ext>
            </a:extLst>
          </p:cNvPr>
          <p:cNvSpPr txBox="1">
            <a:spLocks/>
          </p:cNvSpPr>
          <p:nvPr/>
        </p:nvSpPr>
        <p:spPr>
          <a:xfrm>
            <a:off x="3282825" y="2879929"/>
            <a:ext cx="5168247" cy="5566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VISÃO POR CICLO </a:t>
            </a: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A9793297-14F4-DEB8-564F-A65CF4B3B8C1}"/>
              </a:ext>
            </a:extLst>
          </p:cNvPr>
          <p:cNvSpPr txBox="1">
            <a:spLocks/>
          </p:cNvSpPr>
          <p:nvPr/>
        </p:nvSpPr>
        <p:spPr>
          <a:xfrm>
            <a:off x="3139268" y="532473"/>
            <a:ext cx="5168247" cy="5566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VISÃO MENSAL 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590DAB6-F522-1499-1642-5C8F8BD330FE}"/>
              </a:ext>
            </a:extLst>
          </p:cNvPr>
          <p:cNvSpPr txBox="1"/>
          <p:nvPr/>
        </p:nvSpPr>
        <p:spPr>
          <a:xfrm>
            <a:off x="2585507" y="1827979"/>
            <a:ext cx="777384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monitorias</a:t>
            </a:r>
          </a:p>
          <a:p>
            <a:pPr algn="ctr"/>
            <a:r>
              <a:rPr lang="pt-BR" sz="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justificadas*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D8435C3-F3F7-84C7-C4C5-CAE5D6161A05}"/>
              </a:ext>
            </a:extLst>
          </p:cNvPr>
          <p:cNvSpPr txBox="1"/>
          <p:nvPr/>
        </p:nvSpPr>
        <p:spPr>
          <a:xfrm>
            <a:off x="10711720" y="1824605"/>
            <a:ext cx="777384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monitorias</a:t>
            </a:r>
          </a:p>
          <a:p>
            <a:pPr algn="ctr"/>
            <a:r>
              <a:rPr lang="pt-BR" sz="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justificadas*</a:t>
            </a:r>
          </a:p>
        </p:txBody>
      </p:sp>
    </p:spTree>
    <p:extLst>
      <p:ext uri="{BB962C8B-B14F-4D97-AF65-F5344CB8AC3E}">
        <p14:creationId xmlns:p14="http://schemas.microsoft.com/office/powerpoint/2010/main" val="453265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B36C86-52C6-1825-6E0F-EE786B263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880E80E-34C2-4D7E-0BB4-F2D8B66A003F}"/>
              </a:ext>
            </a:extLst>
          </p:cNvPr>
          <p:cNvSpPr/>
          <p:nvPr/>
        </p:nvSpPr>
        <p:spPr>
          <a:xfrm>
            <a:off x="3367784" y="1064333"/>
            <a:ext cx="5208282" cy="2358190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3000" sy="103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182FF5E-8D19-6FB8-62BC-955FB13C7578}"/>
              </a:ext>
            </a:extLst>
          </p:cNvPr>
          <p:cNvSpPr/>
          <p:nvPr/>
        </p:nvSpPr>
        <p:spPr>
          <a:xfrm>
            <a:off x="0" y="-51217"/>
            <a:ext cx="12192000" cy="627321"/>
          </a:xfrm>
          <a:prstGeom prst="rect">
            <a:avLst/>
          </a:prstGeom>
          <a:gradFill>
            <a:gsLst>
              <a:gs pos="3000">
                <a:srgbClr val="002060"/>
              </a:gs>
              <a:gs pos="61000">
                <a:schemeClr val="accent5">
                  <a:lumMod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1EF433E8-16E8-0B2A-C726-50DB111C7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875" y="48669"/>
            <a:ext cx="6790413" cy="365121"/>
          </a:xfrm>
          <a:prstGeom prst="rect">
            <a:avLst/>
          </a:prstGeom>
        </p:spPr>
      </p:pic>
      <p:sp>
        <p:nvSpPr>
          <p:cNvPr id="16" name="Título 1">
            <a:extLst>
              <a:ext uri="{FF2B5EF4-FFF2-40B4-BE49-F238E27FC236}">
                <a16:creationId xmlns:a16="http://schemas.microsoft.com/office/drawing/2014/main" id="{3675AF3E-E0BA-1D92-6B69-30595B6EA4AE}"/>
              </a:ext>
            </a:extLst>
          </p:cNvPr>
          <p:cNvSpPr txBox="1">
            <a:spLocks/>
          </p:cNvSpPr>
          <p:nvPr/>
        </p:nvSpPr>
        <p:spPr>
          <a:xfrm>
            <a:off x="324876" y="0"/>
            <a:ext cx="9144000" cy="4890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Monitorias Realizadas 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2A43975-5B1D-1118-93CE-683D63BD0669}"/>
              </a:ext>
            </a:extLst>
          </p:cNvPr>
          <p:cNvSpPr/>
          <p:nvPr/>
        </p:nvSpPr>
        <p:spPr>
          <a:xfrm>
            <a:off x="9868931" y="156148"/>
            <a:ext cx="1418303" cy="193089"/>
          </a:xfrm>
          <a:prstGeom prst="roundRect">
            <a:avLst>
              <a:gd name="adj" fmla="val 42683"/>
            </a:avLst>
          </a:prstGeom>
          <a:solidFill>
            <a:schemeClr val="bg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00B1E339-CDEF-46F9-BDB9-4678FFF9ED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7733583"/>
              </p:ext>
            </p:extLst>
          </p:nvPr>
        </p:nvGraphicFramePr>
        <p:xfrm>
          <a:off x="3892955" y="1072867"/>
          <a:ext cx="4157940" cy="23411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9BFADF4B-5C57-A0AF-97AB-FBE4ED3F4441}"/>
              </a:ext>
            </a:extLst>
          </p:cNvPr>
          <p:cNvSpPr/>
          <p:nvPr/>
        </p:nvSpPr>
        <p:spPr>
          <a:xfrm>
            <a:off x="470358" y="4005524"/>
            <a:ext cx="10901549" cy="2358190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3000" sy="103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72A8A566-D2EF-E89C-C13D-77ED2C0F98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9885964"/>
              </p:ext>
            </p:extLst>
          </p:nvPr>
        </p:nvGraphicFramePr>
        <p:xfrm>
          <a:off x="888093" y="4022593"/>
          <a:ext cx="4825219" cy="2405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Título 1">
            <a:extLst>
              <a:ext uri="{FF2B5EF4-FFF2-40B4-BE49-F238E27FC236}">
                <a16:creationId xmlns:a16="http://schemas.microsoft.com/office/drawing/2014/main" id="{B57C4723-75F6-4DCA-309C-C597E13DA3B1}"/>
              </a:ext>
            </a:extLst>
          </p:cNvPr>
          <p:cNvSpPr txBox="1">
            <a:spLocks/>
          </p:cNvSpPr>
          <p:nvPr/>
        </p:nvSpPr>
        <p:spPr>
          <a:xfrm>
            <a:off x="3415292" y="469863"/>
            <a:ext cx="5168247" cy="5566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VISÃO POR CICLO </a:t>
            </a: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745D3427-A932-D844-5D0E-98D767CCCB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2653927"/>
              </p:ext>
            </p:extLst>
          </p:nvPr>
        </p:nvGraphicFramePr>
        <p:xfrm>
          <a:off x="5913471" y="3958138"/>
          <a:ext cx="4825219" cy="2405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350393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">
              <a:srgbClr val="002060"/>
            </a:gs>
            <a:gs pos="61000">
              <a:schemeClr val="accent5">
                <a:lumMod val="75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5690F34F-6DC4-4D3B-8AE5-0F7CF3C14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526" y="4867357"/>
            <a:ext cx="1864237" cy="741712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1FAF5779-C0C1-427C-A89A-034CCB24E447}"/>
              </a:ext>
            </a:extLst>
          </p:cNvPr>
          <p:cNvSpPr txBox="1">
            <a:spLocks/>
          </p:cNvSpPr>
          <p:nvPr/>
        </p:nvSpPr>
        <p:spPr>
          <a:xfrm>
            <a:off x="1178351" y="2878286"/>
            <a:ext cx="9426804" cy="10016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8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“Resultados consistentes são construídos com análise, </a:t>
            </a:r>
          </a:p>
          <a:p>
            <a:pPr>
              <a:lnSpc>
                <a:spcPct val="150000"/>
              </a:lnSpc>
            </a:pPr>
            <a:r>
              <a:rPr lang="pt-BR" sz="18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direcionamento e ação.”</a:t>
            </a:r>
            <a:endParaRPr lang="pt-BR" sz="2800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8099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4791</TotalTime>
  <Words>370</Words>
  <Application>Microsoft Office PowerPoint</Application>
  <PresentationFormat>Widescreen</PresentationFormat>
  <Paragraphs>128</Paragraphs>
  <Slides>12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Tema do Office</vt:lpstr>
      <vt:lpstr>RELATÓRIO  </vt:lpstr>
      <vt:lpstr>Apresentação do PowerPoint</vt:lpstr>
      <vt:lpstr>PREMIUM </vt:lpstr>
      <vt:lpstr>Apresentação do PowerPoint</vt:lpstr>
      <vt:lpstr>Apresentação do PowerPoint</vt:lpstr>
      <vt:lpstr>CRC</vt:lpstr>
      <vt:lpstr>Apresentação do PowerPoint</vt:lpstr>
      <vt:lpstr>Apresentação do PowerPoint</vt:lpstr>
      <vt:lpstr>CADASTRO  POSITIVO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RELATÓRIO</dc:title>
  <dc:creator>MONITORIA</dc:creator>
  <cp:lastModifiedBy>Qualidade ITS</cp:lastModifiedBy>
  <cp:revision>131</cp:revision>
  <dcterms:created xsi:type="dcterms:W3CDTF">2026-02-20T17:53:40Z</dcterms:created>
  <dcterms:modified xsi:type="dcterms:W3CDTF">2026-10-19T17:22:46Z</dcterms:modified>
</cp:coreProperties>
</file>
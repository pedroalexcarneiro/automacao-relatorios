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charts/chart4.xml" ContentType="application/vnd.openxmlformats-officedocument.drawingml.chart+xml"/>
  <Override PartName="/ppt/charts/style4.xml" ContentType="application/vnd.ms-office.chartstyle+xml"/>
  <Override PartName="/ppt/charts/colors4.xml" ContentType="application/vnd.ms-office.chartcolorstyle+xml"/>
  <Override PartName="/ppt/charts/chart5.xml" ContentType="application/vnd.openxmlformats-officedocument.drawingml.chart+xml"/>
  <Override PartName="/ppt/charts/style5.xml" ContentType="application/vnd.ms-office.chartstyle+xml"/>
  <Override PartName="/ppt/charts/colors5.xml" ContentType="application/vnd.ms-office.chartcolorstyle+xml"/>
  <Override PartName="/ppt/charts/chart6.xml" ContentType="application/vnd.openxmlformats-officedocument.drawingml.chart+xml"/>
  <Override PartName="/ppt/charts/style6.xml" ContentType="application/vnd.ms-office.chartstyle+xml"/>
  <Override PartName="/ppt/charts/colors6.xml" ContentType="application/vnd.ms-office.chartcolorstyle+xml"/>
  <Override PartName="/ppt/charts/chart7.xml" ContentType="application/vnd.openxmlformats-officedocument.drawingml.chart+xml"/>
  <Override PartName="/ppt/charts/style7.xml" ContentType="application/vnd.ms-office.chartstyle+xml"/>
  <Override PartName="/ppt/charts/colors7.xml" ContentType="application/vnd.ms-office.chartcolorstyle+xml"/>
  <Override PartName="/ppt/charts/chart8.xml" ContentType="application/vnd.openxmlformats-officedocument.drawingml.chart+xml"/>
  <Override PartName="/ppt/charts/style8.xml" ContentType="application/vnd.ms-office.chartstyle+xml"/>
  <Override PartName="/ppt/charts/colors8.xml" ContentType="application/vnd.ms-office.chartcolorstyle+xml"/>
  <Override PartName="/ppt/charts/chart9.xml" ContentType="application/vnd.openxmlformats-officedocument.drawingml.chart+xml"/>
  <Override PartName="/ppt/charts/style9.xml" ContentType="application/vnd.ms-office.chartstyle+xml"/>
  <Override PartName="/ppt/charts/colors9.xml" ContentType="application/vnd.ms-office.chartcolorstyle+xml"/>
  <Override PartName="/ppt/charts/chart10.xml" ContentType="application/vnd.openxmlformats-officedocument.drawingml.chart+xml"/>
  <Override PartName="/ppt/charts/style10.xml" ContentType="application/vnd.ms-office.chartstyle+xml"/>
  <Override PartName="/ppt/charts/colors10.xml" ContentType="application/vnd.ms-office.chartcolorstyle+xml"/>
  <Override PartName="/ppt/charts/chart11.xml" ContentType="application/vnd.openxmlformats-officedocument.drawingml.chart+xml"/>
  <Override PartName="/ppt/charts/style11.xml" ContentType="application/vnd.ms-office.chartstyle+xml"/>
  <Override PartName="/ppt/charts/colors11.xml" ContentType="application/vnd.ms-office.chartcolorstyle+xml"/>
  <Override PartName="/ppt/charts/chart12.xml" ContentType="application/vnd.openxmlformats-officedocument.drawingml.chart+xml"/>
  <Override PartName="/ppt/charts/style12.xml" ContentType="application/vnd.ms-office.chartstyle+xml"/>
  <Override PartName="/ppt/charts/colors12.xml" ContentType="application/vnd.ms-office.chartcolorstyle+xml"/>
  <Override PartName="/ppt/charts/chart13.xml" ContentType="application/vnd.openxmlformats-officedocument.drawingml.chart+xml"/>
  <Override PartName="/ppt/charts/style13.xml" ContentType="application/vnd.ms-office.chartstyle+xml"/>
  <Override PartName="/ppt/charts/colors13.xml" ContentType="application/vnd.ms-office.chartcolorstyle+xml"/>
  <Override PartName="/ppt/charts/chart14.xml" ContentType="application/vnd.openxmlformats-officedocument.drawingml.chart+xml"/>
  <Override PartName="/ppt/charts/style14.xml" ContentType="application/vnd.ms-office.chartstyle+xml"/>
  <Override PartName="/ppt/charts/colors14.xml" ContentType="application/vnd.ms-office.chartcolorstyle+xml"/>
  <Override PartName="/ppt/charts/chart15.xml" ContentType="application/vnd.openxmlformats-officedocument.drawingml.chart+xml"/>
  <Override PartName="/ppt/charts/style15.xml" ContentType="application/vnd.ms-office.chartstyle+xml"/>
  <Override PartName="/ppt/charts/colors15.xml" ContentType="application/vnd.ms-office.chartcolorstyle+xml"/>
  <Override PartName="/ppt/charts/chart16.xml" ContentType="application/vnd.openxmlformats-officedocument.drawingml.chart+xml"/>
  <Override PartName="/ppt/charts/style16.xml" ContentType="application/vnd.ms-office.chartstyle+xml"/>
  <Override PartName="/ppt/charts/colors16.xml" ContentType="application/vnd.ms-office.chartcolorstyle+xml"/>
  <Override PartName="/ppt/charts/chart17.xml" ContentType="application/vnd.openxmlformats-officedocument.drawingml.chart+xml"/>
  <Override PartName="/ppt/charts/style17.xml" ContentType="application/vnd.ms-office.chartstyle+xml"/>
  <Override PartName="/ppt/charts/colors17.xml" ContentType="application/vnd.ms-office.chartcolorstyle+xml"/>
  <Override PartName="/ppt/notesSlides/notesSlide1.xml" ContentType="application/vnd.openxmlformats-officedocument.presentationml.notesSlide+xml"/>
  <Override PartName="/ppt/charts/chart18.xml" ContentType="application/vnd.openxmlformats-officedocument.drawingml.chart+xml"/>
  <Override PartName="/ppt/charts/style18.xml" ContentType="application/vnd.ms-office.chartstyle+xml"/>
  <Override PartName="/ppt/charts/colors18.xml" ContentType="application/vnd.ms-office.chartcolorstyle+xml"/>
  <Override PartName="/ppt/charts/chart19.xml" ContentType="application/vnd.openxmlformats-officedocument.drawingml.chart+xml"/>
  <Override PartName="/ppt/charts/style19.xml" ContentType="application/vnd.ms-office.chartstyle+xml"/>
  <Override PartName="/ppt/charts/colors19.xml" ContentType="application/vnd.ms-office.chartcolorstyle+xml"/>
  <Override PartName="/ppt/charts/chart20.xml" ContentType="application/vnd.openxmlformats-officedocument.drawingml.chart+xml"/>
  <Override PartName="/ppt/charts/style20.xml" ContentType="application/vnd.ms-office.chartstyle+xml"/>
  <Override PartName="/ppt/charts/colors20.xml" ContentType="application/vnd.ms-office.chartcolorstyl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7"/>
  </p:notesMasterIdLst>
  <p:sldIdLst>
    <p:sldId id="256" r:id="rId2"/>
    <p:sldId id="289" r:id="rId3"/>
    <p:sldId id="280" r:id="rId4"/>
    <p:sldId id="259" r:id="rId5"/>
    <p:sldId id="261" r:id="rId6"/>
    <p:sldId id="283" r:id="rId7"/>
    <p:sldId id="290" r:id="rId8"/>
    <p:sldId id="293" r:id="rId9"/>
    <p:sldId id="282" r:id="rId10"/>
    <p:sldId id="291" r:id="rId11"/>
    <p:sldId id="272" r:id="rId12"/>
    <p:sldId id="281" r:id="rId13"/>
    <p:sldId id="292" r:id="rId14"/>
    <p:sldId id="285" r:id="rId15"/>
    <p:sldId id="274" r:id="rId16"/>
  </p:sldIdLst>
  <p:sldSz cx="12192000" cy="6858000"/>
  <p:notesSz cx="6858000" cy="91440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8FA2D4"/>
    <a:srgbClr val="F9F9F9"/>
    <a:srgbClr val="FFC000"/>
    <a:srgbClr val="7F7F7F"/>
    <a:srgbClr val="00B050"/>
    <a:srgbClr val="FA9382"/>
    <a:srgbClr val="FFFFFF"/>
    <a:srgbClr val="194E8E"/>
    <a:srgbClr val="2E75B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437" autoAdjust="0"/>
    <p:restoredTop sz="95394" autoAdjust="0"/>
  </p:normalViewPr>
  <p:slideViewPr>
    <p:cSldViewPr snapToGrid="0">
      <p:cViewPr varScale="1">
        <p:scale>
          <a:sx n="86" d="100"/>
          <a:sy n="86" d="100"/>
        </p:scale>
        <p:origin x="666" y="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.xlsx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.xlsx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_rels/chart4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3.xlsx"/><Relationship Id="rId2" Type="http://schemas.microsoft.com/office/2011/relationships/chartColorStyle" Target="colors4.xml"/><Relationship Id="rId1" Type="http://schemas.microsoft.com/office/2011/relationships/chartStyle" Target="style4.xml"/></Relationships>
</file>

<file path=ppt/charts/_rels/chart5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4.xlsx"/><Relationship Id="rId2" Type="http://schemas.microsoft.com/office/2011/relationships/chartColorStyle" Target="colors5.xml"/><Relationship Id="rId1" Type="http://schemas.microsoft.com/office/2011/relationships/chartStyle" Target="style5.xml"/></Relationships>
</file>

<file path=ppt/charts/_rels/chart6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5.xlsx"/><Relationship Id="rId2" Type="http://schemas.microsoft.com/office/2011/relationships/chartColorStyle" Target="colors6.xml"/><Relationship Id="rId1" Type="http://schemas.microsoft.com/office/2011/relationships/chartStyle" Target="style6.xml"/></Relationships>
</file>

<file path=ppt/charts/_rels/chart7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6.xlsx"/><Relationship Id="rId2" Type="http://schemas.microsoft.com/office/2011/relationships/chartColorStyle" Target="colors7.xml"/><Relationship Id="rId1" Type="http://schemas.microsoft.com/office/2011/relationships/chartStyle" Target="style7.xml"/></Relationships>
</file>

<file path=ppt/charts/_rels/chart8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7.xlsx"/><Relationship Id="rId2" Type="http://schemas.microsoft.com/office/2011/relationships/chartColorStyle" Target="colors8.xml"/><Relationship Id="rId1" Type="http://schemas.microsoft.com/office/2011/relationships/chartStyle" Target="style8.xml"/></Relationships>
</file>

<file path=ppt/charts/_rels/chart9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8.xlsx"/><Relationship Id="rId2" Type="http://schemas.microsoft.com/office/2011/relationships/chartColorStyle" Target="colors9.xml"/><Relationship Id="rId1" Type="http://schemas.microsoft.com/office/2011/relationships/chartStyle" Target="style9.xml"/></Relationships>
</file>

<file path=ppt/charts/_rels/chart10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9.xlsx"/><Relationship Id="rId2" Type="http://schemas.microsoft.com/office/2011/relationships/chartColorStyle" Target="colors10.xml"/><Relationship Id="rId1" Type="http://schemas.microsoft.com/office/2011/relationships/chartStyle" Target="style10.xml"/></Relationships>
</file>

<file path=ppt/charts/_rels/chart1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0.xlsx"/><Relationship Id="rId2" Type="http://schemas.microsoft.com/office/2011/relationships/chartColorStyle" Target="colors11.xml"/><Relationship Id="rId1" Type="http://schemas.microsoft.com/office/2011/relationships/chartStyle" Target="style11.xml"/></Relationships>
</file>

<file path=ppt/charts/_rels/chart1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1.xlsx"/><Relationship Id="rId2" Type="http://schemas.microsoft.com/office/2011/relationships/chartColorStyle" Target="colors12.xml"/><Relationship Id="rId1" Type="http://schemas.microsoft.com/office/2011/relationships/chartStyle" Target="style12.xml"/></Relationships>
</file>

<file path=ppt/charts/_rels/chart1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2.xlsx"/><Relationship Id="rId2" Type="http://schemas.microsoft.com/office/2011/relationships/chartColorStyle" Target="colors13.xml"/><Relationship Id="rId1" Type="http://schemas.microsoft.com/office/2011/relationships/chartStyle" Target="style13.xml"/></Relationships>
</file>

<file path=ppt/charts/_rels/chart14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3.xlsx"/><Relationship Id="rId2" Type="http://schemas.microsoft.com/office/2011/relationships/chartColorStyle" Target="colors14.xml"/><Relationship Id="rId1" Type="http://schemas.microsoft.com/office/2011/relationships/chartStyle" Target="style14.xml"/></Relationships>
</file>

<file path=ppt/charts/_rels/chart15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4.xlsx"/><Relationship Id="rId2" Type="http://schemas.microsoft.com/office/2011/relationships/chartColorStyle" Target="colors15.xml"/><Relationship Id="rId1" Type="http://schemas.microsoft.com/office/2011/relationships/chartStyle" Target="style15.xml"/></Relationships>
</file>

<file path=ppt/charts/_rels/chart16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5.xlsx"/><Relationship Id="rId2" Type="http://schemas.microsoft.com/office/2011/relationships/chartColorStyle" Target="colors16.xml"/><Relationship Id="rId1" Type="http://schemas.microsoft.com/office/2011/relationships/chartStyle" Target="style16.xml"/></Relationships>
</file>

<file path=ppt/charts/_rels/chart17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6.xlsx"/><Relationship Id="rId2" Type="http://schemas.microsoft.com/office/2011/relationships/chartColorStyle" Target="colors17.xml"/><Relationship Id="rId1" Type="http://schemas.microsoft.com/office/2011/relationships/chartStyle" Target="style17.xml"/></Relationships>
</file>

<file path=ppt/charts/_rels/chart18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7.xlsx"/><Relationship Id="rId2" Type="http://schemas.microsoft.com/office/2011/relationships/chartColorStyle" Target="colors18.xml"/><Relationship Id="rId1" Type="http://schemas.microsoft.com/office/2011/relationships/chartStyle" Target="style18.xml"/></Relationships>
</file>

<file path=ppt/charts/_rels/chart19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8.xlsx"/><Relationship Id="rId2" Type="http://schemas.microsoft.com/office/2011/relationships/chartColorStyle" Target="colors19.xml"/><Relationship Id="rId1" Type="http://schemas.microsoft.com/office/2011/relationships/chartStyle" Target="style19.xml"/></Relationships>
</file>

<file path=ppt/charts/_rels/chart20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9.xlsx"/><Relationship Id="rId2" Type="http://schemas.microsoft.com/office/2011/relationships/chartColorStyle" Target="colors20.xml"/><Relationship Id="rId1" Type="http://schemas.microsoft.com/office/2011/relationships/chartStyle" Target="style20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pt-BR"/>
  <c:roundedCorners val="0"/>
  <mc:AlternateContent xmlns:mc="http://schemas.openxmlformats.org/markup-compatibility/2006">
    <mc:Choice xmlns:c14="http://schemas.microsoft.com/office/drawing/2007/8/2/chart" Requires="c14">
      <c14:style val="103"/>
    </mc:Choice>
    <mc:Fallback>
      <c:style val="3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2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QUANTIDADE</a:t>
            </a:r>
            <a:r>
              <a:rPr lang="en-US" sz="1200" baseline="0" dirty="0">
                <a:latin typeface="Arial" panose="020B0604020202020204" pitchFamily="34" charset="0"/>
                <a:cs typeface="Arial" panose="020B0604020202020204" pitchFamily="34" charset="0"/>
              </a:rPr>
              <a:t> DE MONITORIAS</a:t>
            </a:r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2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Arial" panose="020B0604020202020204" pitchFamily="34" charset="0"/>
              <a:ea typeface="+mn-ea"/>
              <a:cs typeface="Arial" panose="020B0604020202020204" pitchFamily="34" charset="0"/>
            </a:defRPr>
          </a:pPr>
          <a:endParaRPr lang="en-US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Operação</c:v>
                </c:pt>
              </c:strCache>
            </c:strRef>
          </c:tx>
          <c:spPr>
            <a:solidFill>
              <a:schemeClr val="accent1">
                <a:shade val="76000"/>
              </a:schemeClr>
            </a:solidFill>
            <a:ln>
              <a:noFill/>
            </a:ln>
            <a:effectLst/>
          </c:spPr>
          <c:invertIfNegative val="0"/>
          <c:dLbls>
            <c:numFmt formatCode="0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pPr>
                <a:endParaRPr lang="pt-BR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Ciclo 1</c:v>
                </c:pt>
                <c:pt idx="1">
                  <c:v>Ciclo 2</c:v>
                </c:pt>
                <c:pt idx="2">
                  <c:v>Ciclo 3</c:v>
                </c:pt>
                <c:pt idx="3">
                  <c:v>Ciclo 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21</c:v>
                </c:pt>
                <c:pt idx="1">
                  <c:v>9</c:v>
                </c:pt>
                <c:pt idx="2">
                  <c:v>11</c:v>
                </c:pt>
                <c:pt idx="3">
                  <c:v>12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C546-42C8-AD67-FAA98B7D4EA5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Qualidade</c:v>
                </c:pt>
              </c:strCache>
            </c:strRef>
          </c:tx>
          <c:spPr>
            <a:solidFill>
              <a:schemeClr val="accent1">
                <a:tint val="77000"/>
              </a:schemeClr>
            </a:solidFill>
            <a:ln>
              <a:noFill/>
            </a:ln>
            <a:effectLst/>
          </c:spPr>
          <c:invertIfNegative val="0"/>
          <c:dLbls>
            <c:numFmt formatCode="0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pPr>
                <a:endParaRPr lang="pt-BR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Ciclo 1</c:v>
                </c:pt>
                <c:pt idx="1">
                  <c:v>Ciclo 2</c:v>
                </c:pt>
                <c:pt idx="2">
                  <c:v>Ciclo 3</c:v>
                </c:pt>
                <c:pt idx="3">
                  <c:v>Ciclo 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22</c:v>
                </c:pt>
                <c:pt idx="1">
                  <c:v>20</c:v>
                </c:pt>
                <c:pt idx="2">
                  <c:v>21</c:v>
                </c:pt>
                <c:pt idx="3">
                  <c:v>24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EE36-4977-A7C9-2747BBF2E28F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480928000"/>
        <c:axId val="480928480"/>
      </c:barChart>
      <c:catAx>
        <c:axId val="48092800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endParaRPr lang="pt-BR"/>
          </a:p>
        </c:txPr>
        <c:crossAx val="480928480"/>
        <c:crosses val="autoZero"/>
        <c:auto val="1"/>
        <c:lblAlgn val="ctr"/>
        <c:lblOffset val="100"/>
        <c:noMultiLvlLbl val="0"/>
      </c:catAx>
      <c:valAx>
        <c:axId val="480928480"/>
        <c:scaling>
          <c:orientation val="minMax"/>
          <c:max val="50"/>
          <c:min val="0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endParaRPr lang="pt-BR"/>
          </a:p>
        </c:txPr>
        <c:crossAx val="480928000"/>
        <c:crosses val="autoZero"/>
        <c:crossBetween val="between"/>
        <c:majorUnit val="10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Arial" panose="020B0604020202020204" pitchFamily="34" charset="0"/>
              <a:ea typeface="+mn-ea"/>
              <a:cs typeface="Arial" panose="020B0604020202020204" pitchFamily="34" charset="0"/>
            </a:defRPr>
          </a:pPr>
          <a:endParaRPr lang="pt-BR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pt-BR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pt-B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2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r>
              <a:rPr lang="en-US" sz="1200"/>
              <a:t>MÉDIA DO CANAL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2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Arial" panose="020B0604020202020204" pitchFamily="34" charset="0"/>
              <a:ea typeface="+mn-ea"/>
              <a:cs typeface="Arial" panose="020B0604020202020204" pitchFamily="34" charset="0"/>
            </a:defRPr>
          </a:pPr>
          <a:endParaRPr lang="pt-BR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Operação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12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pPr>
                <a:endParaRPr lang="pt-BR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Ciclo 1</c:v>
                </c:pt>
                <c:pt idx="1">
                  <c:v>Ciclo 2</c:v>
                </c:pt>
                <c:pt idx="2">
                  <c:v>Ciclo 3</c:v>
                </c:pt>
                <c:pt idx="3">
                  <c:v>Ciclo 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92.48</c:v>
                </c:pt>
                <c:pt idx="1">
                  <c:v>77.78</c:v>
                </c:pt>
                <c:pt idx="2">
                  <c:v>90.91</c:v>
                </c:pt>
                <c:pt idx="3">
                  <c:v>86.33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E7BD-4BFA-B1F6-7D918F12F803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Qualidade</c:v>
                </c:pt>
              </c:strCache>
            </c:strRef>
          </c:tx>
          <c:spPr>
            <a:solidFill>
              <a:srgbClr val="8FA2D4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6.1087942586954113E-3"/>
                  <c:y val="6.1661590509747141E-3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2-181C-4544-B807-43A658E42469}"/>
                </c:ext>
              </c:extLst>
            </c:dLbl>
            <c:numFmt formatCode="0.00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12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pPr>
                <a:endParaRPr lang="pt-BR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Ciclo 1</c:v>
                </c:pt>
                <c:pt idx="1">
                  <c:v>Ciclo 2</c:v>
                </c:pt>
                <c:pt idx="2">
                  <c:v>Ciclo 3</c:v>
                </c:pt>
                <c:pt idx="3">
                  <c:v>Ciclo 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78.77</c:v>
                </c:pt>
                <c:pt idx="1">
                  <c:v>81.3</c:v>
                </c:pt>
                <c:pt idx="2">
                  <c:v>75.62</c:v>
                </c:pt>
                <c:pt idx="3">
                  <c:v>80.62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E7BD-4BFA-B1F6-7D918F12F803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480928000"/>
        <c:axId val="480928480"/>
      </c:barChart>
      <c:catAx>
        <c:axId val="48092800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endParaRPr lang="pt-BR"/>
          </a:p>
        </c:txPr>
        <c:crossAx val="480928480"/>
        <c:crosses val="autoZero"/>
        <c:auto val="1"/>
        <c:lblAlgn val="ctr"/>
        <c:lblOffset val="100"/>
        <c:noMultiLvlLbl val="0"/>
      </c:catAx>
      <c:valAx>
        <c:axId val="480928480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.00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endParaRPr lang="pt-BR"/>
          </a:p>
        </c:txPr>
        <c:crossAx val="480928000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2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Arial" panose="020B0604020202020204" pitchFamily="34" charset="0"/>
              <a:ea typeface="+mn-ea"/>
              <a:cs typeface="Arial" panose="020B0604020202020204" pitchFamily="34" charset="0"/>
            </a:defRPr>
          </a:pPr>
          <a:endParaRPr lang="pt-BR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 sz="1200">
          <a:latin typeface="Arial" panose="020B0604020202020204" pitchFamily="34" charset="0"/>
          <a:cs typeface="Arial" panose="020B0604020202020204" pitchFamily="34" charset="0"/>
        </a:defRPr>
      </a:pPr>
      <a:endParaRPr lang="pt-BR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pt-BR"/>
  <c:roundedCorners val="0"/>
  <mc:AlternateContent xmlns:mc="http://schemas.openxmlformats.org/markup-compatibility/2006">
    <mc:Choice xmlns:c14="http://schemas.microsoft.com/office/drawing/2007/8/2/chart" Requires="c14">
      <c14:style val="108"/>
    </mc:Choice>
    <mc:Fallback>
      <c:style val="8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VOLUME</a:t>
            </a:r>
            <a:r>
              <a:rPr lang="en-US" sz="1400" baseline="0" dirty="0">
                <a:latin typeface="Arial" panose="020B0604020202020204" pitchFamily="34" charset="0"/>
                <a:cs typeface="Arial" panose="020B0604020202020204" pitchFamily="34" charset="0"/>
              </a:rPr>
              <a:t> DE NC E NCG</a:t>
            </a:r>
            <a:endParaRPr lang="en-US" sz="1400" dirty="0">
              <a:latin typeface="Arial" panose="020B0604020202020204" pitchFamily="34" charset="0"/>
              <a:cs typeface="Arial" panose="020B0604020202020204" pitchFamily="34" charset="0"/>
            </a:endParaRP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NC</c:v>
                </c:pt>
              </c:strCache>
            </c:strRef>
          </c:tx>
          <c:spPr>
            <a:solidFill>
              <a:srgbClr val="3B64AD"/>
            </a:solidFill>
            <a:ln>
              <a:noFill/>
            </a:ln>
            <a:effectLst/>
          </c:spPr>
          <c:invertIfNegative val="0"/>
          <c:dLbls>
            <c:numFmt formatCode="0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pPr>
                <a:endParaRPr lang="pt-BR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Ciclo 1</c:v>
                </c:pt>
                <c:pt idx="1">
                  <c:v>Ciclo 2</c:v>
                </c:pt>
                <c:pt idx="2">
                  <c:v>Ciclo 3</c:v>
                </c:pt>
                <c:pt idx="3">
                  <c:v>Ciclo 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14</c:v>
                </c:pt>
                <c:pt idx="1">
                  <c:v>7</c:v>
                </c:pt>
                <c:pt idx="2">
                  <c:v>10</c:v>
                </c:pt>
                <c:pt idx="3">
                  <c:v>20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1489-448A-97A5-5BFC6BEC2962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NCG</c:v>
                </c:pt>
              </c:strCache>
            </c:strRef>
          </c:tx>
          <c:spPr>
            <a:solidFill>
              <a:srgbClr val="00B050"/>
            </a:solidFill>
            <a:ln>
              <a:noFill/>
            </a:ln>
            <a:effectLst/>
          </c:spPr>
          <c:invertIfNegative val="0"/>
          <c:dLbls>
            <c:numFmt formatCode="0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pPr>
                <a:endParaRPr lang="pt-BR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Ciclo 1</c:v>
                </c:pt>
                <c:pt idx="1">
                  <c:v>Ciclo 2</c:v>
                </c:pt>
                <c:pt idx="2">
                  <c:v>Ciclo 3</c:v>
                </c:pt>
                <c:pt idx="3">
                  <c:v>Ciclo 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5</c:v>
                </c:pt>
                <c:pt idx="1">
                  <c:v>5</c:v>
                </c:pt>
                <c:pt idx="2">
                  <c:v>5</c:v>
                </c:pt>
                <c:pt idx="3">
                  <c:v>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1489-448A-97A5-5BFC6BEC2962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480928000"/>
        <c:axId val="480928480"/>
      </c:barChart>
      <c:catAx>
        <c:axId val="48092800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endParaRPr lang="pt-BR"/>
          </a:p>
        </c:txPr>
        <c:crossAx val="480928480"/>
        <c:crosses val="autoZero"/>
        <c:auto val="1"/>
        <c:lblAlgn val="ctr"/>
        <c:lblOffset val="100"/>
        <c:noMultiLvlLbl val="0"/>
      </c:catAx>
      <c:valAx>
        <c:axId val="480928480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endParaRPr lang="pt-BR"/>
          </a:p>
        </c:txPr>
        <c:crossAx val="480928000"/>
        <c:crosses val="autoZero"/>
        <c:crossBetween val="between"/>
        <c:majorUnit val="10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Arial" panose="020B0604020202020204" pitchFamily="34" charset="0"/>
              <a:ea typeface="+mn-ea"/>
              <a:cs typeface="Arial" panose="020B0604020202020204" pitchFamily="34" charset="0"/>
            </a:defRPr>
          </a:pPr>
          <a:endParaRPr lang="pt-BR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pt-BR"/>
    </a:p>
  </c:txPr>
  <c:externalData r:id="rId3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pt-BR"/>
  <c:roundedCorners val="0"/>
  <mc:AlternateContent xmlns:mc="http://schemas.openxmlformats.org/markup-compatibility/2006">
    <mc:Choice xmlns:c14="http://schemas.microsoft.com/office/drawing/2007/8/2/chart" Requires="c14">
      <c14:style val="103"/>
    </mc:Choice>
    <mc:Fallback>
      <c:style val="3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200" b="0" i="0" u="none" strike="noStrike" kern="1200" cap="all" spc="0" normalizeH="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r>
              <a:rPr lang="pt-BR" sz="1400" b="0" i="0" spc="0" dirty="0">
                <a:latin typeface="Arial" panose="020B0604020202020204" pitchFamily="34" charset="0"/>
                <a:cs typeface="Arial" panose="020B0604020202020204" pitchFamily="34" charset="0"/>
              </a:rPr>
              <a:t>CUMPRIMENTO DO SLA(%) - NC</a:t>
            </a:r>
          </a:p>
        </c:rich>
      </c:tx>
      <c:layout>
        <c:manualLayout>
          <c:xMode val="edge"/>
          <c:yMode val="edge"/>
          <c:x val="0.23189082195025759"/>
          <c:y val="6.8632211162731924E-2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200" b="0" i="0" u="none" strike="noStrike" kern="1200" cap="all" spc="0" normalizeH="0" baseline="0">
              <a:solidFill>
                <a:schemeClr val="tx1">
                  <a:lumMod val="65000"/>
                  <a:lumOff val="35000"/>
                </a:schemeClr>
              </a:solidFill>
              <a:latin typeface="Arial" panose="020B0604020202020204" pitchFamily="34" charset="0"/>
              <a:ea typeface="+mn-ea"/>
              <a:cs typeface="Arial" panose="020B0604020202020204" pitchFamily="34" charset="0"/>
            </a:defRPr>
          </a:pPr>
          <a:endParaRPr lang="pt-BR"/>
        </a:p>
      </c:txPr>
    </c:title>
    <c:autoTitleDeleted val="0"/>
    <c:plotArea>
      <c:layout>
        <c:manualLayout>
          <c:layoutTarget val="inner"/>
          <c:xMode val="edge"/>
          <c:yMode val="edge"/>
          <c:x val="0.12477506202309159"/>
          <c:y val="0.25071916247917336"/>
          <c:w val="0.8462728841944791"/>
          <c:h val="0.47060911814883422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No Prazo</c:v>
                </c:pt>
              </c:strCache>
            </c:strRef>
          </c:tx>
          <c:spPr>
            <a:solidFill>
              <a:schemeClr val="accent1">
                <a:shade val="65000"/>
              </a:schemeClr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2.6320048893117357E-3"/>
                  <c:y val="1.3818312121504348E-2"/>
                </c:manualLayout>
              </c:layout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0-D770-4FE1-8FB8-B92F1322A6B9}"/>
                </c:ext>
              </c:extLst>
            </c:dLbl>
            <c:numFmt formatCode="0.00%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0"/>
              <a:lstStyle/>
              <a:p>
                <a:pPr algn="ctr">
                  <a:defRPr lang="en-US" sz="1000" b="0" i="0" u="none" strike="noStrike" kern="1200" baseline="0">
                    <a:solidFill>
                      <a:schemeClr val="bg2">
                        <a:lumMod val="50000"/>
                      </a:schemeClr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pPr>
                <a:endParaRPr lang="pt-BR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Ciclo 1</c:v>
                </c:pt>
                <c:pt idx="1">
                  <c:v>Ciclo 2</c:v>
                </c:pt>
                <c:pt idx="2">
                  <c:v>Ciclo 3</c:v>
                </c:pt>
                <c:pt idx="3">
                  <c:v>Ciclo 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0.92859999999999998</c:v>
                </c:pt>
                <c:pt idx="1">
                  <c:v>0.85709999999999997</c:v>
                </c:pt>
                <c:pt idx="2">
                  <c:v>1</c:v>
                </c:pt>
                <c:pt idx="3">
                  <c:v>0.85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D770-4FE1-8FB8-B92F1322A6B9}"/>
            </c:ext>
          </c:extLst>
        </c:ser>
        <c:ser>
          <c:idx val="2"/>
          <c:order val="2"/>
          <c:tx>
            <c:strRef>
              <c:f>Sheet1!$C$1</c:f>
              <c:strCache>
                <c:ptCount val="1"/>
                <c:pt idx="0">
                  <c:v>Fora do Prazo</c:v>
                </c:pt>
              </c:strCache>
            </c:strRef>
          </c:tx>
          <c:spPr>
            <a:solidFill>
              <a:schemeClr val="accent1">
                <a:tint val="65000"/>
              </a:schemeClr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9.6505731098990385E-17"/>
                  <c:y val="1.9251106595675079E-3"/>
                </c:manualLayout>
              </c:layout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2-0ACB-4BA7-BEB4-75649996CBAE}"/>
                </c:ext>
              </c:extLst>
            </c:dLbl>
            <c:numFmt formatCode="0.00%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0">
                <a:spAutoFit/>
              </a:bodyPr>
              <a:lstStyle/>
              <a:p>
                <a:pPr algn="ctr">
                  <a:defRPr lang="en-US" sz="1000" b="0" i="0" u="none" strike="noStrike" kern="1200" baseline="0">
                    <a:solidFill>
                      <a:schemeClr val="bg2">
                        <a:lumMod val="50000"/>
                      </a:schemeClr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pPr>
                <a:endParaRPr lang="pt-BR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Ciclo 1</c:v>
                </c:pt>
                <c:pt idx="1">
                  <c:v>Ciclo 2</c:v>
                </c:pt>
                <c:pt idx="2">
                  <c:v>Ciclo 3</c:v>
                </c:pt>
                <c:pt idx="3">
                  <c:v>Ciclo 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7.1400000000000005E-2</c:v>
                </c:pt>
                <c:pt idx="1">
                  <c:v>0</c:v>
                </c:pt>
                <c:pt idx="2">
                  <c:v>0</c:v>
                </c:pt>
                <c:pt idx="3">
                  <c:v>0.15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B76E-4B20-85E7-1EC017EBD4BF}"/>
            </c:ext>
          </c:extLst>
        </c:ser>
        <c:ser>
          <c:idx val="3"/>
          <c:order val="3"/>
          <c:tx>
            <c:strRef>
              <c:f>Sheet1!$D$1</c:f>
              <c:strCache>
                <c:ptCount val="1"/>
                <c:pt idx="0">
                  <c:v>Justificado</c:v>
                </c:pt>
              </c:strCache>
            </c:strRef>
          </c:tx>
          <c:spPr>
            <a:solidFill>
              <a:schemeClr val="accent1">
                <a:tint val="65000"/>
              </a:schemeClr>
            </a:solidFill>
            <a:ln>
              <a:noFill/>
            </a:ln>
            <a:effectLst/>
          </c:spPr>
          <c:invertIfNegative val="0"/>
          <c:dLbls>
            <c:numFmt formatCode="0%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0">
                <a:spAutoFit/>
              </a:bodyPr>
              <a:lstStyle/>
              <a:p>
                <a:pPr algn="ctr">
                  <a:defRPr lang="en-US" sz="1000" b="0" i="0" u="none" strike="noStrike" kern="1200" baseline="0">
                    <a:solidFill>
                      <a:schemeClr val="bg2">
                        <a:lumMod val="50000"/>
                      </a:schemeClr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pPr>
                <a:endParaRPr lang="pt-BR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Ciclo 1</c:v>
                </c:pt>
                <c:pt idx="1">
                  <c:v>Ciclo 2</c:v>
                </c:pt>
                <c:pt idx="2">
                  <c:v>Ciclo 3</c:v>
                </c:pt>
                <c:pt idx="3">
                  <c:v>Ciclo 4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0</c:v>
                </c:pt>
                <c:pt idx="1">
                  <c:v>0.1429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B76E-4B20-85E7-1EC017EBD4BF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79"/>
        <c:axId val="667736623"/>
        <c:axId val="667748271"/>
        <c:extLst>
          <c:ext xmlns:c15="http://schemas.microsoft.com/office/drawing/2012/chart" uri="{02D57815-91ED-43cb-92C2-25804820EDAC}">
            <c15:filteredBarSeries>
              <c15:ser>
                <c:idx val="1"/>
                <c:order val="1"/>
                <c:tx>
                  <c:strRef>
                    <c:extLst>
                      <c:ext uri="{02D57815-91ED-43cb-92C2-25804820EDAC}">
                        <c15:formulaRef>
                          <c15:sqref>Sheet1!$C$1</c15:sqref>
                        </c15:formulaRef>
                      </c:ext>
                    </c:extLst>
                    <c:strCache>
                      <c:ptCount val="1"/>
                      <c:pt idx="0">
                        <c:v>Fora do Prazo</c:v>
                      </c:pt>
                    </c:strCache>
                  </c:strRef>
                </c:tx>
                <c:spPr>
                  <a:solidFill>
                    <a:srgbClr val="FFC000"/>
                  </a:solidFill>
                  <a:ln>
                    <a:noFill/>
                  </a:ln>
                  <a:effectLst/>
                </c:spPr>
                <c:invertIfNegative val="0"/>
                <c:dPt>
                  <c:idx val="0"/>
                  <c:invertIfNegative val="0"/>
                  <c:bubble3D val="0"/>
                  <c:spPr>
                    <a:solidFill>
                      <a:srgbClr val="FFC000"/>
                    </a:solidFill>
                    <a:ln>
                      <a:noFill/>
                    </a:ln>
                    <a:effectLst/>
                  </c:spPr>
                  <c:extLst>
                    <c:ext xmlns:c16="http://schemas.microsoft.com/office/drawing/2014/chart" uri="{C3380CC4-5D6E-409C-BE32-E72D297353CC}">
                      <c16:uniqueId val="{00000001-EB18-45A0-B861-29E114BD67BE}"/>
                    </c:ext>
                  </c:extLst>
                </c:dPt>
                <c:dLbls>
                  <c:dLbl>
                    <c:idx val="0"/>
                    <c:layout>
                      <c:manualLayout>
                        <c:x val="-4.8252865549495192E-17"/>
                        <c:y val="4.5390376358926581E-3"/>
                      </c:manualLayout>
                    </c:layout>
                    <c:dLblPos val="outEnd"/>
                    <c:showLegendKey val="0"/>
                    <c:showVal val="1"/>
                    <c:showCatName val="0"/>
                    <c:showSerName val="0"/>
                    <c:showPercent val="0"/>
                    <c:showBubbleSize val="0"/>
                    <c:extLst>
                      <c:ext uri="{CE6537A1-D6FC-4f65-9D91-7224C49458BB}"/>
                      <c:ext xmlns:c16="http://schemas.microsoft.com/office/drawing/2014/chart" uri="{C3380CC4-5D6E-409C-BE32-E72D297353CC}">
                        <c16:uniqueId val="{00000001-EB18-45A0-B861-29E114BD67BE}"/>
                      </c:ext>
                    </c:extLst>
                  </c:dLbl>
                  <c:numFmt formatCode="0%" sourceLinked="0"/>
                  <c:spPr>
                    <a:noFill/>
                    <a:ln>
                      <a:noFill/>
                    </a:ln>
                    <a:effectLst/>
                  </c:spPr>
                  <c:txPr>
                    <a:bodyPr rot="0" spcFirstLastPara="1" vertOverflow="ellipsis" vert="horz" wrap="square" lIns="38100" tIns="19050" rIns="38100" bIns="19050" anchor="ctr" anchorCtr="1">
                      <a:spAutoFit/>
                    </a:bodyPr>
                    <a:lstStyle/>
                    <a:p>
                      <a:pPr>
                        <a:defRPr sz="1000" b="0" i="0" u="none" strike="noStrike" kern="1200" baseline="0">
                          <a:solidFill>
                            <a:schemeClr val="bg2">
                              <a:lumMod val="50000"/>
                            </a:schemeClr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defRPr>
                      </a:pPr>
                      <a:endParaRPr lang="pt-BR"/>
                    </a:p>
                  </c:txPr>
                  <c:dLblPos val="ctr"/>
                  <c:showLegendKey val="0"/>
                  <c:showVal val="1"/>
                  <c:showCatName val="0"/>
                  <c:showSerName val="0"/>
                  <c:showPercent val="0"/>
                  <c:showBubbleSize val="0"/>
                  <c:showLeaderLines val="0"/>
                  <c:extLst>
                    <c:ext uri="{CE6537A1-D6FC-4f65-9D91-7224C49458BB}">
                      <c15:showLeaderLines val="1"/>
                      <c15:leaderLines>
                        <c:spPr>
                          <a:ln w="9525">
                            <a:solidFill>
                              <a:schemeClr val="tx1">
                                <a:lumMod val="35000"/>
                                <a:lumOff val="65000"/>
                              </a:schemeClr>
                            </a:solidFill>
                          </a:ln>
                          <a:effectLst/>
                        </c:spPr>
                      </c15:leaderLines>
                    </c:ext>
                  </c:extLst>
                </c:dLbls>
                <c:cat>
                  <c:strRef>
                    <c:extLst>
                      <c:ext uri="{02D57815-91ED-43cb-92C2-25804820EDAC}">
                        <c15:formulaRef>
                          <c15:sqref>Sheet1!$A$2:$A$4</c15:sqref>
                        </c15:formulaRef>
                      </c:ext>
                    </c:extLst>
                    <c:strCache>
                      <c:ptCount val="1"/>
                      <c:pt idx="0">
                        <c:v>Ciclo 1</c:v>
                      </c:pt>
                    </c:strCache>
                  </c:strRef>
                </c:cat>
                <c:val>
                  <c:numRef>
                    <c:extLst>
                      <c:ext uri="{02D57815-91ED-43cb-92C2-25804820EDAC}">
                        <c15:formulaRef>
                          <c15:sqref>Sheet1!$C$2:$C$4</c15:sqref>
                        </c15:formulaRef>
                      </c:ext>
                    </c:extLst>
                    <c:numCache>
                      <c:formatCode>General</c:formatCode>
                      <c:ptCount val="1"/>
                      <c:pt idx="0">
                        <c:v>7.1400000000000005E-2</c:v>
                      </c:pt>
                    </c:numCache>
                  </c:numRef>
                </c:val>
                <c:extLst>
                  <c:ext xmlns:c16="http://schemas.microsoft.com/office/drawing/2014/chart" uri="{C3380CC4-5D6E-409C-BE32-E72D297353CC}">
                    <c16:uniqueId val="{00000000-EB18-45A0-B861-29E114BD67BE}"/>
                  </c:ext>
                </c:extLst>
              </c15:ser>
            </c15:filteredBarSeries>
          </c:ext>
        </c:extLst>
      </c:barChart>
      <c:catAx>
        <c:axId val="667736623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0" i="0" u="none" strike="noStrike" kern="1200" cap="none" spc="120" normalizeH="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endParaRPr lang="pt-BR"/>
          </a:p>
        </c:txPr>
        <c:crossAx val="667748271"/>
        <c:crosses val="autoZero"/>
        <c:auto val="1"/>
        <c:lblAlgn val="ctr"/>
        <c:lblOffset val="100"/>
        <c:noMultiLvlLbl val="0"/>
      </c:catAx>
      <c:valAx>
        <c:axId val="667748271"/>
        <c:scaling>
          <c:orientation val="minMax"/>
          <c:max val="1"/>
        </c:scaling>
        <c:delete val="0"/>
        <c:axPos val="l"/>
        <c:numFmt formatCode="0%" sourceLinked="0"/>
        <c:majorTickMark val="out"/>
        <c:minorTickMark val="none"/>
        <c:tickLblPos val="nextTo"/>
        <c:spPr>
          <a:noFill/>
          <a:ln w="9525" cap="flat" cmpd="sng" algn="ctr">
            <a:solidFill>
              <a:schemeClr val="dk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endParaRPr lang="pt-BR"/>
          </a:p>
        </c:txPr>
        <c:crossAx val="667736623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Arial" panose="020B0604020202020204" pitchFamily="34" charset="0"/>
              <a:ea typeface="+mn-ea"/>
              <a:cs typeface="Arial" panose="020B0604020202020204" pitchFamily="34" charset="0"/>
            </a:defRPr>
          </a:pPr>
          <a:endParaRPr lang="pt-BR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>
          <a:latin typeface="Arial" panose="020B0604020202020204" pitchFamily="34" charset="0"/>
          <a:cs typeface="Arial" panose="020B0604020202020204" pitchFamily="34" charset="0"/>
        </a:defRPr>
      </a:pPr>
      <a:endParaRPr lang="pt-BR"/>
    </a:p>
  </c:txPr>
  <c:externalData r:id="rId3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pt-BR"/>
  <c:roundedCorners val="0"/>
  <mc:AlternateContent xmlns:mc="http://schemas.openxmlformats.org/markup-compatibility/2006">
    <mc:Choice xmlns:c14="http://schemas.microsoft.com/office/drawing/2007/8/2/chart" Requires="c14">
      <c14:style val="103"/>
    </mc:Choice>
    <mc:Fallback>
      <c:style val="3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200" b="0" i="0" u="none" strike="noStrike" kern="1200" cap="all" spc="0" normalizeH="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r>
              <a:rPr lang="pt-BR" sz="1400" b="0" i="0" spc="0" dirty="0">
                <a:latin typeface="Arial" panose="020B0604020202020204" pitchFamily="34" charset="0"/>
                <a:cs typeface="Arial" panose="020B0604020202020204" pitchFamily="34" charset="0"/>
              </a:rPr>
              <a:t>CUMPRIMENTO DO SLA(%) - NCG</a:t>
            </a:r>
          </a:p>
        </c:rich>
      </c:tx>
      <c:layout>
        <c:manualLayout>
          <c:xMode val="edge"/>
          <c:yMode val="edge"/>
          <c:x val="0.23189082195025759"/>
          <c:y val="6.8632211162731924E-2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200" b="0" i="0" u="none" strike="noStrike" kern="1200" cap="all" spc="0" normalizeH="0" baseline="0">
              <a:solidFill>
                <a:schemeClr val="tx1">
                  <a:lumMod val="65000"/>
                  <a:lumOff val="35000"/>
                </a:schemeClr>
              </a:solidFill>
              <a:latin typeface="Arial" panose="020B0604020202020204" pitchFamily="34" charset="0"/>
              <a:ea typeface="+mn-ea"/>
              <a:cs typeface="Arial" panose="020B0604020202020204" pitchFamily="34" charset="0"/>
            </a:defRPr>
          </a:pPr>
          <a:endParaRPr lang="pt-BR"/>
        </a:p>
      </c:txPr>
    </c:title>
    <c:autoTitleDeleted val="0"/>
    <c:plotArea>
      <c:layout>
        <c:manualLayout>
          <c:layoutTarget val="inner"/>
          <c:xMode val="edge"/>
          <c:yMode val="edge"/>
          <c:x val="0.12477506202309159"/>
          <c:y val="0.25071916247917336"/>
          <c:w val="0.8462728841944791"/>
          <c:h val="0.47060911814883422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No Prazo</c:v>
                </c:pt>
              </c:strCache>
            </c:strRef>
          </c:tx>
          <c:spPr>
            <a:solidFill>
              <a:schemeClr val="accent1">
                <a:shade val="76000"/>
              </a:schemeClr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2.6320048893117357E-3"/>
                  <c:y val="8.5389112628326859E-3"/>
                </c:manualLayout>
              </c:layout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0-F0EE-40B3-97E5-C571C24666EF}"/>
                </c:ext>
              </c:extLst>
            </c:dLbl>
            <c:numFmt formatCode="0.00%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0"/>
              <a:lstStyle/>
              <a:p>
                <a:pPr algn="ctr">
                  <a:defRPr lang="en-US" sz="1100" b="0" i="0" u="none" strike="noStrike" kern="1200" baseline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pPr>
                <a:endParaRPr lang="pt-BR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Ciclo 1</c:v>
                </c:pt>
                <c:pt idx="1">
                  <c:v>Ciclo 2</c:v>
                </c:pt>
                <c:pt idx="2">
                  <c:v>Ciclo 3</c:v>
                </c:pt>
                <c:pt idx="3">
                  <c:v>Ciclo 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0.6</c:v>
                </c:pt>
                <c:pt idx="1">
                  <c:v>1</c:v>
                </c:pt>
                <c:pt idx="2">
                  <c:v>0.8</c:v>
                </c:pt>
                <c:pt idx="3">
                  <c:v>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F0EE-40B3-97E5-C571C24666EF}"/>
            </c:ext>
          </c:extLst>
        </c:ser>
        <c:ser>
          <c:idx val="2"/>
          <c:order val="2"/>
          <c:tx>
            <c:strRef>
              <c:f>Sheet1!$C$1</c:f>
              <c:strCache>
                <c:ptCount val="1"/>
                <c:pt idx="0">
                  <c:v>Fora do Prazo</c:v>
                </c:pt>
              </c:strCache>
            </c:strRef>
          </c:tx>
          <c:spPr>
            <a:solidFill>
              <a:srgbClr val="FFC000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2.6320048893117599E-3"/>
                  <c:y val="9.6592250670941172E-3"/>
                </c:manualLayout>
              </c:layout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F0EE-40B3-97E5-C571C24666EF}"/>
                </c:ext>
              </c:extLst>
            </c:dLbl>
            <c:numFmt formatCode="0.00%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pPr>
                <a:endParaRPr lang="pt-BR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Ciclo 1</c:v>
                </c:pt>
                <c:pt idx="1">
                  <c:v>Ciclo 2</c:v>
                </c:pt>
                <c:pt idx="2">
                  <c:v>Ciclo 3</c:v>
                </c:pt>
                <c:pt idx="3">
                  <c:v>Ciclo 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0.2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F0EE-40B3-97E5-C571C24666EF}"/>
            </c:ext>
          </c:extLst>
        </c:ser>
        <c:ser>
          <c:idx val="3"/>
          <c:order val="3"/>
          <c:tx>
            <c:strRef>
              <c:f>Sheet1!$D$1</c:f>
              <c:strCache>
                <c:ptCount val="1"/>
                <c:pt idx="0">
                  <c:v>Justificado</c:v>
                </c:pt>
              </c:strCache>
            </c:strRef>
          </c:tx>
          <c:spPr>
            <a:solidFill>
              <a:srgbClr val="FFC000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0"/>
                  <c:y val="-8.995766502492542E-4"/>
                </c:manualLayout>
              </c:layout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F0EE-40B3-97E5-C571C24666EF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pPr>
                <a:endParaRPr lang="pt-BR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Ciclo 1</c:v>
                </c:pt>
                <c:pt idx="1">
                  <c:v>Ciclo 2</c:v>
                </c:pt>
                <c:pt idx="2">
                  <c:v>Ciclo 3</c:v>
                </c:pt>
                <c:pt idx="3">
                  <c:v>Ciclo 4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0.2</c:v>
                </c:pt>
                <c:pt idx="1">
                  <c:v>0</c:v>
                </c:pt>
                <c:pt idx="2">
                  <c:v>0.2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F0EE-40B3-97E5-C571C24666EF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79"/>
        <c:axId val="667736623"/>
        <c:axId val="667748271"/>
        <c:extLst>
          <c:ext xmlns:c15="http://schemas.microsoft.com/office/drawing/2012/chart" uri="{02D57815-91ED-43cb-92C2-25804820EDAC}">
            <c15:filteredBarSeries>
              <c15:ser>
                <c:idx val="1"/>
                <c:order val="1"/>
                <c:tx>
                  <c:strRef>
                    <c:extLst>
                      <c:ext uri="{02D57815-91ED-43cb-92C2-25804820EDAC}">
                        <c15:formulaRef>
                          <c15:sqref>Sheet1!$C$1</c15:sqref>
                        </c15:formulaRef>
                      </c:ext>
                    </c:extLst>
                    <c:strCache>
                      <c:ptCount val="1"/>
                      <c:pt idx="0">
                        <c:v>Fora do Prazo</c:v>
                      </c:pt>
                    </c:strCache>
                  </c:strRef>
                </c:tx>
                <c:spPr>
                  <a:solidFill>
                    <a:srgbClr val="FFC000"/>
                  </a:solidFill>
                  <a:ln>
                    <a:noFill/>
                  </a:ln>
                  <a:effectLst/>
                </c:spPr>
                <c:invertIfNegative val="0"/>
                <c:dLbls>
                  <c:dLbl>
                    <c:idx val="0"/>
                    <c:layout>
                      <c:manualLayout>
                        <c:x val="0"/>
                        <c:y val="-8.995766502492542E-4"/>
                      </c:manualLayout>
                    </c:layout>
                    <c:dLblPos val="outEnd"/>
                    <c:showLegendKey val="0"/>
                    <c:showVal val="1"/>
                    <c:showCatName val="0"/>
                    <c:showSerName val="0"/>
                    <c:showPercent val="0"/>
                    <c:showBubbleSize val="0"/>
                    <c:extLst>
                      <c:ext uri="{CE6537A1-D6FC-4f65-9D91-7224C49458BB}"/>
                      <c:ext xmlns:c16="http://schemas.microsoft.com/office/drawing/2014/chart" uri="{C3380CC4-5D6E-409C-BE32-E72D297353CC}">
                        <c16:uniqueId val="{00000003-F0EE-40B3-97E5-C571C24666EF}"/>
                      </c:ext>
                    </c:extLst>
                  </c:dLbl>
                  <c:numFmt formatCode="0%" sourceLinked="0"/>
                  <c:spPr>
                    <a:noFill/>
                    <a:ln>
                      <a:noFill/>
                    </a:ln>
                    <a:effectLst/>
                  </c:spPr>
                  <c:txPr>
                    <a:bodyPr rot="0" spcFirstLastPara="1" vertOverflow="ellipsis" vert="horz" wrap="square" lIns="38100" tIns="19050" rIns="38100" bIns="19050" anchor="ctr" anchorCtr="1">
                      <a:spAutoFit/>
                    </a:bodyPr>
                    <a:lstStyle/>
                    <a:p>
                      <a:pPr>
                        <a:defRPr sz="1100" b="0" i="0" u="none" strike="noStrike" kern="1200" baseline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defRPr>
                      </a:pPr>
                      <a:endParaRPr lang="pt-BR"/>
                    </a:p>
                  </c:txPr>
                  <c:dLblPos val="ctr"/>
                  <c:showLegendKey val="0"/>
                  <c:showVal val="1"/>
                  <c:showCatName val="0"/>
                  <c:showSerName val="0"/>
                  <c:showPercent val="0"/>
                  <c:showBubbleSize val="0"/>
                  <c:showLeaderLines val="0"/>
                  <c:extLst>
                    <c:ext uri="{CE6537A1-D6FC-4f65-9D91-7224C49458BB}">
                      <c15:showLeaderLines val="1"/>
                      <c15:leaderLines>
                        <c:spPr>
                          <a:ln w="9525">
                            <a:solidFill>
                              <a:schemeClr val="tx1">
                                <a:lumMod val="35000"/>
                                <a:lumOff val="65000"/>
                              </a:schemeClr>
                            </a:solidFill>
                          </a:ln>
                          <a:effectLst/>
                        </c:spPr>
                      </c15:leaderLines>
                    </c:ext>
                  </c:extLst>
                </c:dLbls>
                <c:cat>
                  <c:strRef>
                    <c:extLst>
                      <c:ext uri="{02D57815-91ED-43cb-92C2-25804820EDAC}">
                        <c15:formulaRef>
                          <c15:sqref>Sheet1!$A$2:$A$4</c15:sqref>
                        </c15:formulaRef>
                      </c:ext>
                    </c:extLst>
                    <c:strCache>
                      <c:ptCount val="1"/>
                      <c:pt idx="0">
                        <c:v>Ciclo 1</c:v>
                      </c:pt>
                    </c:strCache>
                  </c:strRef>
                </c:cat>
                <c:val>
                  <c:numRef>
                    <c:extLst>
                      <c:ext uri="{02D57815-91ED-43cb-92C2-25804820EDAC}">
                        <c15:formulaRef>
                          <c15:sqref>Sheet1!$C$2:$C$4</c15:sqref>
                        </c15:formulaRef>
                      </c:ext>
                    </c:extLst>
                    <c:numCache>
                      <c:formatCode>General</c:formatCode>
                      <c:ptCount val="1"/>
                      <c:pt idx="0">
                        <c:v>0.2</c:v>
                      </c:pt>
                    </c:numCache>
                  </c:numRef>
                </c:val>
                <c:extLst>
                  <c:ext xmlns:c16="http://schemas.microsoft.com/office/drawing/2014/chart" uri="{C3380CC4-5D6E-409C-BE32-E72D297353CC}">
                    <c16:uniqueId val="{00000005-F0EE-40B3-97E5-C571C24666EF}"/>
                  </c:ext>
                </c:extLst>
              </c15:ser>
            </c15:filteredBarSeries>
          </c:ext>
        </c:extLst>
      </c:barChart>
      <c:catAx>
        <c:axId val="667736623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0" i="0" u="none" strike="noStrike" kern="1200" cap="none" spc="120" normalizeH="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endParaRPr lang="pt-BR"/>
          </a:p>
        </c:txPr>
        <c:crossAx val="667748271"/>
        <c:crosses val="autoZero"/>
        <c:auto val="1"/>
        <c:lblAlgn val="ctr"/>
        <c:lblOffset val="100"/>
        <c:noMultiLvlLbl val="0"/>
      </c:catAx>
      <c:valAx>
        <c:axId val="667748271"/>
        <c:scaling>
          <c:orientation val="minMax"/>
        </c:scaling>
        <c:delete val="0"/>
        <c:axPos val="l"/>
        <c:numFmt formatCode="0%" sourceLinked="0"/>
        <c:majorTickMark val="out"/>
        <c:minorTickMark val="none"/>
        <c:tickLblPos val="nextTo"/>
        <c:spPr>
          <a:noFill/>
          <a:ln w="9525" cap="flat" cmpd="sng" algn="ctr">
            <a:solidFill>
              <a:schemeClr val="dk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endParaRPr lang="pt-BR"/>
          </a:p>
        </c:txPr>
        <c:crossAx val="667736623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Arial" panose="020B0604020202020204" pitchFamily="34" charset="0"/>
              <a:ea typeface="+mn-ea"/>
              <a:cs typeface="Arial" panose="020B0604020202020204" pitchFamily="34" charset="0"/>
            </a:defRPr>
          </a:pPr>
          <a:endParaRPr lang="pt-BR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>
          <a:latin typeface="Arial" panose="020B0604020202020204" pitchFamily="34" charset="0"/>
          <a:cs typeface="Arial" panose="020B0604020202020204" pitchFamily="34" charset="0"/>
        </a:defRPr>
      </a:pPr>
      <a:endParaRPr lang="pt-BR"/>
    </a:p>
  </c:txPr>
  <c:externalData r:id="rId3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pt-BR"/>
  <c:roundedCorners val="0"/>
  <mc:AlternateContent xmlns:mc="http://schemas.openxmlformats.org/markup-compatibility/2006">
    <mc:Choice xmlns:c14="http://schemas.microsoft.com/office/drawing/2007/8/2/chart" Requires="c14">
      <c14:style val="103"/>
    </mc:Choice>
    <mc:Fallback>
      <c:style val="3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2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QUANTIDADE</a:t>
            </a:r>
            <a:r>
              <a:rPr lang="en-US" sz="1200" baseline="0" dirty="0">
                <a:latin typeface="Arial" panose="020B0604020202020204" pitchFamily="34" charset="0"/>
                <a:cs typeface="Arial" panose="020B0604020202020204" pitchFamily="34" charset="0"/>
              </a:rPr>
              <a:t> DE MONITORIAS</a:t>
            </a:r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2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Arial" panose="020B0604020202020204" pitchFamily="34" charset="0"/>
              <a:ea typeface="+mn-ea"/>
              <a:cs typeface="Arial" panose="020B0604020202020204" pitchFamily="34" charset="0"/>
            </a:defRPr>
          </a:pPr>
          <a:endParaRPr lang="en-US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Operação</c:v>
                </c:pt>
              </c:strCache>
            </c:strRef>
          </c:tx>
          <c:spPr>
            <a:solidFill>
              <a:schemeClr val="accent1">
                <a:shade val="76000"/>
              </a:schemeClr>
            </a:solidFill>
            <a:ln>
              <a:noFill/>
            </a:ln>
            <a:effectLst/>
          </c:spPr>
          <c:invertIfNegative val="0"/>
          <c:dLbls>
            <c:numFmt formatCode="0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pPr>
                <a:endParaRPr lang="pt-BR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Ciclo 1</c:v>
                </c:pt>
                <c:pt idx="1">
                  <c:v>Ciclo 2</c:v>
                </c:pt>
                <c:pt idx="2">
                  <c:v>Ciclo 3</c:v>
                </c:pt>
                <c:pt idx="3">
                  <c:v>Ciclo 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39</c:v>
                </c:pt>
                <c:pt idx="1">
                  <c:v>26</c:v>
                </c:pt>
                <c:pt idx="2">
                  <c:v>41</c:v>
                </c:pt>
                <c:pt idx="3">
                  <c:v>44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8CA4-48E1-A7C6-409E7A20E6D4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Qualidade</c:v>
                </c:pt>
              </c:strCache>
            </c:strRef>
          </c:tx>
          <c:spPr>
            <a:solidFill>
              <a:schemeClr val="accent1">
                <a:tint val="77000"/>
              </a:schemeClr>
            </a:solidFill>
            <a:ln>
              <a:noFill/>
            </a:ln>
            <a:effectLst/>
          </c:spPr>
          <c:invertIfNegative val="0"/>
          <c:dLbls>
            <c:numFmt formatCode="0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pPr>
                <a:endParaRPr lang="pt-BR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Ciclo 1</c:v>
                </c:pt>
                <c:pt idx="1">
                  <c:v>Ciclo 2</c:v>
                </c:pt>
                <c:pt idx="2">
                  <c:v>Ciclo 3</c:v>
                </c:pt>
                <c:pt idx="3">
                  <c:v>Ciclo 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39</c:v>
                </c:pt>
                <c:pt idx="1">
                  <c:v>42</c:v>
                </c:pt>
                <c:pt idx="2">
                  <c:v>41</c:v>
                </c:pt>
                <c:pt idx="3">
                  <c:v>44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8CA4-48E1-A7C6-409E7A20E6D4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480928000"/>
        <c:axId val="480928480"/>
      </c:barChart>
      <c:catAx>
        <c:axId val="48092800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endParaRPr lang="pt-BR"/>
          </a:p>
        </c:txPr>
        <c:crossAx val="480928480"/>
        <c:crosses val="autoZero"/>
        <c:auto val="1"/>
        <c:lblAlgn val="ctr"/>
        <c:lblOffset val="100"/>
        <c:noMultiLvlLbl val="0"/>
      </c:catAx>
      <c:valAx>
        <c:axId val="480928480"/>
        <c:scaling>
          <c:orientation val="minMax"/>
          <c:max val="50"/>
          <c:min val="0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endParaRPr lang="pt-BR"/>
          </a:p>
        </c:txPr>
        <c:crossAx val="480928000"/>
        <c:crosses val="autoZero"/>
        <c:crossBetween val="between"/>
        <c:majorUnit val="10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Arial" panose="020B0604020202020204" pitchFamily="34" charset="0"/>
              <a:ea typeface="+mn-ea"/>
              <a:cs typeface="Arial" panose="020B0604020202020204" pitchFamily="34" charset="0"/>
            </a:defRPr>
          </a:pPr>
          <a:endParaRPr lang="pt-BR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pt-BR"/>
    </a:p>
  </c:txPr>
  <c:externalData r:id="rId3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pt-B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2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r>
              <a:rPr lang="en-US" sz="1200"/>
              <a:t>MÉDIA DO CANAL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2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Arial" panose="020B0604020202020204" pitchFamily="34" charset="0"/>
              <a:ea typeface="+mn-ea"/>
              <a:cs typeface="Arial" panose="020B0604020202020204" pitchFamily="34" charset="0"/>
            </a:defRPr>
          </a:pPr>
          <a:endParaRPr lang="pt-BR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Operação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6.1087942586953558E-3"/>
                  <c:y val="1.2332318101949428E-2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0-2E09-4425-A2C5-44CE109969F9}"/>
                </c:ext>
              </c:extLst>
            </c:dLbl>
            <c:numFmt formatCode="0.00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12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pPr>
                <a:endParaRPr lang="pt-BR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Ciclo 1</c:v>
                </c:pt>
                <c:pt idx="1">
                  <c:v>Ciclo 2</c:v>
                </c:pt>
                <c:pt idx="2">
                  <c:v>Ciclo 3</c:v>
                </c:pt>
                <c:pt idx="3">
                  <c:v>Ciclo 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90.95</c:v>
                </c:pt>
                <c:pt idx="1">
                  <c:v>89.5</c:v>
                </c:pt>
                <c:pt idx="2">
                  <c:v>88.22</c:v>
                </c:pt>
                <c:pt idx="3">
                  <c:v>79.73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DFF2-40AD-9855-C65A210FC3ED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Qualidade</c:v>
                </c:pt>
              </c:strCache>
            </c:strRef>
          </c:tx>
          <c:spPr>
            <a:solidFill>
              <a:srgbClr val="8FA2D4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6.1087942586954113E-3"/>
                  <c:y val="1.8498477152924145E-2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2-D0A4-42A5-9520-8DC6C0F17ED9}"/>
                </c:ext>
              </c:extLst>
            </c:dLbl>
            <c:numFmt formatCode="0.00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12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pPr>
                <a:endParaRPr lang="pt-BR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Ciclo 1</c:v>
                </c:pt>
                <c:pt idx="1">
                  <c:v>Ciclo 2</c:v>
                </c:pt>
                <c:pt idx="2">
                  <c:v>Ciclo 3</c:v>
                </c:pt>
                <c:pt idx="3">
                  <c:v>Ciclo 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86.9</c:v>
                </c:pt>
                <c:pt idx="1">
                  <c:v>79.790000000000006</c:v>
                </c:pt>
                <c:pt idx="2">
                  <c:v>79.319999999999993</c:v>
                </c:pt>
                <c:pt idx="3">
                  <c:v>79.819999999999993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DFF2-40AD-9855-C65A210FC3ED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480928000"/>
        <c:axId val="480928480"/>
      </c:barChart>
      <c:catAx>
        <c:axId val="48092800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endParaRPr lang="pt-BR"/>
          </a:p>
        </c:txPr>
        <c:crossAx val="480928480"/>
        <c:crosses val="autoZero"/>
        <c:auto val="1"/>
        <c:lblAlgn val="ctr"/>
        <c:lblOffset val="100"/>
        <c:noMultiLvlLbl val="0"/>
      </c:catAx>
      <c:valAx>
        <c:axId val="480928480"/>
        <c:scaling>
          <c:orientation val="minMax"/>
          <c:max val="100"/>
          <c:min val="0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.00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endParaRPr lang="pt-BR"/>
          </a:p>
        </c:txPr>
        <c:crossAx val="480928000"/>
        <c:crosses val="autoZero"/>
        <c:crossBetween val="between"/>
        <c:majorUnit val="20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2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Arial" panose="020B0604020202020204" pitchFamily="34" charset="0"/>
              <a:ea typeface="+mn-ea"/>
              <a:cs typeface="Arial" panose="020B0604020202020204" pitchFamily="34" charset="0"/>
            </a:defRPr>
          </a:pPr>
          <a:endParaRPr lang="pt-BR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 sz="1200">
          <a:latin typeface="Arial" panose="020B0604020202020204" pitchFamily="34" charset="0"/>
          <a:cs typeface="Arial" panose="020B0604020202020204" pitchFamily="34" charset="0"/>
        </a:defRPr>
      </a:pPr>
      <a:endParaRPr lang="pt-BR"/>
    </a:p>
  </c:txPr>
  <c:externalData r:id="rId3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pt-BR"/>
  <c:roundedCorners val="0"/>
  <mc:AlternateContent xmlns:mc="http://schemas.openxmlformats.org/markup-compatibility/2006">
    <mc:Choice xmlns:c14="http://schemas.microsoft.com/office/drawing/2007/8/2/chart" Requires="c14">
      <c14:style val="108"/>
    </mc:Choice>
    <mc:Fallback>
      <c:style val="8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VOLUME</a:t>
            </a:r>
            <a:r>
              <a:rPr lang="en-US" sz="1400" baseline="0" dirty="0">
                <a:latin typeface="Arial" panose="020B0604020202020204" pitchFamily="34" charset="0"/>
                <a:cs typeface="Arial" panose="020B0604020202020204" pitchFamily="34" charset="0"/>
              </a:rPr>
              <a:t> DE NC E NCG</a:t>
            </a:r>
            <a:endParaRPr lang="en-US" sz="1400" dirty="0">
              <a:latin typeface="Arial" panose="020B0604020202020204" pitchFamily="34" charset="0"/>
              <a:cs typeface="Arial" panose="020B0604020202020204" pitchFamily="34" charset="0"/>
            </a:endParaRP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NC</c:v>
                </c:pt>
              </c:strCache>
            </c:strRef>
          </c:tx>
          <c:spPr>
            <a:solidFill>
              <a:srgbClr val="3B64AD"/>
            </a:solidFill>
            <a:ln>
              <a:noFill/>
            </a:ln>
            <a:effectLst/>
          </c:spPr>
          <c:invertIfNegative val="0"/>
          <c:dLbls>
            <c:numFmt formatCode="0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pPr>
                <a:endParaRPr lang="pt-BR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Ciclo 1</c:v>
                </c:pt>
                <c:pt idx="1">
                  <c:v>Ciclo 2</c:v>
                </c:pt>
                <c:pt idx="2">
                  <c:v>Ciclo 3</c:v>
                </c:pt>
                <c:pt idx="3">
                  <c:v>Ciclo 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45</c:v>
                </c:pt>
                <c:pt idx="1">
                  <c:v>31</c:v>
                </c:pt>
                <c:pt idx="2">
                  <c:v>43</c:v>
                </c:pt>
                <c:pt idx="3">
                  <c:v>49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7490-4F4E-A83D-20B00F4496DF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NCG</c:v>
                </c:pt>
              </c:strCache>
            </c:strRef>
          </c:tx>
          <c:spPr>
            <a:solidFill>
              <a:srgbClr val="00B050"/>
            </a:solidFill>
            <a:ln>
              <a:noFill/>
            </a:ln>
            <a:effectLst/>
          </c:spPr>
          <c:invertIfNegative val="0"/>
          <c:dLbls>
            <c:numFmt formatCode="0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pPr>
                <a:endParaRPr lang="pt-BR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Ciclo 1</c:v>
                </c:pt>
                <c:pt idx="1">
                  <c:v>Ciclo 2</c:v>
                </c:pt>
                <c:pt idx="2">
                  <c:v>Ciclo 3</c:v>
                </c:pt>
                <c:pt idx="3">
                  <c:v>Ciclo 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3</c:v>
                </c:pt>
                <c:pt idx="1">
                  <c:v>8</c:v>
                </c:pt>
                <c:pt idx="2">
                  <c:v>8</c:v>
                </c:pt>
                <c:pt idx="3">
                  <c:v>12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7490-4F4E-A83D-20B00F4496DF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480928000"/>
        <c:axId val="480928480"/>
      </c:barChart>
      <c:catAx>
        <c:axId val="48092800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endParaRPr lang="pt-BR"/>
          </a:p>
        </c:txPr>
        <c:crossAx val="480928480"/>
        <c:crosses val="autoZero"/>
        <c:auto val="1"/>
        <c:lblAlgn val="ctr"/>
        <c:lblOffset val="100"/>
        <c:noMultiLvlLbl val="0"/>
      </c:catAx>
      <c:valAx>
        <c:axId val="480928480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endParaRPr lang="pt-BR"/>
          </a:p>
        </c:txPr>
        <c:crossAx val="480928000"/>
        <c:crosses val="autoZero"/>
        <c:crossBetween val="between"/>
        <c:majorUnit val="10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Arial" panose="020B0604020202020204" pitchFamily="34" charset="0"/>
              <a:ea typeface="+mn-ea"/>
              <a:cs typeface="Arial" panose="020B0604020202020204" pitchFamily="34" charset="0"/>
            </a:defRPr>
          </a:pPr>
          <a:endParaRPr lang="pt-BR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pt-BR"/>
    </a:p>
  </c:txPr>
  <c:externalData r:id="rId3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pt-BR"/>
  <c:roundedCorners val="0"/>
  <mc:AlternateContent xmlns:mc="http://schemas.openxmlformats.org/markup-compatibility/2006">
    <mc:Choice xmlns:c14="http://schemas.microsoft.com/office/drawing/2007/8/2/chart" Requires="c14">
      <c14:style val="103"/>
    </mc:Choice>
    <mc:Fallback>
      <c:style val="3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200" b="0" i="0" u="none" strike="noStrike" kern="1200" cap="all" spc="0" normalizeH="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r>
              <a:rPr lang="pt-BR" sz="1400" b="0" i="0" spc="0" dirty="0">
                <a:latin typeface="Arial" panose="020B0604020202020204" pitchFamily="34" charset="0"/>
                <a:cs typeface="Arial" panose="020B0604020202020204" pitchFamily="34" charset="0"/>
              </a:rPr>
              <a:t>CUMPRIMENTO DO SLA(%) - NC</a:t>
            </a:r>
          </a:p>
        </c:rich>
      </c:tx>
      <c:layout>
        <c:manualLayout>
          <c:xMode val="edge"/>
          <c:yMode val="edge"/>
          <c:x val="0.23189082195025759"/>
          <c:y val="6.8632211162731924E-2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200" b="0" i="0" u="none" strike="noStrike" kern="1200" cap="all" spc="0" normalizeH="0" baseline="0">
              <a:solidFill>
                <a:schemeClr val="tx1">
                  <a:lumMod val="65000"/>
                  <a:lumOff val="35000"/>
                </a:schemeClr>
              </a:solidFill>
              <a:latin typeface="Arial" panose="020B0604020202020204" pitchFamily="34" charset="0"/>
              <a:ea typeface="+mn-ea"/>
              <a:cs typeface="Arial" panose="020B0604020202020204" pitchFamily="34" charset="0"/>
            </a:defRPr>
          </a:pPr>
          <a:endParaRPr lang="pt-BR"/>
        </a:p>
      </c:txPr>
    </c:title>
    <c:autoTitleDeleted val="0"/>
    <c:plotArea>
      <c:layout>
        <c:manualLayout>
          <c:layoutTarget val="inner"/>
          <c:xMode val="edge"/>
          <c:yMode val="edge"/>
          <c:x val="0.12477506202309159"/>
          <c:y val="0.25071916247917336"/>
          <c:w val="0.8462728841944791"/>
          <c:h val="0.47060911814883422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No Prazo</c:v>
                </c:pt>
              </c:strCache>
            </c:strRef>
          </c:tx>
          <c:spPr>
            <a:solidFill>
              <a:schemeClr val="accent1">
                <a:shade val="65000"/>
              </a:schemeClr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7.8960146679352798E-3"/>
                  <c:y val="8.5389112628327102E-3"/>
                </c:manualLayout>
              </c:layout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0-1619-4462-9C86-CC3E07FA2B87}"/>
                </c:ext>
              </c:extLst>
            </c:dLbl>
            <c:numFmt formatCode="0.00%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1100" b="0" i="0" u="none" strike="noStrike" kern="1200" baseline="0">
                    <a:solidFill>
                      <a:schemeClr val="bg2">
                        <a:lumMod val="50000"/>
                      </a:schemeClr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pPr>
                <a:endParaRPr lang="pt-BR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Ciclo 1</c:v>
                </c:pt>
                <c:pt idx="1">
                  <c:v>Ciclo 2</c:v>
                </c:pt>
                <c:pt idx="2">
                  <c:v>Ciclo 3</c:v>
                </c:pt>
                <c:pt idx="3">
                  <c:v>Ciclo 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0.91110000000000002</c:v>
                </c:pt>
                <c:pt idx="1">
                  <c:v>1</c:v>
                </c:pt>
                <c:pt idx="2">
                  <c:v>0.86050000000000004</c:v>
                </c:pt>
                <c:pt idx="3">
                  <c:v>0.97960000000000003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1619-4462-9C86-CC3E07FA2B87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Fora do Prazo</c:v>
                </c:pt>
              </c:strCache>
            </c:strRef>
          </c:tx>
          <c:spPr>
            <a:solidFill>
              <a:srgbClr val="FFC000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5.2640097786235199E-3"/>
                  <c:y val="4.3798242084224321E-3"/>
                </c:manualLayout>
              </c:layout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1619-4462-9C86-CC3E07FA2B87}"/>
                </c:ext>
              </c:extLst>
            </c:dLbl>
            <c:numFmt formatCode="0.00%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pPr>
                <a:endParaRPr lang="pt-BR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Ciclo 1</c:v>
                </c:pt>
                <c:pt idx="1">
                  <c:v>Ciclo 2</c:v>
                </c:pt>
                <c:pt idx="2">
                  <c:v>Ciclo 3</c:v>
                </c:pt>
                <c:pt idx="3">
                  <c:v>Ciclo 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2.2200000000000001E-2</c:v>
                </c:pt>
                <c:pt idx="1">
                  <c:v>0</c:v>
                </c:pt>
                <c:pt idx="2">
                  <c:v>2.3300000000000001E-2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1619-4462-9C86-CC3E07FA2B87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Justificado</c:v>
                </c:pt>
              </c:strCache>
            </c:strRef>
          </c:tx>
          <c:spPr>
            <a:solidFill>
              <a:schemeClr val="accent1">
                <a:tint val="65000"/>
              </a:schemeClr>
            </a:solidFill>
            <a:ln>
              <a:noFill/>
            </a:ln>
            <a:effectLst/>
          </c:spPr>
          <c:invertIfNegative val="0"/>
          <c:dLbls>
            <c:numFmt formatCode="0.00%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0">
                <a:spAutoFit/>
              </a:bodyPr>
              <a:lstStyle/>
              <a:p>
                <a:pPr algn="ctr">
                  <a:defRPr lang="en-US" sz="1100" b="0" i="0" u="none" strike="noStrike" kern="1200" baseline="0">
                    <a:solidFill>
                      <a:schemeClr val="bg2">
                        <a:lumMod val="50000"/>
                      </a:schemeClr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pPr>
                <a:endParaRPr lang="pt-BR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Ciclo 1</c:v>
                </c:pt>
                <c:pt idx="1">
                  <c:v>Ciclo 2</c:v>
                </c:pt>
                <c:pt idx="2">
                  <c:v>Ciclo 3</c:v>
                </c:pt>
                <c:pt idx="3">
                  <c:v>Ciclo 4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6.6699999999999995E-2</c:v>
                </c:pt>
                <c:pt idx="1">
                  <c:v>0</c:v>
                </c:pt>
                <c:pt idx="2">
                  <c:v>0.1163</c:v>
                </c:pt>
                <c:pt idx="3">
                  <c:v>2.0400000000000001E-2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40BF-4CE9-8E41-CDD9F3C4C97D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79"/>
        <c:axId val="667736623"/>
        <c:axId val="667748271"/>
      </c:barChart>
      <c:catAx>
        <c:axId val="667736623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0" i="0" u="none" strike="noStrike" kern="1200" cap="none" spc="120" normalizeH="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endParaRPr lang="pt-BR"/>
          </a:p>
        </c:txPr>
        <c:crossAx val="667748271"/>
        <c:crosses val="autoZero"/>
        <c:auto val="1"/>
        <c:lblAlgn val="ctr"/>
        <c:lblOffset val="100"/>
        <c:noMultiLvlLbl val="0"/>
      </c:catAx>
      <c:valAx>
        <c:axId val="667748271"/>
        <c:scaling>
          <c:orientation val="minMax"/>
          <c:max val="1"/>
        </c:scaling>
        <c:delete val="0"/>
        <c:axPos val="l"/>
        <c:numFmt formatCode="0%" sourceLinked="0"/>
        <c:majorTickMark val="out"/>
        <c:minorTickMark val="none"/>
        <c:tickLblPos val="nextTo"/>
        <c:spPr>
          <a:noFill/>
          <a:ln w="9525" cap="flat" cmpd="sng" algn="ctr">
            <a:solidFill>
              <a:schemeClr val="dk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endParaRPr lang="pt-BR"/>
          </a:p>
        </c:txPr>
        <c:crossAx val="667736623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Arial" panose="020B0604020202020204" pitchFamily="34" charset="0"/>
              <a:ea typeface="+mn-ea"/>
              <a:cs typeface="Arial" panose="020B0604020202020204" pitchFamily="34" charset="0"/>
            </a:defRPr>
          </a:pPr>
          <a:endParaRPr lang="pt-BR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>
          <a:latin typeface="Arial" panose="020B0604020202020204" pitchFamily="34" charset="0"/>
          <a:cs typeface="Arial" panose="020B0604020202020204" pitchFamily="34" charset="0"/>
        </a:defRPr>
      </a:pPr>
      <a:endParaRPr lang="pt-BR"/>
    </a:p>
  </c:txPr>
  <c:externalData r:id="rId3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pt-BR"/>
  <c:roundedCorners val="0"/>
  <mc:AlternateContent xmlns:mc="http://schemas.openxmlformats.org/markup-compatibility/2006">
    <mc:Choice xmlns:c14="http://schemas.microsoft.com/office/drawing/2007/8/2/chart" Requires="c14">
      <c14:style val="103"/>
    </mc:Choice>
    <mc:Fallback>
      <c:style val="3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200" b="0" i="0" u="none" strike="noStrike" kern="1200" cap="all" spc="0" normalizeH="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r>
              <a:rPr lang="pt-BR" sz="1400" b="0" i="0" spc="0" dirty="0">
                <a:latin typeface="Arial" panose="020B0604020202020204" pitchFamily="34" charset="0"/>
                <a:cs typeface="Arial" panose="020B0604020202020204" pitchFamily="34" charset="0"/>
              </a:rPr>
              <a:t>CUMPRIMENTO DO SLA(%) - NCG</a:t>
            </a:r>
          </a:p>
        </c:rich>
      </c:tx>
      <c:layout>
        <c:manualLayout>
          <c:xMode val="edge"/>
          <c:yMode val="edge"/>
          <c:x val="0.23189082195025759"/>
          <c:y val="6.8632211162731924E-2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200" b="0" i="0" u="none" strike="noStrike" kern="1200" cap="all" spc="0" normalizeH="0" baseline="0">
              <a:solidFill>
                <a:schemeClr val="tx1">
                  <a:lumMod val="65000"/>
                  <a:lumOff val="35000"/>
                </a:schemeClr>
              </a:solidFill>
              <a:latin typeface="Arial" panose="020B0604020202020204" pitchFamily="34" charset="0"/>
              <a:ea typeface="+mn-ea"/>
              <a:cs typeface="Arial" panose="020B0604020202020204" pitchFamily="34" charset="0"/>
            </a:defRPr>
          </a:pPr>
          <a:endParaRPr lang="pt-BR"/>
        </a:p>
      </c:txPr>
    </c:title>
    <c:autoTitleDeleted val="0"/>
    <c:plotArea>
      <c:layout>
        <c:manualLayout>
          <c:layoutTarget val="inner"/>
          <c:xMode val="edge"/>
          <c:yMode val="edge"/>
          <c:x val="0.12477506202309159"/>
          <c:y val="0.25071916247917336"/>
          <c:w val="0.8462728841944791"/>
          <c:h val="0.47060911814883422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No Prazo</c:v>
                </c:pt>
              </c:strCache>
            </c:strRef>
          </c:tx>
          <c:spPr>
            <a:solidFill>
              <a:schemeClr val="accent1">
                <a:shade val="65000"/>
              </a:schemeClr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2.6320048893117357E-3"/>
                  <c:y val="8.5389112628326859E-3"/>
                </c:manualLayout>
              </c:layout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0-500E-4497-8EEA-1FC5F21F111B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0"/>
              <a:lstStyle/>
              <a:p>
                <a:pPr algn="ctr">
                  <a:defRPr lang="en-US" sz="1100" b="0" i="0" u="none" strike="noStrike" kern="1200" baseline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pPr>
                <a:endParaRPr lang="pt-BR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Ciclo 1</c:v>
                </c:pt>
                <c:pt idx="1">
                  <c:v>Ciclo 2</c:v>
                </c:pt>
                <c:pt idx="2">
                  <c:v>Ciclo 3</c:v>
                </c:pt>
                <c:pt idx="3">
                  <c:v>Ciclo 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</c:v>
                </c:pt>
                <c:pt idx="1">
                  <c:v>0.875</c:v>
                </c:pt>
                <c:pt idx="2">
                  <c:v>0.875</c:v>
                </c:pt>
                <c:pt idx="3">
                  <c:v>0.91669999999999996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500E-4497-8EEA-1FC5F21F111B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Fora do Prazo</c:v>
                </c:pt>
              </c:strCache>
            </c:strRef>
          </c:tx>
          <c:spPr>
            <a:solidFill>
              <a:srgbClr val="FFC000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0"/>
                  <c:y val="-8.995766502492542E-4"/>
                </c:manualLayout>
              </c:layout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2-500E-4497-8EEA-1FC5F21F111B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pPr>
                <a:endParaRPr lang="pt-BR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Ciclo 1</c:v>
                </c:pt>
                <c:pt idx="1">
                  <c:v>Ciclo 2</c:v>
                </c:pt>
                <c:pt idx="2">
                  <c:v>Ciclo 3</c:v>
                </c:pt>
                <c:pt idx="3">
                  <c:v>Ciclo 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8.3299999999999999E-2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500E-4497-8EEA-1FC5F21F111B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Justificado</c:v>
                </c:pt>
              </c:strCache>
            </c:strRef>
          </c:tx>
          <c:spPr>
            <a:solidFill>
              <a:schemeClr val="accent1">
                <a:tint val="65000"/>
              </a:schemeClr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7.8960146679351827E-3"/>
                  <c:y val="-1.2637305992410964E-3"/>
                </c:manualLayout>
              </c:layout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500E-4497-8EEA-1FC5F21F111B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0">
                <a:spAutoFit/>
              </a:bodyPr>
              <a:lstStyle/>
              <a:p>
                <a:pPr algn="ctr">
                  <a:defRPr lang="en-US" sz="1100" b="0" i="0" u="none" strike="noStrike" kern="1200" baseline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pPr>
                <a:endParaRPr lang="pt-BR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Ciclo 1</c:v>
                </c:pt>
                <c:pt idx="1">
                  <c:v>Ciclo 2</c:v>
                </c:pt>
                <c:pt idx="2">
                  <c:v>Ciclo 3</c:v>
                </c:pt>
                <c:pt idx="3">
                  <c:v>Ciclo 4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0</c:v>
                </c:pt>
                <c:pt idx="1">
                  <c:v>0.125</c:v>
                </c:pt>
                <c:pt idx="2">
                  <c:v>0.125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500E-4497-8EEA-1FC5F21F111B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79"/>
        <c:axId val="667736623"/>
        <c:axId val="667748271"/>
      </c:barChart>
      <c:catAx>
        <c:axId val="667736623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0" i="0" u="none" strike="noStrike" kern="1200" cap="none" spc="120" normalizeH="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endParaRPr lang="pt-BR"/>
          </a:p>
        </c:txPr>
        <c:crossAx val="667748271"/>
        <c:crosses val="autoZero"/>
        <c:auto val="1"/>
        <c:lblAlgn val="ctr"/>
        <c:lblOffset val="100"/>
        <c:noMultiLvlLbl val="0"/>
      </c:catAx>
      <c:valAx>
        <c:axId val="667748271"/>
        <c:scaling>
          <c:orientation val="minMax"/>
        </c:scaling>
        <c:delete val="0"/>
        <c:axPos val="l"/>
        <c:numFmt formatCode="0%" sourceLinked="0"/>
        <c:majorTickMark val="out"/>
        <c:minorTickMark val="none"/>
        <c:tickLblPos val="nextTo"/>
        <c:spPr>
          <a:noFill/>
          <a:ln w="9525" cap="flat" cmpd="sng" algn="ctr">
            <a:solidFill>
              <a:schemeClr val="dk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endParaRPr lang="pt-BR"/>
          </a:p>
        </c:txPr>
        <c:crossAx val="667736623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Arial" panose="020B0604020202020204" pitchFamily="34" charset="0"/>
              <a:ea typeface="+mn-ea"/>
              <a:cs typeface="Arial" panose="020B0604020202020204" pitchFamily="34" charset="0"/>
            </a:defRPr>
          </a:pPr>
          <a:endParaRPr lang="pt-BR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>
          <a:latin typeface="Arial" panose="020B0604020202020204" pitchFamily="34" charset="0"/>
          <a:cs typeface="Arial" panose="020B0604020202020204" pitchFamily="34" charset="0"/>
        </a:defRPr>
      </a:pPr>
      <a:endParaRPr lang="pt-BR"/>
    </a:p>
  </c:txPr>
  <c:externalData r:id="rId3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pt-B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2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r>
              <a:rPr lang="en-US" sz="1200"/>
              <a:t>MÉDIA DO CANAL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2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Arial" panose="020B0604020202020204" pitchFamily="34" charset="0"/>
              <a:ea typeface="+mn-ea"/>
              <a:cs typeface="Arial" panose="020B0604020202020204" pitchFamily="34" charset="0"/>
            </a:defRPr>
          </a:pPr>
          <a:endParaRPr lang="pt-BR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Operação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5.5996633826815589E-17"/>
                  <c:y val="3.699695430584829E-2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0-2F75-4950-A880-04BAB1B94231}"/>
                </c:ext>
              </c:extLst>
            </c:dLbl>
            <c:numFmt formatCode="0.00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12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pPr>
                <a:endParaRPr lang="pt-BR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Ciclo 1</c:v>
                </c:pt>
                <c:pt idx="1">
                  <c:v>Ciclo 2</c:v>
                </c:pt>
                <c:pt idx="2">
                  <c:v>Ciclo 3</c:v>
                </c:pt>
                <c:pt idx="3">
                  <c:v>Ciclo 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100</c:v>
                </c:pt>
                <c:pt idx="1">
                  <c:v>100</c:v>
                </c:pt>
                <c:pt idx="2">
                  <c:v>98.5</c:v>
                </c:pt>
                <c:pt idx="3">
                  <c:v>100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2DE0-4237-9B06-BD04226AF645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Qualidade</c:v>
                </c:pt>
              </c:strCache>
            </c:strRef>
          </c:tx>
          <c:spPr>
            <a:solidFill>
              <a:srgbClr val="8FA2D4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9.1631913880431178E-3"/>
                  <c:y val="3.0830795254873571E-2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0-2738-46F7-8B1B-5A4D395EE057}"/>
                </c:ext>
              </c:extLst>
            </c:dLbl>
            <c:numFmt formatCode="0.00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12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pPr>
                <a:endParaRPr lang="pt-BR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Ciclo 1</c:v>
                </c:pt>
                <c:pt idx="1">
                  <c:v>Ciclo 2</c:v>
                </c:pt>
                <c:pt idx="2">
                  <c:v>Ciclo 3</c:v>
                </c:pt>
                <c:pt idx="3">
                  <c:v>Ciclo 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60</c:v>
                </c:pt>
                <c:pt idx="1">
                  <c:v>93.75</c:v>
                </c:pt>
                <c:pt idx="2">
                  <c:v>73.25</c:v>
                </c:pt>
                <c:pt idx="3">
                  <c:v>93.5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2DE0-4237-9B06-BD04226AF645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480928000"/>
        <c:axId val="480928480"/>
      </c:barChart>
      <c:catAx>
        <c:axId val="48092800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endParaRPr lang="pt-BR"/>
          </a:p>
        </c:txPr>
        <c:crossAx val="480928480"/>
        <c:crosses val="autoZero"/>
        <c:auto val="1"/>
        <c:lblAlgn val="ctr"/>
        <c:lblOffset val="100"/>
        <c:noMultiLvlLbl val="0"/>
      </c:catAx>
      <c:valAx>
        <c:axId val="480928480"/>
        <c:scaling>
          <c:orientation val="minMax"/>
          <c:max val="100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.00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endParaRPr lang="pt-BR"/>
          </a:p>
        </c:txPr>
        <c:crossAx val="480928000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2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Arial" panose="020B0604020202020204" pitchFamily="34" charset="0"/>
              <a:ea typeface="+mn-ea"/>
              <a:cs typeface="Arial" panose="020B0604020202020204" pitchFamily="34" charset="0"/>
            </a:defRPr>
          </a:pPr>
          <a:endParaRPr lang="pt-BR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 sz="1200">
          <a:latin typeface="Arial" panose="020B0604020202020204" pitchFamily="34" charset="0"/>
          <a:cs typeface="Arial" panose="020B0604020202020204" pitchFamily="34" charset="0"/>
        </a:defRPr>
      </a:pPr>
      <a:endParaRPr lang="pt-BR"/>
    </a:p>
  </c:txPr>
  <c:externalData r:id="rId3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pt-BR"/>
  <c:roundedCorners val="0"/>
  <mc:AlternateContent xmlns:mc="http://schemas.openxmlformats.org/markup-compatibility/2006">
    <mc:Choice xmlns:c14="http://schemas.microsoft.com/office/drawing/2007/8/2/chart" Requires="c14">
      <c14:style val="103"/>
    </mc:Choice>
    <mc:Fallback>
      <c:style val="3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2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QUANTIDADE</a:t>
            </a:r>
            <a:r>
              <a:rPr lang="en-US" sz="1200" baseline="0" dirty="0">
                <a:latin typeface="Arial" panose="020B0604020202020204" pitchFamily="34" charset="0"/>
                <a:cs typeface="Arial" panose="020B0604020202020204" pitchFamily="34" charset="0"/>
              </a:rPr>
              <a:t> DE MONITORIAS</a:t>
            </a:r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2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Arial" panose="020B0604020202020204" pitchFamily="34" charset="0"/>
              <a:ea typeface="+mn-ea"/>
              <a:cs typeface="Arial" panose="020B0604020202020204" pitchFamily="34" charset="0"/>
            </a:defRPr>
          </a:pPr>
          <a:endParaRPr lang="en-US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Operação</c:v>
                </c:pt>
              </c:strCache>
            </c:strRef>
          </c:tx>
          <c:spPr>
            <a:solidFill>
              <a:schemeClr val="accent1">
                <a:shade val="76000"/>
              </a:schemeClr>
            </a:solidFill>
            <a:ln>
              <a:noFill/>
            </a:ln>
            <a:effectLst/>
          </c:spPr>
          <c:invertIfNegative val="0"/>
          <c:dLbls>
            <c:numFmt formatCode="0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pPr>
                <a:endParaRPr lang="pt-BR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Ciclo 1</c:v>
                </c:pt>
                <c:pt idx="1">
                  <c:v>Ciclo 2</c:v>
                </c:pt>
                <c:pt idx="2">
                  <c:v>Ciclo 3</c:v>
                </c:pt>
                <c:pt idx="3">
                  <c:v>Ciclo 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</c:v>
                </c:pt>
                <c:pt idx="1">
                  <c:v>4</c:v>
                </c:pt>
                <c:pt idx="2">
                  <c:v>4</c:v>
                </c:pt>
                <c:pt idx="3">
                  <c:v>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DB7C-4335-A6A7-793673C90337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Qualidade</c:v>
                </c:pt>
              </c:strCache>
            </c:strRef>
          </c:tx>
          <c:spPr>
            <a:solidFill>
              <a:schemeClr val="accent1">
                <a:tint val="77000"/>
              </a:schemeClr>
            </a:solidFill>
            <a:ln>
              <a:noFill/>
            </a:ln>
            <a:effectLst/>
          </c:spPr>
          <c:invertIfNegative val="0"/>
          <c:dLbls>
            <c:numFmt formatCode="0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pPr>
                <a:endParaRPr lang="pt-BR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Ciclo 1</c:v>
                </c:pt>
                <c:pt idx="1">
                  <c:v>Ciclo 2</c:v>
                </c:pt>
                <c:pt idx="2">
                  <c:v>Ciclo 3</c:v>
                </c:pt>
                <c:pt idx="3">
                  <c:v>Ciclo 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5</c:v>
                </c:pt>
                <c:pt idx="1">
                  <c:v>4</c:v>
                </c:pt>
                <c:pt idx="2">
                  <c:v>4</c:v>
                </c:pt>
                <c:pt idx="3">
                  <c:v>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DB7C-4335-A6A7-793673C90337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480928000"/>
        <c:axId val="480928480"/>
      </c:barChart>
      <c:catAx>
        <c:axId val="48092800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endParaRPr lang="pt-BR"/>
          </a:p>
        </c:txPr>
        <c:crossAx val="480928480"/>
        <c:crosses val="autoZero"/>
        <c:auto val="1"/>
        <c:lblAlgn val="ctr"/>
        <c:lblOffset val="100"/>
        <c:noMultiLvlLbl val="0"/>
      </c:catAx>
      <c:valAx>
        <c:axId val="480928480"/>
        <c:scaling>
          <c:orientation val="minMax"/>
          <c:max val="10"/>
          <c:min val="0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pt-BR"/>
          </a:p>
        </c:txPr>
        <c:crossAx val="480928000"/>
        <c:crosses val="autoZero"/>
        <c:crossBetween val="between"/>
        <c:majorUnit val="10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Arial" panose="020B0604020202020204" pitchFamily="34" charset="0"/>
              <a:ea typeface="+mn-ea"/>
              <a:cs typeface="Arial" panose="020B0604020202020204" pitchFamily="34" charset="0"/>
            </a:defRPr>
          </a:pPr>
          <a:endParaRPr lang="pt-BR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pt-BR"/>
    </a:p>
  </c:txPr>
  <c:externalData r:id="rId3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pt-BR"/>
  <c:roundedCorners val="0"/>
  <mc:AlternateContent xmlns:mc="http://schemas.openxmlformats.org/markup-compatibility/2006">
    <mc:Choice xmlns:c14="http://schemas.microsoft.com/office/drawing/2007/8/2/chart" Requires="c14">
      <c14:style val="108"/>
    </mc:Choice>
    <mc:Fallback>
      <c:style val="8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VOLUME</a:t>
            </a:r>
            <a:r>
              <a:rPr lang="en-US" sz="1400" baseline="0" dirty="0">
                <a:latin typeface="Arial" panose="020B0604020202020204" pitchFamily="34" charset="0"/>
                <a:cs typeface="Arial" panose="020B0604020202020204" pitchFamily="34" charset="0"/>
              </a:rPr>
              <a:t> DE NC E NCG</a:t>
            </a:r>
            <a:endParaRPr lang="en-US" sz="1400" dirty="0">
              <a:latin typeface="Arial" panose="020B0604020202020204" pitchFamily="34" charset="0"/>
              <a:cs typeface="Arial" panose="020B0604020202020204" pitchFamily="34" charset="0"/>
            </a:endParaRPr>
          </a:p>
        </c:rich>
      </c:tx>
      <c:layout>
        <c:manualLayout>
          <c:xMode val="edge"/>
          <c:yMode val="edge"/>
          <c:x val="0.25441877468169333"/>
          <c:y val="1.6274254940261523E-2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NC</c:v>
                </c:pt>
              </c:strCache>
            </c:strRef>
          </c:tx>
          <c:spPr>
            <a:solidFill>
              <a:srgbClr val="3B64AD"/>
            </a:solidFill>
            <a:ln>
              <a:noFill/>
            </a:ln>
            <a:effectLst/>
          </c:spPr>
          <c:invertIfNegative val="0"/>
          <c:dLbls>
            <c:numFmt formatCode="0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pPr>
                <a:endParaRPr lang="pt-BR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Ciclo 1</c:v>
                </c:pt>
                <c:pt idx="1">
                  <c:v>Ciclo 2</c:v>
                </c:pt>
                <c:pt idx="2">
                  <c:v>Ciclo 3</c:v>
                </c:pt>
                <c:pt idx="3">
                  <c:v>Ciclo 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</c:v>
                </c:pt>
                <c:pt idx="1">
                  <c:v>2</c:v>
                </c:pt>
                <c:pt idx="2">
                  <c:v>2</c:v>
                </c:pt>
                <c:pt idx="3">
                  <c:v>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C6CA-4C91-AC7A-C4651CB36628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NCG</c:v>
                </c:pt>
              </c:strCache>
            </c:strRef>
          </c:tx>
          <c:spPr>
            <a:solidFill>
              <a:srgbClr val="00B050"/>
            </a:solidFill>
            <a:ln>
              <a:noFill/>
            </a:ln>
            <a:effectLst/>
          </c:spPr>
          <c:invertIfNegative val="0"/>
          <c:dLbls>
            <c:numFmt formatCode="0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pPr>
                <a:endParaRPr lang="pt-BR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Ciclo 1</c:v>
                </c:pt>
                <c:pt idx="1">
                  <c:v>Ciclo 2</c:v>
                </c:pt>
                <c:pt idx="2">
                  <c:v>Ciclo 3</c:v>
                </c:pt>
                <c:pt idx="3">
                  <c:v>Ciclo 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</c:v>
                </c:pt>
                <c:pt idx="1">
                  <c:v>0</c:v>
                </c:pt>
                <c:pt idx="2">
                  <c:v>1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C6CA-4C91-AC7A-C4651CB36628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216"/>
        <c:overlap val="-34"/>
        <c:axId val="480928000"/>
        <c:axId val="480928480"/>
      </c:barChart>
      <c:catAx>
        <c:axId val="48092800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endParaRPr lang="pt-BR"/>
          </a:p>
        </c:txPr>
        <c:crossAx val="480928480"/>
        <c:crosses val="autoZero"/>
        <c:auto val="1"/>
        <c:lblAlgn val="ctr"/>
        <c:lblOffset val="100"/>
        <c:noMultiLvlLbl val="0"/>
      </c:catAx>
      <c:valAx>
        <c:axId val="480928480"/>
        <c:scaling>
          <c:orientation val="minMax"/>
          <c:max val="7"/>
          <c:min val="0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endParaRPr lang="pt-BR"/>
          </a:p>
        </c:txPr>
        <c:crossAx val="480928000"/>
        <c:crosses val="autoZero"/>
        <c:crossBetween val="between"/>
        <c:majorUnit val="2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Arial" panose="020B0604020202020204" pitchFamily="34" charset="0"/>
              <a:ea typeface="+mn-ea"/>
              <a:cs typeface="Arial" panose="020B0604020202020204" pitchFamily="34" charset="0"/>
            </a:defRPr>
          </a:pPr>
          <a:endParaRPr lang="pt-BR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pt-BR"/>
    </a:p>
  </c:txPr>
  <c:externalData r:id="rId3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pt-BR"/>
  <c:roundedCorners val="0"/>
  <mc:AlternateContent xmlns:mc="http://schemas.openxmlformats.org/markup-compatibility/2006">
    <mc:Choice xmlns:c14="http://schemas.microsoft.com/office/drawing/2007/8/2/chart" Requires="c14">
      <c14:style val="103"/>
    </mc:Choice>
    <mc:Fallback>
      <c:style val="3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200" b="0" i="0" u="none" strike="noStrike" kern="1200" cap="all" spc="0" normalizeH="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r>
              <a:rPr lang="pt-BR" sz="1400" b="0" i="0" spc="0" dirty="0">
                <a:latin typeface="Arial" panose="020B0604020202020204" pitchFamily="34" charset="0"/>
                <a:cs typeface="Arial" panose="020B0604020202020204" pitchFamily="34" charset="0"/>
              </a:rPr>
              <a:t>CUMPRIMENTO DO SLA(%) - NC</a:t>
            </a:r>
          </a:p>
        </c:rich>
      </c:tx>
      <c:layout>
        <c:manualLayout>
          <c:xMode val="edge"/>
          <c:yMode val="edge"/>
          <c:x val="0.23189082195025759"/>
          <c:y val="0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200" b="0" i="0" u="none" strike="noStrike" kern="1200" cap="all" spc="0" normalizeH="0" baseline="0">
              <a:solidFill>
                <a:schemeClr val="tx1">
                  <a:lumMod val="65000"/>
                  <a:lumOff val="35000"/>
                </a:schemeClr>
              </a:solidFill>
              <a:latin typeface="Arial" panose="020B0604020202020204" pitchFamily="34" charset="0"/>
              <a:ea typeface="+mn-ea"/>
              <a:cs typeface="Arial" panose="020B0604020202020204" pitchFamily="34" charset="0"/>
            </a:defRPr>
          </a:pPr>
          <a:endParaRPr lang="pt-BR"/>
        </a:p>
      </c:txPr>
    </c:title>
    <c:autoTitleDeleted val="0"/>
    <c:plotArea>
      <c:layout>
        <c:manualLayout>
          <c:layoutTarget val="inner"/>
          <c:xMode val="edge"/>
          <c:yMode val="edge"/>
          <c:x val="0.12477506202309159"/>
          <c:y val="0.25071916247917336"/>
          <c:w val="0.8462728841944791"/>
          <c:h val="0.47060911814883422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No Prazo</c:v>
                </c:pt>
              </c:strCache>
            </c:strRef>
          </c:tx>
          <c:spPr>
            <a:solidFill>
              <a:schemeClr val="accent1">
                <a:shade val="76000"/>
              </a:schemeClr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1.8424034225182368E-2"/>
                  <c:y val="-2.0198904545107111E-3"/>
                </c:manualLayout>
              </c:layout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0-115A-441C-8CEE-B88F25E81AB0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1100" b="0" i="0" u="none" strike="noStrike" kern="1200" baseline="0">
                    <a:solidFill>
                      <a:schemeClr val="bg2">
                        <a:lumMod val="25000"/>
                      </a:schemeClr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pPr>
                <a:endParaRPr lang="pt-BR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Ciclo 1</c:v>
                </c:pt>
                <c:pt idx="1">
                  <c:v>Ciclo 2</c:v>
                </c:pt>
                <c:pt idx="2">
                  <c:v>Ciclo 3</c:v>
                </c:pt>
                <c:pt idx="3">
                  <c:v>Ciclo 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</c:v>
                </c:pt>
                <c:pt idx="1">
                  <c:v>1</c:v>
                </c:pt>
                <c:pt idx="2">
                  <c:v>0.5</c:v>
                </c:pt>
                <c:pt idx="3">
                  <c:v>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115A-441C-8CEE-B88F25E81AB0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Fora do Prazo</c:v>
                </c:pt>
              </c:strCache>
            </c:strRef>
          </c:tx>
          <c:spPr>
            <a:solidFill>
              <a:srgbClr val="FFC000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7.8960146679352798E-3"/>
                  <c:y val="-6.1789775089209405E-3"/>
                </c:manualLayout>
              </c:layout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115A-441C-8CEE-B88F25E81AB0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0">
                <a:spAutoFit/>
              </a:bodyPr>
              <a:lstStyle/>
              <a:p>
                <a:pPr algn="ctr">
                  <a:defRPr lang="en-US" sz="1100" b="0" i="0" u="none" strike="noStrike" kern="1200" baseline="0">
                    <a:solidFill>
                      <a:schemeClr val="bg2">
                        <a:lumMod val="25000"/>
                      </a:schemeClr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pPr>
                <a:endParaRPr lang="pt-BR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Ciclo 1</c:v>
                </c:pt>
                <c:pt idx="1">
                  <c:v>Ciclo 2</c:v>
                </c:pt>
                <c:pt idx="2">
                  <c:v>Ciclo 3</c:v>
                </c:pt>
                <c:pt idx="3">
                  <c:v>Ciclo 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</c:v>
                </c:pt>
                <c:pt idx="1">
                  <c:v>0</c:v>
                </c:pt>
                <c:pt idx="2">
                  <c:v>0.5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115A-441C-8CEE-B88F25E81AB0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Justificado</c:v>
                </c:pt>
              </c:strCache>
            </c:strRef>
          </c:tx>
          <c:spPr>
            <a:solidFill>
              <a:srgbClr val="8FA2D4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7.8960146679352798E-3"/>
                  <c:y val="-6.1789775089209405E-3"/>
                </c:manualLayout>
              </c:layout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115A-441C-8CEE-B88F25E81AB0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0">
                <a:spAutoFit/>
              </a:bodyPr>
              <a:lstStyle/>
              <a:p>
                <a:pPr algn="ctr">
                  <a:defRPr lang="en-US" sz="1100" b="0" i="0" u="none" strike="noStrike" kern="1200" baseline="0">
                    <a:solidFill>
                      <a:schemeClr val="bg2">
                        <a:lumMod val="25000"/>
                      </a:schemeClr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pPr>
                <a:endParaRPr lang="pt-BR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Ciclo 1</c:v>
                </c:pt>
                <c:pt idx="1">
                  <c:v>Ciclo 2</c:v>
                </c:pt>
                <c:pt idx="2">
                  <c:v>Ciclo 3</c:v>
                </c:pt>
                <c:pt idx="3">
                  <c:v>Ciclo 4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115A-441C-8CEE-B88F25E81AB0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79"/>
        <c:axId val="667736623"/>
        <c:axId val="667748271"/>
      </c:barChart>
      <c:catAx>
        <c:axId val="667736623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0" i="0" u="none" strike="noStrike" kern="1200" cap="none" spc="120" normalizeH="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endParaRPr lang="pt-BR"/>
          </a:p>
        </c:txPr>
        <c:crossAx val="667748271"/>
        <c:crosses val="autoZero"/>
        <c:auto val="1"/>
        <c:lblAlgn val="ctr"/>
        <c:lblOffset val="100"/>
        <c:noMultiLvlLbl val="0"/>
      </c:catAx>
      <c:valAx>
        <c:axId val="667748271"/>
        <c:scaling>
          <c:orientation val="minMax"/>
          <c:max val="1"/>
        </c:scaling>
        <c:delete val="0"/>
        <c:axPos val="l"/>
        <c:numFmt formatCode="0%" sourceLinked="0"/>
        <c:majorTickMark val="out"/>
        <c:minorTickMark val="none"/>
        <c:tickLblPos val="nextTo"/>
        <c:spPr>
          <a:noFill/>
          <a:ln w="9525" cap="flat" cmpd="sng" algn="ctr">
            <a:solidFill>
              <a:schemeClr val="dk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endParaRPr lang="pt-BR"/>
          </a:p>
        </c:txPr>
        <c:crossAx val="667736623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Arial" panose="020B0604020202020204" pitchFamily="34" charset="0"/>
              <a:ea typeface="+mn-ea"/>
              <a:cs typeface="Arial" panose="020B0604020202020204" pitchFamily="34" charset="0"/>
            </a:defRPr>
          </a:pPr>
          <a:endParaRPr lang="pt-BR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>
          <a:latin typeface="Arial" panose="020B0604020202020204" pitchFamily="34" charset="0"/>
          <a:cs typeface="Arial" panose="020B0604020202020204" pitchFamily="34" charset="0"/>
        </a:defRPr>
      </a:pPr>
      <a:endParaRPr lang="pt-BR"/>
    </a:p>
  </c:txPr>
  <c:externalData r:id="rId3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pt-BR"/>
  <c:roundedCorners val="0"/>
  <mc:AlternateContent xmlns:mc="http://schemas.openxmlformats.org/markup-compatibility/2006">
    <mc:Choice xmlns:c14="http://schemas.microsoft.com/office/drawing/2007/8/2/chart" Requires="c14">
      <c14:style val="103"/>
    </mc:Choice>
    <mc:Fallback>
      <c:style val="3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200" b="0" i="0" u="none" strike="noStrike" kern="1200" cap="all" spc="0" normalizeH="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r>
              <a:rPr lang="pt-BR" sz="1400" b="0" i="0" spc="0" dirty="0">
                <a:latin typeface="Arial" panose="020B0604020202020204" pitchFamily="34" charset="0"/>
                <a:cs typeface="Arial" panose="020B0604020202020204" pitchFamily="34" charset="0"/>
              </a:rPr>
              <a:t>CUMPRIMENTO DO SLA(%) - NCG</a:t>
            </a:r>
          </a:p>
        </c:rich>
      </c:tx>
      <c:layout>
        <c:manualLayout>
          <c:xMode val="edge"/>
          <c:yMode val="edge"/>
          <c:x val="0.23189082195025759"/>
          <c:y val="4.7514607728045173E-2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200" b="0" i="0" u="none" strike="noStrike" kern="1200" cap="all" spc="0" normalizeH="0" baseline="0">
              <a:solidFill>
                <a:schemeClr val="tx1">
                  <a:lumMod val="65000"/>
                  <a:lumOff val="35000"/>
                </a:schemeClr>
              </a:solidFill>
              <a:latin typeface="Arial" panose="020B0604020202020204" pitchFamily="34" charset="0"/>
              <a:ea typeface="+mn-ea"/>
              <a:cs typeface="Arial" panose="020B0604020202020204" pitchFamily="34" charset="0"/>
            </a:defRPr>
          </a:pPr>
          <a:endParaRPr lang="pt-BR"/>
        </a:p>
      </c:txPr>
    </c:title>
    <c:autoTitleDeleted val="0"/>
    <c:plotArea>
      <c:layout>
        <c:manualLayout>
          <c:layoutTarget val="inner"/>
          <c:xMode val="edge"/>
          <c:yMode val="edge"/>
          <c:x val="0.12477506202309159"/>
          <c:y val="0.25071916247917336"/>
          <c:w val="0.8462728841944791"/>
          <c:h val="0.47060911814883422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No Prazo</c:v>
                </c:pt>
              </c:strCache>
            </c:strRef>
          </c:tx>
          <c:spPr>
            <a:solidFill>
              <a:schemeClr val="accent1">
                <a:shade val="76000"/>
              </a:schemeClr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7.8960146679352312E-3"/>
                  <c:y val="-2.0198904545107111E-3"/>
                </c:manualLayout>
              </c:layout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0-1C96-425E-B00B-A84AD8425CA5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0"/>
              <a:lstStyle/>
              <a:p>
                <a:pPr algn="ctr">
                  <a:defRPr lang="en-US" sz="1100" b="0" i="0" u="none" strike="noStrike" kern="1200" baseline="0">
                    <a:solidFill>
                      <a:schemeClr val="bg2">
                        <a:lumMod val="25000"/>
                      </a:schemeClr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pPr>
                <a:endParaRPr lang="pt-BR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Ciclo 1</c:v>
                </c:pt>
                <c:pt idx="1">
                  <c:v>Ciclo 2</c:v>
                </c:pt>
                <c:pt idx="2">
                  <c:v>Ciclo 3</c:v>
                </c:pt>
                <c:pt idx="3">
                  <c:v>Ciclo 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</c:v>
                </c:pt>
                <c:pt idx="1">
                  <c:v>0</c:v>
                </c:pt>
                <c:pt idx="2">
                  <c:v>1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1C96-425E-B00B-A84AD8425CA5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Fora do Prazo</c:v>
                </c:pt>
              </c:strCache>
            </c:strRef>
          </c:tx>
          <c:spPr>
            <a:solidFill>
              <a:srgbClr val="FFC000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2.6320048893117114E-3"/>
                  <c:y val="3.0776828501780863E-2"/>
                </c:manualLayout>
              </c:layout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1C96-425E-B00B-A84AD8425CA5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0">
                <a:spAutoFit/>
              </a:bodyPr>
              <a:lstStyle/>
              <a:p>
                <a:pPr algn="ctr">
                  <a:defRPr lang="en-US" sz="1100" b="0" i="0" u="none" strike="noStrike" kern="1200" baseline="0">
                    <a:solidFill>
                      <a:schemeClr val="bg2">
                        <a:lumMod val="25000"/>
                      </a:schemeClr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pPr>
                <a:endParaRPr lang="pt-BR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Ciclo 1</c:v>
                </c:pt>
                <c:pt idx="1">
                  <c:v>Ciclo 2</c:v>
                </c:pt>
                <c:pt idx="2">
                  <c:v>Ciclo 3</c:v>
                </c:pt>
                <c:pt idx="3">
                  <c:v>Ciclo 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1C96-425E-B00B-A84AD8425CA5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Justificado</c:v>
                </c:pt>
              </c:strCache>
            </c:strRef>
          </c:tx>
          <c:spPr>
            <a:solidFill>
              <a:srgbClr val="8FA2D4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2.6320048893117114E-3"/>
                  <c:y val="3.0776828501780863E-2"/>
                </c:manualLayout>
              </c:layout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1C96-425E-B00B-A84AD8425CA5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0">
                <a:spAutoFit/>
              </a:bodyPr>
              <a:lstStyle/>
              <a:p>
                <a:pPr algn="ctr">
                  <a:defRPr lang="en-US" sz="1100" b="0" i="0" u="none" strike="noStrike" kern="1200" baseline="0">
                    <a:solidFill>
                      <a:schemeClr val="bg2">
                        <a:lumMod val="25000"/>
                      </a:schemeClr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pPr>
                <a:endParaRPr lang="pt-BR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Ciclo 1</c:v>
                </c:pt>
                <c:pt idx="1">
                  <c:v>Ciclo 2</c:v>
                </c:pt>
                <c:pt idx="2">
                  <c:v>Ciclo 3</c:v>
                </c:pt>
                <c:pt idx="3">
                  <c:v>Ciclo 4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1C96-425E-B00B-A84AD8425CA5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79"/>
        <c:axId val="667736623"/>
        <c:axId val="667748271"/>
      </c:barChart>
      <c:catAx>
        <c:axId val="667736623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0" i="0" u="none" strike="noStrike" kern="1200" cap="none" spc="120" normalizeH="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endParaRPr lang="pt-BR"/>
          </a:p>
        </c:txPr>
        <c:crossAx val="667748271"/>
        <c:crosses val="autoZero"/>
        <c:auto val="1"/>
        <c:lblAlgn val="ctr"/>
        <c:lblOffset val="100"/>
        <c:noMultiLvlLbl val="0"/>
      </c:catAx>
      <c:valAx>
        <c:axId val="667748271"/>
        <c:scaling>
          <c:orientation val="minMax"/>
          <c:max val="1"/>
        </c:scaling>
        <c:delete val="0"/>
        <c:axPos val="l"/>
        <c:numFmt formatCode="0%" sourceLinked="0"/>
        <c:majorTickMark val="out"/>
        <c:minorTickMark val="none"/>
        <c:tickLblPos val="nextTo"/>
        <c:spPr>
          <a:noFill/>
          <a:ln w="9525" cap="flat" cmpd="sng" algn="ctr">
            <a:solidFill>
              <a:schemeClr val="dk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endParaRPr lang="pt-BR"/>
          </a:p>
        </c:txPr>
        <c:crossAx val="667736623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Arial" panose="020B0604020202020204" pitchFamily="34" charset="0"/>
              <a:ea typeface="+mn-ea"/>
              <a:cs typeface="Arial" panose="020B0604020202020204" pitchFamily="34" charset="0"/>
            </a:defRPr>
          </a:pPr>
          <a:endParaRPr lang="pt-BR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>
          <a:latin typeface="Arial" panose="020B0604020202020204" pitchFamily="34" charset="0"/>
          <a:cs typeface="Arial" panose="020B0604020202020204" pitchFamily="34" charset="0"/>
        </a:defRPr>
      </a:pPr>
      <a:endParaRPr lang="pt-BR"/>
    </a:p>
  </c:txPr>
  <c:externalData r:id="rId3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pt-BR"/>
  <c:roundedCorners val="0"/>
  <mc:AlternateContent xmlns:mc="http://schemas.openxmlformats.org/markup-compatibility/2006">
    <mc:Choice xmlns:c14="http://schemas.microsoft.com/office/drawing/2007/8/2/chart" Requires="c14">
      <c14:style val="103"/>
    </mc:Choice>
    <mc:Fallback>
      <c:style val="3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2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QUANTIDADE</a:t>
            </a:r>
            <a:r>
              <a:rPr lang="en-US" sz="1200" baseline="0" dirty="0">
                <a:latin typeface="Arial" panose="020B0604020202020204" pitchFamily="34" charset="0"/>
                <a:cs typeface="Arial" panose="020B0604020202020204" pitchFamily="34" charset="0"/>
              </a:rPr>
              <a:t> DE MONITORIAS</a:t>
            </a:r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2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Arial" panose="020B0604020202020204" pitchFamily="34" charset="0"/>
              <a:ea typeface="+mn-ea"/>
              <a:cs typeface="Arial" panose="020B0604020202020204" pitchFamily="34" charset="0"/>
            </a:defRPr>
          </a:pPr>
          <a:endParaRPr lang="en-US"/>
        </a:p>
      </c:txPr>
    </c:title>
    <c:autoTitleDeleted val="0"/>
    <c:plotArea>
      <c:layout>
        <c:manualLayout>
          <c:layoutTarget val="inner"/>
          <c:xMode val="edge"/>
          <c:yMode val="edge"/>
          <c:x val="9.1958036912509561E-2"/>
          <c:y val="0.2496682654983009"/>
          <c:w val="0.8744435946646657"/>
          <c:h val="0.42765808793719645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Operação</c:v>
                </c:pt>
              </c:strCache>
            </c:strRef>
          </c:tx>
          <c:spPr>
            <a:solidFill>
              <a:schemeClr val="accent1">
                <a:shade val="76000"/>
              </a:schemeClr>
            </a:solidFill>
            <a:ln>
              <a:noFill/>
            </a:ln>
            <a:effectLst/>
          </c:spPr>
          <c:invertIfNegative val="0"/>
          <c:dLbls>
            <c:numFmt formatCode="0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pPr>
                <a:endParaRPr lang="pt-BR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Ciclo 1</c:v>
                </c:pt>
                <c:pt idx="1">
                  <c:v>Ciclo 2</c:v>
                </c:pt>
                <c:pt idx="2">
                  <c:v>Ciclo 3</c:v>
                </c:pt>
                <c:pt idx="3">
                  <c:v>Ciclo 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8</c:v>
                </c:pt>
                <c:pt idx="1">
                  <c:v>8</c:v>
                </c:pt>
                <c:pt idx="2">
                  <c:v>8</c:v>
                </c:pt>
                <c:pt idx="3">
                  <c:v>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4995-4844-A746-0B9E7D9C4936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Qualidade</c:v>
                </c:pt>
              </c:strCache>
            </c:strRef>
          </c:tx>
          <c:spPr>
            <a:solidFill>
              <a:schemeClr val="accent1">
                <a:tint val="77000"/>
              </a:schemeClr>
            </a:solidFill>
            <a:ln>
              <a:noFill/>
            </a:ln>
            <a:effectLst/>
          </c:spPr>
          <c:invertIfNegative val="0"/>
          <c:dLbls>
            <c:numFmt formatCode="0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pPr>
                <a:endParaRPr lang="pt-BR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Ciclo 1</c:v>
                </c:pt>
                <c:pt idx="1">
                  <c:v>Ciclo 2</c:v>
                </c:pt>
                <c:pt idx="2">
                  <c:v>Ciclo 3</c:v>
                </c:pt>
                <c:pt idx="3">
                  <c:v>Ciclo 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9</c:v>
                </c:pt>
                <c:pt idx="1">
                  <c:v>8</c:v>
                </c:pt>
                <c:pt idx="2">
                  <c:v>8</c:v>
                </c:pt>
                <c:pt idx="3">
                  <c:v>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4995-4844-A746-0B9E7D9C4936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480928000"/>
        <c:axId val="480928480"/>
      </c:barChart>
      <c:catAx>
        <c:axId val="48092800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endParaRPr lang="pt-BR"/>
          </a:p>
        </c:txPr>
        <c:crossAx val="480928480"/>
        <c:crosses val="autoZero"/>
        <c:auto val="1"/>
        <c:lblAlgn val="ctr"/>
        <c:lblOffset val="100"/>
        <c:noMultiLvlLbl val="0"/>
      </c:catAx>
      <c:valAx>
        <c:axId val="480928480"/>
        <c:scaling>
          <c:orientation val="minMax"/>
          <c:max val="15"/>
          <c:min val="0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endParaRPr lang="pt-BR"/>
          </a:p>
        </c:txPr>
        <c:crossAx val="480928000"/>
        <c:crosses val="autoZero"/>
        <c:crossBetween val="between"/>
        <c:majorUnit val="5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Arial" panose="020B0604020202020204" pitchFamily="34" charset="0"/>
              <a:ea typeface="+mn-ea"/>
              <a:cs typeface="Arial" panose="020B0604020202020204" pitchFamily="34" charset="0"/>
            </a:defRPr>
          </a:pPr>
          <a:endParaRPr lang="pt-BR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pt-BR"/>
    </a:p>
  </c:txPr>
  <c:externalData r:id="rId3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pt-B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2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r>
              <a:rPr lang="en-US" sz="1200"/>
              <a:t>MÉDIA DO CANAL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2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Arial" panose="020B0604020202020204" pitchFamily="34" charset="0"/>
              <a:ea typeface="+mn-ea"/>
              <a:cs typeface="Arial" panose="020B0604020202020204" pitchFamily="34" charset="0"/>
            </a:defRPr>
          </a:pPr>
          <a:endParaRPr lang="pt-BR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Operação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12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pPr>
                <a:endParaRPr lang="pt-BR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Ciclo 1</c:v>
                </c:pt>
                <c:pt idx="1">
                  <c:v>Ciclo 2</c:v>
                </c:pt>
                <c:pt idx="2">
                  <c:v>Ciclo 3</c:v>
                </c:pt>
                <c:pt idx="3">
                  <c:v>Ciclo 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73.38</c:v>
                </c:pt>
                <c:pt idx="1">
                  <c:v>94.25</c:v>
                </c:pt>
                <c:pt idx="2">
                  <c:v>81.75</c:v>
                </c:pt>
                <c:pt idx="3">
                  <c:v>82.75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1F87-4EB5-88FB-7C451FDC67C6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Qualidade</c:v>
                </c:pt>
              </c:strCache>
            </c:strRef>
          </c:tx>
          <c:spPr>
            <a:solidFill>
              <a:srgbClr val="8FA2D4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6.1087942586954113E-3"/>
                  <c:y val="1.2332318101949428E-2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2-4EF0-4A10-A9AF-A05C6EA03614}"/>
                </c:ext>
              </c:extLst>
            </c:dLbl>
            <c:numFmt formatCode="0.00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12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pPr>
                <a:endParaRPr lang="pt-BR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Ciclo 1</c:v>
                </c:pt>
                <c:pt idx="1">
                  <c:v>Ciclo 2</c:v>
                </c:pt>
                <c:pt idx="2">
                  <c:v>Ciclo 3</c:v>
                </c:pt>
                <c:pt idx="3">
                  <c:v>Ciclo 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71.56</c:v>
                </c:pt>
                <c:pt idx="1">
                  <c:v>62.5</c:v>
                </c:pt>
                <c:pt idx="2">
                  <c:v>72.75</c:v>
                </c:pt>
                <c:pt idx="3">
                  <c:v>70.5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1F87-4EB5-88FB-7C451FDC67C6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480928000"/>
        <c:axId val="480928480"/>
      </c:barChart>
      <c:catAx>
        <c:axId val="48092800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endParaRPr lang="pt-BR"/>
          </a:p>
        </c:txPr>
        <c:crossAx val="480928480"/>
        <c:crosses val="autoZero"/>
        <c:auto val="1"/>
        <c:lblAlgn val="ctr"/>
        <c:lblOffset val="100"/>
        <c:noMultiLvlLbl val="0"/>
      </c:catAx>
      <c:valAx>
        <c:axId val="480928480"/>
        <c:scaling>
          <c:orientation val="minMax"/>
          <c:max val="100"/>
          <c:min val="0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.00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endParaRPr lang="pt-BR"/>
          </a:p>
        </c:txPr>
        <c:crossAx val="480928000"/>
        <c:crosses val="autoZero"/>
        <c:crossBetween val="between"/>
        <c:majorUnit val="20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2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Arial" panose="020B0604020202020204" pitchFamily="34" charset="0"/>
              <a:ea typeface="+mn-ea"/>
              <a:cs typeface="Arial" panose="020B0604020202020204" pitchFamily="34" charset="0"/>
            </a:defRPr>
          </a:pPr>
          <a:endParaRPr lang="pt-BR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 sz="1200">
          <a:latin typeface="Arial" panose="020B0604020202020204" pitchFamily="34" charset="0"/>
          <a:cs typeface="Arial" panose="020B0604020202020204" pitchFamily="34" charset="0"/>
        </a:defRPr>
      </a:pPr>
      <a:endParaRPr lang="pt-BR"/>
    </a:p>
  </c:txPr>
  <c:externalData r:id="rId3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pt-BR"/>
  <c:roundedCorners val="0"/>
  <mc:AlternateContent xmlns:mc="http://schemas.openxmlformats.org/markup-compatibility/2006">
    <mc:Choice xmlns:c14="http://schemas.microsoft.com/office/drawing/2007/8/2/chart" Requires="c14">
      <c14:style val="108"/>
    </mc:Choice>
    <mc:Fallback>
      <c:style val="8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VOLUME</a:t>
            </a:r>
            <a:r>
              <a:rPr lang="en-US" sz="1400" baseline="0" dirty="0">
                <a:latin typeface="Arial" panose="020B0604020202020204" pitchFamily="34" charset="0"/>
                <a:cs typeface="Arial" panose="020B0604020202020204" pitchFamily="34" charset="0"/>
              </a:rPr>
              <a:t> DE NC</a:t>
            </a:r>
            <a:endParaRPr lang="en-US" sz="1400" dirty="0">
              <a:latin typeface="Arial" panose="020B0604020202020204" pitchFamily="34" charset="0"/>
              <a:cs typeface="Arial" panose="020B0604020202020204" pitchFamily="34" charset="0"/>
            </a:endParaRP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NC</c:v>
                </c:pt>
              </c:strCache>
            </c:strRef>
          </c:tx>
          <c:spPr>
            <a:solidFill>
              <a:srgbClr val="3B64AD"/>
            </a:solidFill>
            <a:ln>
              <a:noFill/>
            </a:ln>
            <a:effectLst/>
          </c:spPr>
          <c:invertIfNegative val="0"/>
          <c:dLbls>
            <c:numFmt formatCode="0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pPr>
                <a:endParaRPr lang="pt-BR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Ciclo 1</c:v>
                </c:pt>
                <c:pt idx="1">
                  <c:v>Ciclo 2</c:v>
                </c:pt>
                <c:pt idx="2">
                  <c:v>Ciclo 3</c:v>
                </c:pt>
                <c:pt idx="3">
                  <c:v>Ciclo 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6</c:v>
                </c:pt>
                <c:pt idx="1">
                  <c:v>4</c:v>
                </c:pt>
                <c:pt idx="2">
                  <c:v>6</c:v>
                </c:pt>
                <c:pt idx="3">
                  <c:v>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A0F5-4269-8225-8B2ECE3D8967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NCG</c:v>
                </c:pt>
              </c:strCache>
            </c:strRef>
          </c:tx>
          <c:spPr>
            <a:solidFill>
              <a:srgbClr val="92D050"/>
            </a:solidFill>
            <a:ln>
              <a:noFill/>
            </a:ln>
            <a:effectLst/>
          </c:spPr>
          <c:invertIfNegative val="0"/>
          <c:dLbls>
            <c:numFmt formatCode="0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pPr>
                <a:endParaRPr lang="pt-BR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Ciclo 1</c:v>
                </c:pt>
                <c:pt idx="1">
                  <c:v>Ciclo 2</c:v>
                </c:pt>
                <c:pt idx="2">
                  <c:v>Ciclo 3</c:v>
                </c:pt>
                <c:pt idx="3">
                  <c:v>Ciclo 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4</c:v>
                </c:pt>
                <c:pt idx="1">
                  <c:v>3</c:v>
                </c:pt>
                <c:pt idx="2">
                  <c:v>3</c:v>
                </c:pt>
                <c:pt idx="3">
                  <c:v>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A0F5-4269-8225-8B2ECE3D8967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480928000"/>
        <c:axId val="480928480"/>
      </c:barChart>
      <c:catAx>
        <c:axId val="48092800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endParaRPr lang="pt-BR"/>
          </a:p>
        </c:txPr>
        <c:crossAx val="480928480"/>
        <c:crosses val="autoZero"/>
        <c:auto val="1"/>
        <c:lblAlgn val="ctr"/>
        <c:lblOffset val="100"/>
        <c:noMultiLvlLbl val="0"/>
      </c:catAx>
      <c:valAx>
        <c:axId val="480928480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endParaRPr lang="pt-BR"/>
          </a:p>
        </c:txPr>
        <c:crossAx val="480928000"/>
        <c:crosses val="autoZero"/>
        <c:crossBetween val="between"/>
        <c:majorUnit val="10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Arial" panose="020B0604020202020204" pitchFamily="34" charset="0"/>
              <a:ea typeface="+mn-ea"/>
              <a:cs typeface="Arial" panose="020B0604020202020204" pitchFamily="34" charset="0"/>
            </a:defRPr>
          </a:pPr>
          <a:endParaRPr lang="pt-BR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pt-BR"/>
    </a:p>
  </c:txPr>
  <c:externalData r:id="rId3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pt-BR"/>
  <c:roundedCorners val="0"/>
  <mc:AlternateContent xmlns:mc="http://schemas.openxmlformats.org/markup-compatibility/2006">
    <mc:Choice xmlns:c14="http://schemas.microsoft.com/office/drawing/2007/8/2/chart" Requires="c14">
      <c14:style val="103"/>
    </mc:Choice>
    <mc:Fallback>
      <c:style val="3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200" b="0" i="0" u="none" strike="noStrike" kern="1200" cap="all" spc="0" normalizeH="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r>
              <a:rPr lang="pt-BR" sz="1400" b="0" i="0" spc="0" dirty="0">
                <a:latin typeface="Arial" panose="020B0604020202020204" pitchFamily="34" charset="0"/>
                <a:cs typeface="Arial" panose="020B0604020202020204" pitchFamily="34" charset="0"/>
              </a:rPr>
              <a:t>CUMPRIMENTO DO SLA(%) - NCG</a:t>
            </a:r>
          </a:p>
        </c:rich>
      </c:tx>
      <c:layout>
        <c:manualLayout>
          <c:xMode val="edge"/>
          <c:yMode val="edge"/>
          <c:x val="0.23189082195025759"/>
          <c:y val="6.8632211162731924E-2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200" b="0" i="0" u="none" strike="noStrike" kern="1200" cap="all" spc="0" normalizeH="0" baseline="0">
              <a:solidFill>
                <a:schemeClr val="tx1">
                  <a:lumMod val="65000"/>
                  <a:lumOff val="35000"/>
                </a:schemeClr>
              </a:solidFill>
              <a:latin typeface="Arial" panose="020B0604020202020204" pitchFamily="34" charset="0"/>
              <a:ea typeface="+mn-ea"/>
              <a:cs typeface="Arial" panose="020B0604020202020204" pitchFamily="34" charset="0"/>
            </a:defRPr>
          </a:pPr>
          <a:endParaRPr lang="pt-BR"/>
        </a:p>
      </c:txPr>
    </c:title>
    <c:autoTitleDeleted val="0"/>
    <c:plotArea>
      <c:layout>
        <c:manualLayout>
          <c:layoutTarget val="inner"/>
          <c:xMode val="edge"/>
          <c:yMode val="edge"/>
          <c:x val="0.12477506202309159"/>
          <c:y val="0.25071916247917336"/>
          <c:w val="0.8462728841944791"/>
          <c:h val="0.47060911814883422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No Prazo</c:v>
                </c:pt>
              </c:strCache>
            </c:strRef>
          </c:tx>
          <c:spPr>
            <a:solidFill>
              <a:schemeClr val="accent1">
                <a:shade val="76000"/>
              </a:schemeClr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0"/>
                  <c:y val="1.9097712980176058E-2"/>
                </c:manualLayout>
              </c:layout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0-B290-4464-86F7-897D890F7A9D}"/>
                </c:ext>
              </c:extLst>
            </c:dLbl>
            <c:numFmt formatCode="0.00%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0"/>
              <a:lstStyle/>
              <a:p>
                <a:pPr algn="ctr" rtl="0">
                  <a:defRPr lang="en-US" sz="1000" b="0" i="0" u="none" strike="noStrike" kern="1200" baseline="0">
                    <a:solidFill>
                      <a:prstClr val="black">
                        <a:lumMod val="50000"/>
                        <a:lumOff val="50000"/>
                      </a:prstClr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pPr>
                <a:endParaRPr lang="pt-BR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Ciclo 1</c:v>
                </c:pt>
                <c:pt idx="1">
                  <c:v>Ciclo 2</c:v>
                </c:pt>
                <c:pt idx="2">
                  <c:v>Ciclo 3</c:v>
                </c:pt>
                <c:pt idx="3">
                  <c:v>Ciclo 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0.75</c:v>
                </c:pt>
                <c:pt idx="1">
                  <c:v>1</c:v>
                </c:pt>
                <c:pt idx="2">
                  <c:v>1</c:v>
                </c:pt>
                <c:pt idx="3">
                  <c:v>0.66669999999999996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B290-4464-86F7-897D890F7A9D}"/>
            </c:ext>
          </c:extLst>
        </c:ser>
        <c:ser>
          <c:idx val="1"/>
          <c:order val="2"/>
          <c:tx>
            <c:strRef>
              <c:f>Sheet1!$C$1</c:f>
              <c:strCache>
                <c:ptCount val="1"/>
                <c:pt idx="0">
                  <c:v>Fora do Prazo</c:v>
                </c:pt>
              </c:strCache>
            </c:strRef>
          </c:tx>
          <c:spPr>
            <a:solidFill>
              <a:srgbClr val="FFC000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0"/>
                  <c:y val="1.9097712980176058E-2"/>
                </c:manualLayout>
              </c:layout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0-B290-4464-86F7-897D890F7A9D}"/>
                </c:ext>
              </c:extLst>
            </c:dLbl>
            <c:numFmt formatCode="0.00%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0"/>
              <a:lstStyle/>
              <a:p>
                <a:pPr algn="ctr" rtl="0">
                  <a:defRPr lang="en-US" sz="1000" b="0" i="0" u="none" strike="noStrike" kern="1200" baseline="0">
                    <a:solidFill>
                      <a:prstClr val="black">
                        <a:lumMod val="50000"/>
                        <a:lumOff val="50000"/>
                      </a:prstClr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pPr>
                <a:endParaRPr lang="pt-BR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Ciclo 1</c:v>
                </c:pt>
                <c:pt idx="1">
                  <c:v>Ciclo 2</c:v>
                </c:pt>
                <c:pt idx="2">
                  <c:v>Ciclo 3</c:v>
                </c:pt>
                <c:pt idx="3">
                  <c:v>Ciclo 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0.25</c:v>
                </c:pt>
                <c:pt idx="1">
                  <c:v>0</c:v>
                </c:pt>
                <c:pt idx="2">
                  <c:v>0</c:v>
                </c:pt>
                <c:pt idx="3">
                  <c:v>0.33329999999999999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B290-4464-86F7-897D890F7A9D}"/>
            </c:ext>
          </c:extLst>
        </c:ser>
        <c:ser>
          <c:idx val="2"/>
          <c:order val="3"/>
          <c:tx>
            <c:strRef>
              <c:f>Sheet1!$D$1</c:f>
              <c:strCache>
                <c:ptCount val="1"/>
                <c:pt idx="0">
                  <c:v>Justificado</c:v>
                </c:pt>
              </c:strCache>
            </c:strRef>
          </c:tx>
          <c:spPr>
            <a:solidFill>
              <a:srgbClr val="8FA2D4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0"/>
                  <c:y val="1.9097712980176058E-2"/>
                </c:manualLayout>
              </c:layout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0-B290-4464-86F7-897D890F7A9D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0"/>
              <a:lstStyle/>
              <a:p>
                <a:pPr algn="ctr" rtl="0">
                  <a:defRPr lang="en-US" sz="1000" b="0" i="0" u="none" strike="noStrike" kern="1200" baseline="0">
                    <a:solidFill>
                      <a:prstClr val="black">
                        <a:lumMod val="50000"/>
                        <a:lumOff val="50000"/>
                      </a:prstClr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pPr>
                <a:endParaRPr lang="pt-BR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Ciclo 1</c:v>
                </c:pt>
                <c:pt idx="1">
                  <c:v>Ciclo 2</c:v>
                </c:pt>
                <c:pt idx="2">
                  <c:v>Ciclo 3</c:v>
                </c:pt>
                <c:pt idx="3">
                  <c:v>Ciclo 4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B290-4464-86F7-897D890F7A9D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79"/>
        <c:axId val="667736623"/>
        <c:axId val="667748271"/>
        <c:extLst>
          <c:ext xmlns:c15="http://schemas.microsoft.com/office/drawing/2012/chart" uri="{02D57815-91ED-43cb-92C2-25804820EDAC}">
            <c15:filteredBarSeries>
              <c15:ser>
                <c:idx val="3"/>
                <c:order val="1"/>
                <c:tx>
                  <c:strRef>
                    <c:extLst>
                      <c:ext uri="{02D57815-91ED-43cb-92C2-25804820EDAC}">
                        <c15:formulaRef>
                          <c15:sqref>Sheet1!$C$1</c15:sqref>
                        </c15:formulaRef>
                      </c:ext>
                    </c:extLst>
                    <c:strCache>
                      <c:ptCount val="1"/>
                      <c:pt idx="0">
                        <c:v>Fora do Prazo</c:v>
                      </c:pt>
                    </c:strCache>
                  </c:strRef>
                </c:tx>
                <c:spPr>
                  <a:solidFill>
                    <a:srgbClr val="FFC000"/>
                  </a:solidFill>
                  <a:ln>
                    <a:noFill/>
                  </a:ln>
                  <a:effectLst/>
                </c:spPr>
                <c:invertIfNegative val="0"/>
                <c:dLbls>
                  <c:dLbl>
                    <c:idx val="0"/>
                    <c:layout>
                      <c:manualLayout>
                        <c:x val="7.8960146679352798E-3"/>
                        <c:y val="1.4938625925765805E-2"/>
                      </c:manualLayout>
                    </c:layout>
                    <c:dLblPos val="outEnd"/>
                    <c:showLegendKey val="0"/>
                    <c:showVal val="1"/>
                    <c:showCatName val="0"/>
                    <c:showSerName val="0"/>
                    <c:showPercent val="0"/>
                    <c:showBubbleSize val="0"/>
                    <c:extLst>
                      <c:ext uri="{CE6537A1-D6FC-4f65-9D91-7224C49458BB}"/>
                      <c:ext xmlns:c16="http://schemas.microsoft.com/office/drawing/2014/chart" uri="{C3380CC4-5D6E-409C-BE32-E72D297353CC}">
                        <c16:uniqueId val="{00000003-B290-4464-86F7-897D890F7A9D}"/>
                      </c:ext>
                    </c:extLst>
                  </c:dLbl>
                  <c:numFmt formatCode="0%" sourceLinked="0"/>
                  <c:spPr>
                    <a:noFill/>
                    <a:ln>
                      <a:noFill/>
                    </a:ln>
                    <a:effectLst/>
                  </c:spPr>
                  <c:txPr>
                    <a:bodyPr rot="0" spcFirstLastPara="1" vertOverflow="ellipsis" vert="horz" wrap="square" lIns="38100" tIns="19050" rIns="38100" bIns="19050" anchor="ctr" anchorCtr="1">
                      <a:spAutoFit/>
                    </a:bodyPr>
                    <a:lstStyle/>
                    <a:p>
                      <a:pPr>
                        <a:defRPr sz="1000" b="0" i="0" u="none" strike="noStrike" kern="1200" baseline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defRPr>
                      </a:pPr>
                      <a:endParaRPr lang="pt-BR"/>
                    </a:p>
                  </c:txPr>
                  <c:dLblPos val="ctr"/>
                  <c:showLegendKey val="0"/>
                  <c:showVal val="1"/>
                  <c:showCatName val="0"/>
                  <c:showSerName val="0"/>
                  <c:showPercent val="0"/>
                  <c:showBubbleSize val="0"/>
                  <c:showLeaderLines val="0"/>
                  <c:extLst>
                    <c:ext uri="{CE6537A1-D6FC-4f65-9D91-7224C49458BB}">
                      <c15:showLeaderLines val="1"/>
                      <c15:leaderLines>
                        <c:spPr>
                          <a:ln w="9525">
                            <a:solidFill>
                              <a:schemeClr val="tx1">
                                <a:lumMod val="35000"/>
                                <a:lumOff val="65000"/>
                              </a:schemeClr>
                            </a:solidFill>
                          </a:ln>
                          <a:effectLst/>
                        </c:spPr>
                      </c15:leaderLines>
                    </c:ext>
                  </c:extLst>
                </c:dLbls>
                <c:cat>
                  <c:strRef>
                    <c:extLst>
                      <c:ext uri="{02D57815-91ED-43cb-92C2-25804820EDAC}">
                        <c15:formulaRef>
                          <c15:sqref>Sheet1!$A$2:$A$4</c15:sqref>
                        </c15:formulaRef>
                      </c:ext>
                    </c:extLst>
                    <c:strCache>
                      <c:ptCount val="1"/>
                      <c:pt idx="0">
                        <c:v>Ciclo 1</c:v>
                      </c:pt>
                    </c:strCache>
                  </c:strRef>
                </c:cat>
                <c:val>
                  <c:numRef>
                    <c:extLst>
                      <c:ext uri="{02D57815-91ED-43cb-92C2-25804820EDAC}">
                        <c15:formulaRef>
                          <c15:sqref>Sheet1!$C$2:$C$4</c15:sqref>
                        </c15:formulaRef>
                      </c:ext>
                    </c:extLst>
                    <c:numCache>
                      <c:formatCode>General</c:formatCode>
                      <c:ptCount val="1"/>
                      <c:pt idx="0">
                        <c:v>0.25</c:v>
                      </c:pt>
                    </c:numCache>
                  </c:numRef>
                </c:val>
                <c:extLst>
                  <c:ext xmlns:c16="http://schemas.microsoft.com/office/drawing/2014/chart" uri="{C3380CC4-5D6E-409C-BE32-E72D297353CC}">
                    <c16:uniqueId val="{00000005-B290-4464-86F7-897D890F7A9D}"/>
                  </c:ext>
                </c:extLst>
              </c15:ser>
            </c15:filteredBarSeries>
          </c:ext>
        </c:extLst>
      </c:barChart>
      <c:catAx>
        <c:axId val="667736623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0" i="0" u="none" strike="noStrike" kern="1200" cap="none" spc="120" normalizeH="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endParaRPr lang="pt-BR"/>
          </a:p>
        </c:txPr>
        <c:crossAx val="667748271"/>
        <c:crosses val="autoZero"/>
        <c:auto val="1"/>
        <c:lblAlgn val="ctr"/>
        <c:lblOffset val="100"/>
        <c:noMultiLvlLbl val="0"/>
      </c:catAx>
      <c:valAx>
        <c:axId val="667748271"/>
        <c:scaling>
          <c:orientation val="minMax"/>
        </c:scaling>
        <c:delete val="0"/>
        <c:axPos val="l"/>
        <c:numFmt formatCode="0%" sourceLinked="0"/>
        <c:majorTickMark val="out"/>
        <c:minorTickMark val="none"/>
        <c:tickLblPos val="nextTo"/>
        <c:spPr>
          <a:noFill/>
          <a:ln w="9525" cap="flat" cmpd="sng" algn="ctr">
            <a:solidFill>
              <a:schemeClr val="dk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endParaRPr lang="pt-BR"/>
          </a:p>
        </c:txPr>
        <c:crossAx val="667736623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Arial" panose="020B0604020202020204" pitchFamily="34" charset="0"/>
              <a:ea typeface="+mn-ea"/>
              <a:cs typeface="Arial" panose="020B0604020202020204" pitchFamily="34" charset="0"/>
            </a:defRPr>
          </a:pPr>
          <a:endParaRPr lang="pt-BR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>
          <a:latin typeface="Arial" panose="020B0604020202020204" pitchFamily="34" charset="0"/>
          <a:cs typeface="Arial" panose="020B0604020202020204" pitchFamily="34" charset="0"/>
        </a:defRPr>
      </a:pPr>
      <a:endParaRPr lang="pt-BR"/>
    </a:p>
  </c:txPr>
  <c:externalData r:id="rId3">
    <c:autoUpdate val="0"/>
  </c:externalData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pt-BR"/>
  <c:roundedCorners val="0"/>
  <mc:AlternateContent xmlns:mc="http://schemas.openxmlformats.org/markup-compatibility/2006">
    <mc:Choice xmlns:c14="http://schemas.microsoft.com/office/drawing/2007/8/2/chart" Requires="c14">
      <c14:style val="103"/>
    </mc:Choice>
    <mc:Fallback>
      <c:style val="3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200" b="0" i="0" u="none" strike="noStrike" kern="1200" cap="all" spc="0" normalizeH="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r>
              <a:rPr lang="pt-BR" sz="1400" b="0" i="0" spc="0" dirty="0">
                <a:latin typeface="Arial" panose="020B0604020202020204" pitchFamily="34" charset="0"/>
                <a:cs typeface="Arial" panose="020B0604020202020204" pitchFamily="34" charset="0"/>
              </a:rPr>
              <a:t>CUMPRIMENTO DO SLA(%) - NC</a:t>
            </a:r>
          </a:p>
        </c:rich>
      </c:tx>
      <c:layout>
        <c:manualLayout>
          <c:xMode val="edge"/>
          <c:yMode val="edge"/>
          <c:x val="0.23189082195025759"/>
          <c:y val="6.8632211162731924E-2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200" b="0" i="0" u="none" strike="noStrike" kern="1200" cap="all" spc="0" normalizeH="0" baseline="0">
              <a:solidFill>
                <a:schemeClr val="tx1">
                  <a:lumMod val="65000"/>
                  <a:lumOff val="35000"/>
                </a:schemeClr>
              </a:solidFill>
              <a:latin typeface="Arial" panose="020B0604020202020204" pitchFamily="34" charset="0"/>
              <a:ea typeface="+mn-ea"/>
              <a:cs typeface="Arial" panose="020B0604020202020204" pitchFamily="34" charset="0"/>
            </a:defRPr>
          </a:pPr>
          <a:endParaRPr lang="pt-BR"/>
        </a:p>
      </c:txPr>
    </c:title>
    <c:autoTitleDeleted val="0"/>
    <c:plotArea>
      <c:layout>
        <c:manualLayout>
          <c:layoutTarget val="inner"/>
          <c:xMode val="edge"/>
          <c:yMode val="edge"/>
          <c:x val="0.12477506202309159"/>
          <c:y val="0.25071916247917336"/>
          <c:w val="0.8462728841944791"/>
          <c:h val="0.47060911814883422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No Prazo</c:v>
                </c:pt>
              </c:strCache>
            </c:strRef>
          </c:tx>
          <c:spPr>
            <a:solidFill>
              <a:schemeClr val="accent1">
                <a:shade val="76000"/>
              </a:schemeClr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2.6320048893117114E-3"/>
                  <c:y val="1.3818312121504372E-2"/>
                </c:manualLayout>
              </c:layout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0-F0F0-474E-AF93-E9E6C240F675}"/>
                </c:ext>
              </c:extLst>
            </c:dLbl>
            <c:numFmt formatCode="0.00%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0"/>
              <a:lstStyle/>
              <a:p>
                <a:pPr algn="ctr">
                  <a:defRPr lang="en-US" sz="1000" b="0" i="0" u="none" strike="noStrike" kern="1200" baseline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pPr>
                <a:endParaRPr lang="pt-BR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Ciclo 1</c:v>
                </c:pt>
                <c:pt idx="1">
                  <c:v>Ciclo 2</c:v>
                </c:pt>
                <c:pt idx="2">
                  <c:v>Ciclo 3</c:v>
                </c:pt>
                <c:pt idx="3">
                  <c:v>Ciclo 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0.83330000000000004</c:v>
                </c:pt>
                <c:pt idx="1">
                  <c:v>1</c:v>
                </c:pt>
                <c:pt idx="2">
                  <c:v>0.83330000000000004</c:v>
                </c:pt>
                <c:pt idx="3">
                  <c:v>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F0F0-474E-AF93-E9E6C240F675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Fora do Prazo</c:v>
                </c:pt>
              </c:strCache>
            </c:strRef>
          </c:tx>
          <c:spPr>
            <a:solidFill>
              <a:srgbClr val="FFC000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2.6320048893117599E-3"/>
                  <c:y val="9.6592250670941172E-3"/>
                </c:manualLayout>
              </c:layout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F0F0-474E-AF93-E9E6C240F675}"/>
                </c:ext>
              </c:extLst>
            </c:dLbl>
            <c:numFmt formatCode="0.00%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pPr>
                <a:endParaRPr lang="pt-BR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Ciclo 1</c:v>
                </c:pt>
                <c:pt idx="1">
                  <c:v>Ciclo 2</c:v>
                </c:pt>
                <c:pt idx="2">
                  <c:v>Ciclo 3</c:v>
                </c:pt>
                <c:pt idx="3">
                  <c:v>Ciclo 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0.16669999999999999</c:v>
                </c:pt>
                <c:pt idx="1">
                  <c:v>0</c:v>
                </c:pt>
                <c:pt idx="2">
                  <c:v>0.16669999999999999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F0F0-474E-AF93-E9E6C240F675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Justificado</c:v>
                </c:pt>
              </c:strCache>
            </c:strRef>
          </c:tx>
          <c:spPr>
            <a:solidFill>
              <a:srgbClr val="8FA2D4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2.6320048893117599E-3"/>
                  <c:y val="9.6592250670941172E-3"/>
                </c:manualLayout>
              </c:layout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F0F0-474E-AF93-E9E6C240F675}"/>
                </c:ext>
              </c:extLst>
            </c:dLbl>
            <c:numFmt formatCode="0.00%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pPr>
                <a:endParaRPr lang="pt-BR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Ciclo 1</c:v>
                </c:pt>
                <c:pt idx="1">
                  <c:v>Ciclo 2</c:v>
                </c:pt>
                <c:pt idx="2">
                  <c:v>Ciclo 3</c:v>
                </c:pt>
                <c:pt idx="3">
                  <c:v>Ciclo 4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F0F0-474E-AF93-E9E6C240F675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79"/>
        <c:axId val="667736623"/>
        <c:axId val="667748271"/>
      </c:barChart>
      <c:catAx>
        <c:axId val="667736623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0" i="0" u="none" strike="noStrike" kern="1200" cap="none" spc="120" normalizeH="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endParaRPr lang="pt-BR"/>
          </a:p>
        </c:txPr>
        <c:crossAx val="667748271"/>
        <c:crosses val="autoZero"/>
        <c:auto val="1"/>
        <c:lblAlgn val="ctr"/>
        <c:lblOffset val="100"/>
        <c:noMultiLvlLbl val="0"/>
      </c:catAx>
      <c:valAx>
        <c:axId val="667748271"/>
        <c:scaling>
          <c:orientation val="minMax"/>
          <c:max val="1"/>
        </c:scaling>
        <c:delete val="0"/>
        <c:axPos val="l"/>
        <c:numFmt formatCode="0%" sourceLinked="0"/>
        <c:majorTickMark val="out"/>
        <c:minorTickMark val="none"/>
        <c:tickLblPos val="nextTo"/>
        <c:spPr>
          <a:noFill/>
          <a:ln w="9525" cap="flat" cmpd="sng" algn="ctr">
            <a:solidFill>
              <a:schemeClr val="dk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endParaRPr lang="pt-BR"/>
          </a:p>
        </c:txPr>
        <c:crossAx val="667736623"/>
        <c:crosses val="autoZero"/>
        <c:crossBetween val="between"/>
        <c:majorUnit val="0.2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Arial" panose="020B0604020202020204" pitchFamily="34" charset="0"/>
              <a:ea typeface="+mn-ea"/>
              <a:cs typeface="Arial" panose="020B0604020202020204" pitchFamily="34" charset="0"/>
            </a:defRPr>
          </a:pPr>
          <a:endParaRPr lang="pt-BR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>
          <a:latin typeface="Arial" panose="020B0604020202020204" pitchFamily="34" charset="0"/>
          <a:cs typeface="Arial" panose="020B0604020202020204" pitchFamily="34" charset="0"/>
        </a:defRPr>
      </a:pPr>
      <a:endParaRPr lang="pt-BR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withinLinear" id="14">
  <a:schemeClr val="accent1"/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withinLinearReversed" id="26">
  <a:schemeClr val="accent6"/>
</cs:colorStyle>
</file>

<file path=ppt/charts/colors4.xml><?xml version="1.0" encoding="utf-8"?>
<cs:colorStyle xmlns:cs="http://schemas.microsoft.com/office/drawing/2012/chartStyle" xmlns:a="http://schemas.openxmlformats.org/drawingml/2006/main" meth="withinLinear" id="14">
  <a:schemeClr val="accent1"/>
</cs:colorStyle>
</file>

<file path=ppt/charts/colors5.xml><?xml version="1.0" encoding="utf-8"?>
<cs:colorStyle xmlns:cs="http://schemas.microsoft.com/office/drawing/2012/chartStyle" xmlns:a="http://schemas.openxmlformats.org/drawingml/2006/main" meth="withinLinear" id="14">
  <a:schemeClr val="accent1"/>
</cs:colorStyle>
</file>

<file path=ppt/charts/colors6.xml><?xml version="1.0" encoding="utf-8"?>
<cs:colorStyle xmlns:cs="http://schemas.microsoft.com/office/drawing/2012/chartStyle" xmlns:a="http://schemas.openxmlformats.org/drawingml/2006/main" meth="withinLinear" id="14">
  <a:schemeClr val="accent1"/>
</cs:colorStyle>
</file>

<file path=ppt/charts/colors7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8.xml><?xml version="1.0" encoding="utf-8"?>
<cs:colorStyle xmlns:cs="http://schemas.microsoft.com/office/drawing/2012/chartStyle" xmlns:a="http://schemas.openxmlformats.org/drawingml/2006/main" meth="withinLinearReversed" id="26">
  <a:schemeClr val="accent6"/>
</cs:colorStyle>
</file>

<file path=ppt/charts/colors9.xml><?xml version="1.0" encoding="utf-8"?>
<cs:colorStyle xmlns:cs="http://schemas.microsoft.com/office/drawing/2012/chartStyle" xmlns:a="http://schemas.openxmlformats.org/drawingml/2006/main" meth="withinLinear" id="14">
  <a:schemeClr val="accent1"/>
</cs:colorStyle>
</file>

<file path=ppt/charts/colors10.xml><?xml version="1.0" encoding="utf-8"?>
<cs:colorStyle xmlns:cs="http://schemas.microsoft.com/office/drawing/2012/chartStyle" xmlns:a="http://schemas.openxmlformats.org/drawingml/2006/main" meth="withinLinear" id="14">
  <a:schemeClr val="accent1"/>
</cs:colorStyle>
</file>

<file path=ppt/charts/colors1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2.xml><?xml version="1.0" encoding="utf-8"?>
<cs:colorStyle xmlns:cs="http://schemas.microsoft.com/office/drawing/2012/chartStyle" xmlns:a="http://schemas.openxmlformats.org/drawingml/2006/main" meth="withinLinear" id="14">
  <a:schemeClr val="accent1"/>
</cs:colorStyle>
</file>

<file path=ppt/charts/colors13.xml><?xml version="1.0" encoding="utf-8"?>
<cs:colorStyle xmlns:cs="http://schemas.microsoft.com/office/drawing/2012/chartStyle" xmlns:a="http://schemas.openxmlformats.org/drawingml/2006/main" meth="withinLinearReversed" id="26">
  <a:schemeClr val="accent6"/>
</cs:colorStyle>
</file>

<file path=ppt/charts/colors14.xml><?xml version="1.0" encoding="utf-8"?>
<cs:colorStyle xmlns:cs="http://schemas.microsoft.com/office/drawing/2012/chartStyle" xmlns:a="http://schemas.openxmlformats.org/drawingml/2006/main" meth="withinLinear" id="14">
  <a:schemeClr val="accent1"/>
</cs:colorStyle>
</file>

<file path=ppt/charts/colors15.xml><?xml version="1.0" encoding="utf-8"?>
<cs:colorStyle xmlns:cs="http://schemas.microsoft.com/office/drawing/2012/chartStyle" xmlns:a="http://schemas.openxmlformats.org/drawingml/2006/main" meth="withinLinear" id="14">
  <a:schemeClr val="accent1"/>
</cs:colorStyle>
</file>

<file path=ppt/charts/colors16.xml><?xml version="1.0" encoding="utf-8"?>
<cs:colorStyle xmlns:cs="http://schemas.microsoft.com/office/drawing/2012/chartStyle" xmlns:a="http://schemas.openxmlformats.org/drawingml/2006/main" meth="withinLinear" id="14">
  <a:schemeClr val="accent1"/>
</cs:colorStyle>
</file>

<file path=ppt/charts/colors17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8.xml><?xml version="1.0" encoding="utf-8"?>
<cs:colorStyle xmlns:cs="http://schemas.microsoft.com/office/drawing/2012/chartStyle" xmlns:a="http://schemas.openxmlformats.org/drawingml/2006/main" meth="withinLinearReversed" id="26">
  <a:schemeClr val="accent6"/>
</cs:colorStyle>
</file>

<file path=ppt/charts/colors19.xml><?xml version="1.0" encoding="utf-8"?>
<cs:colorStyle xmlns:cs="http://schemas.microsoft.com/office/drawing/2012/chartStyle" xmlns:a="http://schemas.openxmlformats.org/drawingml/2006/main" meth="withinLinear" id="14">
  <a:schemeClr val="accent1"/>
</cs:colorStyle>
</file>

<file path=ppt/charts/colors20.xml><?xml version="1.0" encoding="utf-8"?>
<cs:colorStyle xmlns:cs="http://schemas.microsoft.com/office/drawing/2012/chartStyle" xmlns:a="http://schemas.openxmlformats.org/drawingml/2006/main" meth="withinLinear" id="14">
  <a:schemeClr val="accent1"/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298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197" kern="1200" cap="all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64" kern="1200" cap="all" spc="120" normalizeH="0" baseline="0"/>
  </cs:categoryAxis>
  <cs:chartArea mods="allowNoFillOverride allowNoLineOverride">
    <cs:lnRef idx="0"/>
    <cs:fillRef idx="0"/>
    <cs:effectRef idx="0"/>
    <cs:fontRef idx="minor">
      <a:schemeClr val="dk1"/>
    </cs:fontRef>
    <cs:spPr>
      <a:solidFill>
        <a:schemeClr val="lt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lt1"/>
    </cs:fontRef>
    <cs:defRPr sz="1197" b="0" i="0" u="none" strike="noStrike" kern="1200" baseline="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0">
      <cs:styleClr val="auto"/>
    </cs:fillRef>
    <cs:effectRef idx="0"/>
    <cs:fontRef idx="minor">
      <a:schemeClr val="dk1"/>
    </cs:fontRef>
    <cs:spPr>
      <a:solidFill>
        <a:schemeClr val="phClr"/>
      </a:solidFill>
    </cs:spPr>
  </cs:dataPoint>
  <cs:dataPoint3D>
    <cs:lnRef idx="0"/>
    <cs:fillRef idx="0">
      <cs:styleClr val="auto"/>
    </cs:fillRef>
    <cs:effectRef idx="0"/>
    <cs:fontRef idx="minor">
      <a:schemeClr val="dk1"/>
    </cs:fontRef>
    <cs:spPr>
      <a:solidFill>
        <a:schemeClr val="phClr"/>
      </a:solidFill>
    </cs:spPr>
  </cs:dataPoint3D>
  <cs:dataPointLine>
    <cs:lnRef idx="0">
      <cs:styleClr val="auto"/>
    </cs:lnRef>
    <cs:fillRef idx="0"/>
    <cs:effectRef idx="0"/>
    <cs:fontRef idx="minor">
      <a:schemeClr val="dk1"/>
    </cs:fontRef>
    <cs:spPr>
      <a:ln w="2222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0">
      <cs:styleClr val="auto"/>
    </cs:fillRef>
    <cs:effectRef idx="0"/>
    <cs:fontRef idx="minor">
      <a:schemeClr val="dk1"/>
    </cs:fontRef>
    <cs:spPr>
      <a:solidFill>
        <a:schemeClr val="phClr"/>
      </a:solidFill>
      <a:ln w="9525">
        <a:solidFill>
          <a:schemeClr val="phClr"/>
        </a:solidFill>
        <a:round/>
      </a:ln>
    </cs:spPr>
  </cs:dataPointMarker>
  <cs:dataPointMarkerLayout size="6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ln w="9525">
        <a:solidFill>
          <a:schemeClr val="tx1">
            <a:lumMod val="15000"/>
            <a:lumOff val="85000"/>
          </a:schemeClr>
        </a:solidFill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75000"/>
          <a:lumOff val="25000"/>
        </a:schemeClr>
      </a:solidFill>
      <a:ln w="9525">
        <a:solidFill>
          <a:schemeClr val="tx1">
            <a:lumMod val="15000"/>
            <a:lumOff val="85000"/>
          </a:schemeClr>
        </a:solidFill>
      </a:ln>
    </cs:spPr>
  </cs:downBar>
  <cs:drop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35000"/>
            <a:lumOff val="65000"/>
          </a:schemeClr>
        </a:solidFill>
      </a:ln>
    </cs:spPr>
  </cs:dropLine>
  <cs:errorBar>
    <cs:lnRef idx="0"/>
    <cs:fillRef idx="0"/>
    <cs:effectRef idx="0"/>
    <cs:fontRef idx="minor">
      <a:schemeClr val="dk1"/>
    </cs:fontRef>
    <cs:spPr>
      <a:ln w="9525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dk1"/>
    </cs:fontRef>
  </cs:floor>
  <cs:gridlineMajor>
    <cs:lnRef idx="0"/>
    <cs:fillRef idx="0"/>
    <cs:effectRef idx="0"/>
    <cs:fontRef idx="minor">
      <a:schemeClr val="dk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dk1"/>
    </cs:fontRef>
    <cs:spPr>
      <a:ln>
        <a:solidFill>
          <a:schemeClr val="tx1">
            <a:lumMod val="5000"/>
            <a:lumOff val="95000"/>
          </a:schemeClr>
        </a:solidFill>
      </a:ln>
    </cs:spPr>
  </cs:gridlineMinor>
  <cs:hiLo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50000"/>
            <a:lumOff val="50000"/>
          </a:schemeClr>
        </a:solidFill>
      </a:ln>
    </cs:spPr>
  </cs:hiLoLine>
  <cs:leader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35000"/>
            <a:lumOff val="65000"/>
          </a:schemeClr>
        </a:solidFill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dk1"/>
    </cs:fontRef>
  </cs:plotArea>
  <cs:plotArea3D mods="allowNoFillOverride allowNoLineOverride">
    <cs:lnRef idx="0"/>
    <cs:fillRef idx="0"/>
    <cs:effectRef idx="0"/>
    <cs:fontRef idx="minor">
      <a:schemeClr val="dk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seriesAxis>
  <cs:series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2128" b="1" kern="1200" cap="all" spc="120" normalizeH="0" baseline="0"/>
  </cs:title>
  <cs:trendline>
    <cs:lnRef idx="0">
      <cs:styleClr val="auto"/>
    </cs:lnRef>
    <cs:fillRef idx="0"/>
    <cs:effectRef idx="0"/>
    <cs:fontRef idx="minor">
      <a:schemeClr val="dk1"/>
    </cs:fontRef>
    <cs:spPr>
      <a:ln w="19050" cap="rnd">
        <a:solidFill>
          <a:schemeClr val="phClr"/>
        </a:solidFill>
        <a:prstDash val="sysDash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064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65000"/>
            <a:lumOff val="3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dk1">
            <a:lumMod val="15000"/>
            <a:lumOff val="85000"/>
          </a:schemeClr>
        </a:solidFill>
        <a:round/>
      </a:ln>
    </cs:spPr>
    <cs:defRPr sz="1197" kern="1200"/>
  </cs:valueAxis>
  <cs:wall>
    <cs:lnRef idx="0"/>
    <cs:fillRef idx="0"/>
    <cs:effectRef idx="0"/>
    <cs:fontRef idx="minor">
      <a:schemeClr val="dk1"/>
    </cs:fontRef>
  </cs:wall>
</cs:chartStyle>
</file>

<file path=ppt/charts/style5.xml><?xml version="1.0" encoding="utf-8"?>
<cs:chartStyle xmlns:cs="http://schemas.microsoft.com/office/drawing/2012/chartStyle" xmlns:a="http://schemas.openxmlformats.org/drawingml/2006/main" id="298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197" kern="1200" cap="all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64" kern="1200" cap="all" spc="120" normalizeH="0" baseline="0"/>
  </cs:categoryAxis>
  <cs:chartArea mods="allowNoFillOverride allowNoLineOverride">
    <cs:lnRef idx="0"/>
    <cs:fillRef idx="0"/>
    <cs:effectRef idx="0"/>
    <cs:fontRef idx="minor">
      <a:schemeClr val="dk1"/>
    </cs:fontRef>
    <cs:spPr>
      <a:solidFill>
        <a:schemeClr val="lt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lt1"/>
    </cs:fontRef>
    <cs:defRPr sz="1197" b="0" i="0" u="none" strike="noStrike" kern="1200" baseline="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0">
      <cs:styleClr val="auto"/>
    </cs:fillRef>
    <cs:effectRef idx="0"/>
    <cs:fontRef idx="minor">
      <a:schemeClr val="dk1"/>
    </cs:fontRef>
    <cs:spPr>
      <a:solidFill>
        <a:schemeClr val="phClr"/>
      </a:solidFill>
    </cs:spPr>
  </cs:dataPoint>
  <cs:dataPoint3D>
    <cs:lnRef idx="0"/>
    <cs:fillRef idx="0">
      <cs:styleClr val="auto"/>
    </cs:fillRef>
    <cs:effectRef idx="0"/>
    <cs:fontRef idx="minor">
      <a:schemeClr val="dk1"/>
    </cs:fontRef>
    <cs:spPr>
      <a:solidFill>
        <a:schemeClr val="phClr"/>
      </a:solidFill>
    </cs:spPr>
  </cs:dataPoint3D>
  <cs:dataPointLine>
    <cs:lnRef idx="0">
      <cs:styleClr val="auto"/>
    </cs:lnRef>
    <cs:fillRef idx="0"/>
    <cs:effectRef idx="0"/>
    <cs:fontRef idx="minor">
      <a:schemeClr val="dk1"/>
    </cs:fontRef>
    <cs:spPr>
      <a:ln w="2222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0">
      <cs:styleClr val="auto"/>
    </cs:fillRef>
    <cs:effectRef idx="0"/>
    <cs:fontRef idx="minor">
      <a:schemeClr val="dk1"/>
    </cs:fontRef>
    <cs:spPr>
      <a:solidFill>
        <a:schemeClr val="phClr"/>
      </a:solidFill>
      <a:ln w="9525">
        <a:solidFill>
          <a:schemeClr val="phClr"/>
        </a:solidFill>
        <a:round/>
      </a:ln>
    </cs:spPr>
  </cs:dataPointMarker>
  <cs:dataPointMarkerLayout size="6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ln w="9525">
        <a:solidFill>
          <a:schemeClr val="tx1">
            <a:lumMod val="15000"/>
            <a:lumOff val="85000"/>
          </a:schemeClr>
        </a:solidFill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75000"/>
          <a:lumOff val="25000"/>
        </a:schemeClr>
      </a:solidFill>
      <a:ln w="9525">
        <a:solidFill>
          <a:schemeClr val="tx1">
            <a:lumMod val="15000"/>
            <a:lumOff val="85000"/>
          </a:schemeClr>
        </a:solidFill>
      </a:ln>
    </cs:spPr>
  </cs:downBar>
  <cs:drop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35000"/>
            <a:lumOff val="65000"/>
          </a:schemeClr>
        </a:solidFill>
      </a:ln>
    </cs:spPr>
  </cs:dropLine>
  <cs:errorBar>
    <cs:lnRef idx="0"/>
    <cs:fillRef idx="0"/>
    <cs:effectRef idx="0"/>
    <cs:fontRef idx="minor">
      <a:schemeClr val="dk1"/>
    </cs:fontRef>
    <cs:spPr>
      <a:ln w="9525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dk1"/>
    </cs:fontRef>
  </cs:floor>
  <cs:gridlineMajor>
    <cs:lnRef idx="0"/>
    <cs:fillRef idx="0"/>
    <cs:effectRef idx="0"/>
    <cs:fontRef idx="minor">
      <a:schemeClr val="dk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dk1"/>
    </cs:fontRef>
    <cs:spPr>
      <a:ln>
        <a:solidFill>
          <a:schemeClr val="tx1">
            <a:lumMod val="5000"/>
            <a:lumOff val="95000"/>
          </a:schemeClr>
        </a:solidFill>
      </a:ln>
    </cs:spPr>
  </cs:gridlineMinor>
  <cs:hiLo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50000"/>
            <a:lumOff val="50000"/>
          </a:schemeClr>
        </a:solidFill>
      </a:ln>
    </cs:spPr>
  </cs:hiLoLine>
  <cs:leader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35000"/>
            <a:lumOff val="65000"/>
          </a:schemeClr>
        </a:solidFill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dk1"/>
    </cs:fontRef>
  </cs:plotArea>
  <cs:plotArea3D mods="allowNoFillOverride allowNoLineOverride">
    <cs:lnRef idx="0"/>
    <cs:fillRef idx="0"/>
    <cs:effectRef idx="0"/>
    <cs:fontRef idx="minor">
      <a:schemeClr val="dk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seriesAxis>
  <cs:series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2128" b="1" kern="1200" cap="all" spc="120" normalizeH="0" baseline="0"/>
  </cs:title>
  <cs:trendline>
    <cs:lnRef idx="0">
      <cs:styleClr val="auto"/>
    </cs:lnRef>
    <cs:fillRef idx="0"/>
    <cs:effectRef idx="0"/>
    <cs:fontRef idx="minor">
      <a:schemeClr val="dk1"/>
    </cs:fontRef>
    <cs:spPr>
      <a:ln w="19050" cap="rnd">
        <a:solidFill>
          <a:schemeClr val="phClr"/>
        </a:solidFill>
        <a:prstDash val="sysDash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064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65000"/>
            <a:lumOff val="3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dk1">
            <a:lumMod val="15000"/>
            <a:lumOff val="85000"/>
          </a:schemeClr>
        </a:solidFill>
        <a:round/>
      </a:ln>
    </cs:spPr>
    <cs:defRPr sz="1197" kern="1200"/>
  </cs:valueAxis>
  <cs:wall>
    <cs:lnRef idx="0"/>
    <cs:fillRef idx="0"/>
    <cs:effectRef idx="0"/>
    <cs:fontRef idx="minor">
      <a:schemeClr val="dk1"/>
    </cs:fontRef>
  </cs:wall>
</cs:chartStyle>
</file>

<file path=ppt/charts/style6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7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8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9.xml><?xml version="1.0" encoding="utf-8"?>
<cs:chartStyle xmlns:cs="http://schemas.microsoft.com/office/drawing/2012/chartStyle" xmlns:a="http://schemas.openxmlformats.org/drawingml/2006/main" id="298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197" kern="1200" cap="all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64" kern="1200" cap="all" spc="120" normalizeH="0" baseline="0"/>
  </cs:categoryAxis>
  <cs:chartArea mods="allowNoFillOverride allowNoLineOverride">
    <cs:lnRef idx="0"/>
    <cs:fillRef idx="0"/>
    <cs:effectRef idx="0"/>
    <cs:fontRef idx="minor">
      <a:schemeClr val="dk1"/>
    </cs:fontRef>
    <cs:spPr>
      <a:solidFill>
        <a:schemeClr val="lt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lt1"/>
    </cs:fontRef>
    <cs:defRPr sz="1197" b="0" i="0" u="none" strike="noStrike" kern="1200" baseline="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0">
      <cs:styleClr val="auto"/>
    </cs:fillRef>
    <cs:effectRef idx="0"/>
    <cs:fontRef idx="minor">
      <a:schemeClr val="dk1"/>
    </cs:fontRef>
    <cs:spPr>
      <a:solidFill>
        <a:schemeClr val="phClr"/>
      </a:solidFill>
    </cs:spPr>
  </cs:dataPoint>
  <cs:dataPoint3D>
    <cs:lnRef idx="0"/>
    <cs:fillRef idx="0">
      <cs:styleClr val="auto"/>
    </cs:fillRef>
    <cs:effectRef idx="0"/>
    <cs:fontRef idx="minor">
      <a:schemeClr val="dk1"/>
    </cs:fontRef>
    <cs:spPr>
      <a:solidFill>
        <a:schemeClr val="phClr"/>
      </a:solidFill>
    </cs:spPr>
  </cs:dataPoint3D>
  <cs:dataPointLine>
    <cs:lnRef idx="0">
      <cs:styleClr val="auto"/>
    </cs:lnRef>
    <cs:fillRef idx="0"/>
    <cs:effectRef idx="0"/>
    <cs:fontRef idx="minor">
      <a:schemeClr val="dk1"/>
    </cs:fontRef>
    <cs:spPr>
      <a:ln w="2222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0">
      <cs:styleClr val="auto"/>
    </cs:fillRef>
    <cs:effectRef idx="0"/>
    <cs:fontRef idx="minor">
      <a:schemeClr val="dk1"/>
    </cs:fontRef>
    <cs:spPr>
      <a:solidFill>
        <a:schemeClr val="phClr"/>
      </a:solidFill>
      <a:ln w="9525">
        <a:solidFill>
          <a:schemeClr val="phClr"/>
        </a:solidFill>
        <a:round/>
      </a:ln>
    </cs:spPr>
  </cs:dataPointMarker>
  <cs:dataPointMarkerLayout size="6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ln w="9525">
        <a:solidFill>
          <a:schemeClr val="tx1">
            <a:lumMod val="15000"/>
            <a:lumOff val="85000"/>
          </a:schemeClr>
        </a:solidFill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75000"/>
          <a:lumOff val="25000"/>
        </a:schemeClr>
      </a:solidFill>
      <a:ln w="9525">
        <a:solidFill>
          <a:schemeClr val="tx1">
            <a:lumMod val="15000"/>
            <a:lumOff val="85000"/>
          </a:schemeClr>
        </a:solidFill>
      </a:ln>
    </cs:spPr>
  </cs:downBar>
  <cs:drop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35000"/>
            <a:lumOff val="65000"/>
          </a:schemeClr>
        </a:solidFill>
      </a:ln>
    </cs:spPr>
  </cs:dropLine>
  <cs:errorBar>
    <cs:lnRef idx="0"/>
    <cs:fillRef idx="0"/>
    <cs:effectRef idx="0"/>
    <cs:fontRef idx="minor">
      <a:schemeClr val="dk1"/>
    </cs:fontRef>
    <cs:spPr>
      <a:ln w="9525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dk1"/>
    </cs:fontRef>
  </cs:floor>
  <cs:gridlineMajor>
    <cs:lnRef idx="0"/>
    <cs:fillRef idx="0"/>
    <cs:effectRef idx="0"/>
    <cs:fontRef idx="minor">
      <a:schemeClr val="dk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dk1"/>
    </cs:fontRef>
    <cs:spPr>
      <a:ln>
        <a:solidFill>
          <a:schemeClr val="tx1">
            <a:lumMod val="5000"/>
            <a:lumOff val="95000"/>
          </a:schemeClr>
        </a:solidFill>
      </a:ln>
    </cs:spPr>
  </cs:gridlineMinor>
  <cs:hiLo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50000"/>
            <a:lumOff val="50000"/>
          </a:schemeClr>
        </a:solidFill>
      </a:ln>
    </cs:spPr>
  </cs:hiLoLine>
  <cs:leader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35000"/>
            <a:lumOff val="65000"/>
          </a:schemeClr>
        </a:solidFill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dk1"/>
    </cs:fontRef>
  </cs:plotArea>
  <cs:plotArea3D mods="allowNoFillOverride allowNoLineOverride">
    <cs:lnRef idx="0"/>
    <cs:fillRef idx="0"/>
    <cs:effectRef idx="0"/>
    <cs:fontRef idx="minor">
      <a:schemeClr val="dk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seriesAxis>
  <cs:series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2128" b="1" kern="1200" cap="all" spc="120" normalizeH="0" baseline="0"/>
  </cs:title>
  <cs:trendline>
    <cs:lnRef idx="0">
      <cs:styleClr val="auto"/>
    </cs:lnRef>
    <cs:fillRef idx="0"/>
    <cs:effectRef idx="0"/>
    <cs:fontRef idx="minor">
      <a:schemeClr val="dk1"/>
    </cs:fontRef>
    <cs:spPr>
      <a:ln w="19050" cap="rnd">
        <a:solidFill>
          <a:schemeClr val="phClr"/>
        </a:solidFill>
        <a:prstDash val="sysDash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064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65000"/>
            <a:lumOff val="3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dk1">
            <a:lumMod val="15000"/>
            <a:lumOff val="85000"/>
          </a:schemeClr>
        </a:solidFill>
        <a:round/>
      </a:ln>
    </cs:spPr>
    <cs:defRPr sz="1197" kern="1200"/>
  </cs:valueAxis>
  <cs:wall>
    <cs:lnRef idx="0"/>
    <cs:fillRef idx="0"/>
    <cs:effectRef idx="0"/>
    <cs:fontRef idx="minor">
      <a:schemeClr val="dk1"/>
    </cs:fontRef>
  </cs:wall>
</cs:chartStyle>
</file>

<file path=ppt/charts/style10.xml><?xml version="1.0" encoding="utf-8"?>
<cs:chartStyle xmlns:cs="http://schemas.microsoft.com/office/drawing/2012/chartStyle" xmlns:a="http://schemas.openxmlformats.org/drawingml/2006/main" id="298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197" kern="1200" cap="all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64" kern="1200" cap="all" spc="120" normalizeH="0" baseline="0"/>
  </cs:categoryAxis>
  <cs:chartArea mods="allowNoFillOverride allowNoLineOverride">
    <cs:lnRef idx="0"/>
    <cs:fillRef idx="0"/>
    <cs:effectRef idx="0"/>
    <cs:fontRef idx="minor">
      <a:schemeClr val="dk1"/>
    </cs:fontRef>
    <cs:spPr>
      <a:solidFill>
        <a:schemeClr val="lt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lt1"/>
    </cs:fontRef>
    <cs:defRPr sz="1197" b="0" i="0" u="none" strike="noStrike" kern="1200" baseline="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0">
      <cs:styleClr val="auto"/>
    </cs:fillRef>
    <cs:effectRef idx="0"/>
    <cs:fontRef idx="minor">
      <a:schemeClr val="dk1"/>
    </cs:fontRef>
    <cs:spPr>
      <a:solidFill>
        <a:schemeClr val="phClr"/>
      </a:solidFill>
    </cs:spPr>
  </cs:dataPoint>
  <cs:dataPoint3D>
    <cs:lnRef idx="0"/>
    <cs:fillRef idx="0">
      <cs:styleClr val="auto"/>
    </cs:fillRef>
    <cs:effectRef idx="0"/>
    <cs:fontRef idx="minor">
      <a:schemeClr val="dk1"/>
    </cs:fontRef>
    <cs:spPr>
      <a:solidFill>
        <a:schemeClr val="phClr"/>
      </a:solidFill>
    </cs:spPr>
  </cs:dataPoint3D>
  <cs:dataPointLine>
    <cs:lnRef idx="0">
      <cs:styleClr val="auto"/>
    </cs:lnRef>
    <cs:fillRef idx="0"/>
    <cs:effectRef idx="0"/>
    <cs:fontRef idx="minor">
      <a:schemeClr val="dk1"/>
    </cs:fontRef>
    <cs:spPr>
      <a:ln w="2222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0">
      <cs:styleClr val="auto"/>
    </cs:fillRef>
    <cs:effectRef idx="0"/>
    <cs:fontRef idx="minor">
      <a:schemeClr val="dk1"/>
    </cs:fontRef>
    <cs:spPr>
      <a:solidFill>
        <a:schemeClr val="phClr"/>
      </a:solidFill>
      <a:ln w="9525">
        <a:solidFill>
          <a:schemeClr val="phClr"/>
        </a:solidFill>
        <a:round/>
      </a:ln>
    </cs:spPr>
  </cs:dataPointMarker>
  <cs:dataPointMarkerLayout size="6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ln w="9525">
        <a:solidFill>
          <a:schemeClr val="tx1">
            <a:lumMod val="15000"/>
            <a:lumOff val="85000"/>
          </a:schemeClr>
        </a:solidFill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75000"/>
          <a:lumOff val="25000"/>
        </a:schemeClr>
      </a:solidFill>
      <a:ln w="9525">
        <a:solidFill>
          <a:schemeClr val="tx1">
            <a:lumMod val="15000"/>
            <a:lumOff val="85000"/>
          </a:schemeClr>
        </a:solidFill>
      </a:ln>
    </cs:spPr>
  </cs:downBar>
  <cs:drop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35000"/>
            <a:lumOff val="65000"/>
          </a:schemeClr>
        </a:solidFill>
      </a:ln>
    </cs:spPr>
  </cs:dropLine>
  <cs:errorBar>
    <cs:lnRef idx="0"/>
    <cs:fillRef idx="0"/>
    <cs:effectRef idx="0"/>
    <cs:fontRef idx="minor">
      <a:schemeClr val="dk1"/>
    </cs:fontRef>
    <cs:spPr>
      <a:ln w="9525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dk1"/>
    </cs:fontRef>
  </cs:floor>
  <cs:gridlineMajor>
    <cs:lnRef idx="0"/>
    <cs:fillRef idx="0"/>
    <cs:effectRef idx="0"/>
    <cs:fontRef idx="minor">
      <a:schemeClr val="dk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dk1"/>
    </cs:fontRef>
    <cs:spPr>
      <a:ln>
        <a:solidFill>
          <a:schemeClr val="tx1">
            <a:lumMod val="5000"/>
            <a:lumOff val="95000"/>
          </a:schemeClr>
        </a:solidFill>
      </a:ln>
    </cs:spPr>
  </cs:gridlineMinor>
  <cs:hiLo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50000"/>
            <a:lumOff val="50000"/>
          </a:schemeClr>
        </a:solidFill>
      </a:ln>
    </cs:spPr>
  </cs:hiLoLine>
  <cs:leader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35000"/>
            <a:lumOff val="65000"/>
          </a:schemeClr>
        </a:solidFill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dk1"/>
    </cs:fontRef>
  </cs:plotArea>
  <cs:plotArea3D mods="allowNoFillOverride allowNoLineOverride">
    <cs:lnRef idx="0"/>
    <cs:fillRef idx="0"/>
    <cs:effectRef idx="0"/>
    <cs:fontRef idx="minor">
      <a:schemeClr val="dk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seriesAxis>
  <cs:series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2128" b="1" kern="1200" cap="all" spc="120" normalizeH="0" baseline="0"/>
  </cs:title>
  <cs:trendline>
    <cs:lnRef idx="0">
      <cs:styleClr val="auto"/>
    </cs:lnRef>
    <cs:fillRef idx="0"/>
    <cs:effectRef idx="0"/>
    <cs:fontRef idx="minor">
      <a:schemeClr val="dk1"/>
    </cs:fontRef>
    <cs:spPr>
      <a:ln w="19050" cap="rnd">
        <a:solidFill>
          <a:schemeClr val="phClr"/>
        </a:solidFill>
        <a:prstDash val="sysDash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064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65000"/>
            <a:lumOff val="3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dk1">
            <a:lumMod val="15000"/>
            <a:lumOff val="85000"/>
          </a:schemeClr>
        </a:solidFill>
        <a:round/>
      </a:ln>
    </cs:spPr>
    <cs:defRPr sz="1197" kern="1200"/>
  </cs:valueAxis>
  <cs:wall>
    <cs:lnRef idx="0"/>
    <cs:fillRef idx="0"/>
    <cs:effectRef idx="0"/>
    <cs:fontRef idx="minor">
      <a:schemeClr val="dk1"/>
    </cs:fontRef>
  </cs:wall>
</cs:chartStyle>
</file>

<file path=ppt/charts/style1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2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3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4.xml><?xml version="1.0" encoding="utf-8"?>
<cs:chartStyle xmlns:cs="http://schemas.microsoft.com/office/drawing/2012/chartStyle" xmlns:a="http://schemas.openxmlformats.org/drawingml/2006/main" id="298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197" kern="1200" cap="all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64" kern="1200" cap="all" spc="120" normalizeH="0" baseline="0"/>
  </cs:categoryAxis>
  <cs:chartArea mods="allowNoFillOverride allowNoLineOverride">
    <cs:lnRef idx="0"/>
    <cs:fillRef idx="0"/>
    <cs:effectRef idx="0"/>
    <cs:fontRef idx="minor">
      <a:schemeClr val="dk1"/>
    </cs:fontRef>
    <cs:spPr>
      <a:solidFill>
        <a:schemeClr val="lt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lt1"/>
    </cs:fontRef>
    <cs:defRPr sz="1197" b="0" i="0" u="none" strike="noStrike" kern="1200" baseline="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0">
      <cs:styleClr val="auto"/>
    </cs:fillRef>
    <cs:effectRef idx="0"/>
    <cs:fontRef idx="minor">
      <a:schemeClr val="dk1"/>
    </cs:fontRef>
    <cs:spPr>
      <a:solidFill>
        <a:schemeClr val="phClr"/>
      </a:solidFill>
    </cs:spPr>
  </cs:dataPoint>
  <cs:dataPoint3D>
    <cs:lnRef idx="0"/>
    <cs:fillRef idx="0">
      <cs:styleClr val="auto"/>
    </cs:fillRef>
    <cs:effectRef idx="0"/>
    <cs:fontRef idx="minor">
      <a:schemeClr val="dk1"/>
    </cs:fontRef>
    <cs:spPr>
      <a:solidFill>
        <a:schemeClr val="phClr"/>
      </a:solidFill>
    </cs:spPr>
  </cs:dataPoint3D>
  <cs:dataPointLine>
    <cs:lnRef idx="0">
      <cs:styleClr val="auto"/>
    </cs:lnRef>
    <cs:fillRef idx="0"/>
    <cs:effectRef idx="0"/>
    <cs:fontRef idx="minor">
      <a:schemeClr val="dk1"/>
    </cs:fontRef>
    <cs:spPr>
      <a:ln w="2222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0">
      <cs:styleClr val="auto"/>
    </cs:fillRef>
    <cs:effectRef idx="0"/>
    <cs:fontRef idx="minor">
      <a:schemeClr val="dk1"/>
    </cs:fontRef>
    <cs:spPr>
      <a:solidFill>
        <a:schemeClr val="phClr"/>
      </a:solidFill>
      <a:ln w="9525">
        <a:solidFill>
          <a:schemeClr val="phClr"/>
        </a:solidFill>
        <a:round/>
      </a:ln>
    </cs:spPr>
  </cs:dataPointMarker>
  <cs:dataPointMarkerLayout size="6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ln w="9525">
        <a:solidFill>
          <a:schemeClr val="tx1">
            <a:lumMod val="15000"/>
            <a:lumOff val="85000"/>
          </a:schemeClr>
        </a:solidFill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75000"/>
          <a:lumOff val="25000"/>
        </a:schemeClr>
      </a:solidFill>
      <a:ln w="9525">
        <a:solidFill>
          <a:schemeClr val="tx1">
            <a:lumMod val="15000"/>
            <a:lumOff val="85000"/>
          </a:schemeClr>
        </a:solidFill>
      </a:ln>
    </cs:spPr>
  </cs:downBar>
  <cs:drop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35000"/>
            <a:lumOff val="65000"/>
          </a:schemeClr>
        </a:solidFill>
      </a:ln>
    </cs:spPr>
  </cs:dropLine>
  <cs:errorBar>
    <cs:lnRef idx="0"/>
    <cs:fillRef idx="0"/>
    <cs:effectRef idx="0"/>
    <cs:fontRef idx="minor">
      <a:schemeClr val="dk1"/>
    </cs:fontRef>
    <cs:spPr>
      <a:ln w="9525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dk1"/>
    </cs:fontRef>
  </cs:floor>
  <cs:gridlineMajor>
    <cs:lnRef idx="0"/>
    <cs:fillRef idx="0"/>
    <cs:effectRef idx="0"/>
    <cs:fontRef idx="minor">
      <a:schemeClr val="dk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dk1"/>
    </cs:fontRef>
    <cs:spPr>
      <a:ln>
        <a:solidFill>
          <a:schemeClr val="tx1">
            <a:lumMod val="5000"/>
            <a:lumOff val="95000"/>
          </a:schemeClr>
        </a:solidFill>
      </a:ln>
    </cs:spPr>
  </cs:gridlineMinor>
  <cs:hiLo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50000"/>
            <a:lumOff val="50000"/>
          </a:schemeClr>
        </a:solidFill>
      </a:ln>
    </cs:spPr>
  </cs:hiLoLine>
  <cs:leader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35000"/>
            <a:lumOff val="65000"/>
          </a:schemeClr>
        </a:solidFill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dk1"/>
    </cs:fontRef>
  </cs:plotArea>
  <cs:plotArea3D mods="allowNoFillOverride allowNoLineOverride">
    <cs:lnRef idx="0"/>
    <cs:fillRef idx="0"/>
    <cs:effectRef idx="0"/>
    <cs:fontRef idx="minor">
      <a:schemeClr val="dk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seriesAxis>
  <cs:series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2128" b="1" kern="1200" cap="all" spc="120" normalizeH="0" baseline="0"/>
  </cs:title>
  <cs:trendline>
    <cs:lnRef idx="0">
      <cs:styleClr val="auto"/>
    </cs:lnRef>
    <cs:fillRef idx="0"/>
    <cs:effectRef idx="0"/>
    <cs:fontRef idx="minor">
      <a:schemeClr val="dk1"/>
    </cs:fontRef>
    <cs:spPr>
      <a:ln w="19050" cap="rnd">
        <a:solidFill>
          <a:schemeClr val="phClr"/>
        </a:solidFill>
        <a:prstDash val="sysDash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064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65000"/>
            <a:lumOff val="3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dk1">
            <a:lumMod val="15000"/>
            <a:lumOff val="85000"/>
          </a:schemeClr>
        </a:solidFill>
        <a:round/>
      </a:ln>
    </cs:spPr>
    <cs:defRPr sz="1197" kern="1200"/>
  </cs:valueAxis>
  <cs:wall>
    <cs:lnRef idx="0"/>
    <cs:fillRef idx="0"/>
    <cs:effectRef idx="0"/>
    <cs:fontRef idx="minor">
      <a:schemeClr val="dk1"/>
    </cs:fontRef>
  </cs:wall>
</cs:chartStyle>
</file>

<file path=ppt/charts/style15.xml><?xml version="1.0" encoding="utf-8"?>
<cs:chartStyle xmlns:cs="http://schemas.microsoft.com/office/drawing/2012/chartStyle" xmlns:a="http://schemas.openxmlformats.org/drawingml/2006/main" id="298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197" kern="1200" cap="all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64" kern="1200" cap="all" spc="120" normalizeH="0" baseline="0"/>
  </cs:categoryAxis>
  <cs:chartArea mods="allowNoFillOverride allowNoLineOverride">
    <cs:lnRef idx="0"/>
    <cs:fillRef idx="0"/>
    <cs:effectRef idx="0"/>
    <cs:fontRef idx="minor">
      <a:schemeClr val="dk1"/>
    </cs:fontRef>
    <cs:spPr>
      <a:solidFill>
        <a:schemeClr val="lt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lt1"/>
    </cs:fontRef>
    <cs:defRPr sz="1197" b="0" i="0" u="none" strike="noStrike" kern="1200" baseline="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0">
      <cs:styleClr val="auto"/>
    </cs:fillRef>
    <cs:effectRef idx="0"/>
    <cs:fontRef idx="minor">
      <a:schemeClr val="dk1"/>
    </cs:fontRef>
    <cs:spPr>
      <a:solidFill>
        <a:schemeClr val="phClr"/>
      </a:solidFill>
    </cs:spPr>
  </cs:dataPoint>
  <cs:dataPoint3D>
    <cs:lnRef idx="0"/>
    <cs:fillRef idx="0">
      <cs:styleClr val="auto"/>
    </cs:fillRef>
    <cs:effectRef idx="0"/>
    <cs:fontRef idx="minor">
      <a:schemeClr val="dk1"/>
    </cs:fontRef>
    <cs:spPr>
      <a:solidFill>
        <a:schemeClr val="phClr"/>
      </a:solidFill>
    </cs:spPr>
  </cs:dataPoint3D>
  <cs:dataPointLine>
    <cs:lnRef idx="0">
      <cs:styleClr val="auto"/>
    </cs:lnRef>
    <cs:fillRef idx="0"/>
    <cs:effectRef idx="0"/>
    <cs:fontRef idx="minor">
      <a:schemeClr val="dk1"/>
    </cs:fontRef>
    <cs:spPr>
      <a:ln w="2222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0">
      <cs:styleClr val="auto"/>
    </cs:fillRef>
    <cs:effectRef idx="0"/>
    <cs:fontRef idx="minor">
      <a:schemeClr val="dk1"/>
    </cs:fontRef>
    <cs:spPr>
      <a:solidFill>
        <a:schemeClr val="phClr"/>
      </a:solidFill>
      <a:ln w="9525">
        <a:solidFill>
          <a:schemeClr val="phClr"/>
        </a:solidFill>
        <a:round/>
      </a:ln>
    </cs:spPr>
  </cs:dataPointMarker>
  <cs:dataPointMarkerLayout size="6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ln w="9525">
        <a:solidFill>
          <a:schemeClr val="tx1">
            <a:lumMod val="15000"/>
            <a:lumOff val="85000"/>
          </a:schemeClr>
        </a:solidFill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75000"/>
          <a:lumOff val="25000"/>
        </a:schemeClr>
      </a:solidFill>
      <a:ln w="9525">
        <a:solidFill>
          <a:schemeClr val="tx1">
            <a:lumMod val="15000"/>
            <a:lumOff val="85000"/>
          </a:schemeClr>
        </a:solidFill>
      </a:ln>
    </cs:spPr>
  </cs:downBar>
  <cs:drop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35000"/>
            <a:lumOff val="65000"/>
          </a:schemeClr>
        </a:solidFill>
      </a:ln>
    </cs:spPr>
  </cs:dropLine>
  <cs:errorBar>
    <cs:lnRef idx="0"/>
    <cs:fillRef idx="0"/>
    <cs:effectRef idx="0"/>
    <cs:fontRef idx="minor">
      <a:schemeClr val="dk1"/>
    </cs:fontRef>
    <cs:spPr>
      <a:ln w="9525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dk1"/>
    </cs:fontRef>
  </cs:floor>
  <cs:gridlineMajor>
    <cs:lnRef idx="0"/>
    <cs:fillRef idx="0"/>
    <cs:effectRef idx="0"/>
    <cs:fontRef idx="minor">
      <a:schemeClr val="dk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dk1"/>
    </cs:fontRef>
    <cs:spPr>
      <a:ln>
        <a:solidFill>
          <a:schemeClr val="tx1">
            <a:lumMod val="5000"/>
            <a:lumOff val="95000"/>
          </a:schemeClr>
        </a:solidFill>
      </a:ln>
    </cs:spPr>
  </cs:gridlineMinor>
  <cs:hiLo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50000"/>
            <a:lumOff val="50000"/>
          </a:schemeClr>
        </a:solidFill>
      </a:ln>
    </cs:spPr>
  </cs:hiLoLine>
  <cs:leader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35000"/>
            <a:lumOff val="65000"/>
          </a:schemeClr>
        </a:solidFill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dk1"/>
    </cs:fontRef>
  </cs:plotArea>
  <cs:plotArea3D mods="allowNoFillOverride allowNoLineOverride">
    <cs:lnRef idx="0"/>
    <cs:fillRef idx="0"/>
    <cs:effectRef idx="0"/>
    <cs:fontRef idx="minor">
      <a:schemeClr val="dk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seriesAxis>
  <cs:series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2128" b="1" kern="1200" cap="all" spc="120" normalizeH="0" baseline="0"/>
  </cs:title>
  <cs:trendline>
    <cs:lnRef idx="0">
      <cs:styleClr val="auto"/>
    </cs:lnRef>
    <cs:fillRef idx="0"/>
    <cs:effectRef idx="0"/>
    <cs:fontRef idx="minor">
      <a:schemeClr val="dk1"/>
    </cs:fontRef>
    <cs:spPr>
      <a:ln w="19050" cap="rnd">
        <a:solidFill>
          <a:schemeClr val="phClr"/>
        </a:solidFill>
        <a:prstDash val="sysDash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064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65000"/>
            <a:lumOff val="3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dk1">
            <a:lumMod val="15000"/>
            <a:lumOff val="85000"/>
          </a:schemeClr>
        </a:solidFill>
        <a:round/>
      </a:ln>
    </cs:spPr>
    <cs:defRPr sz="1197" kern="1200"/>
  </cs:valueAxis>
  <cs:wall>
    <cs:lnRef idx="0"/>
    <cs:fillRef idx="0"/>
    <cs:effectRef idx="0"/>
    <cs:fontRef idx="minor">
      <a:schemeClr val="dk1"/>
    </cs:fontRef>
  </cs:wall>
</cs:chartStyle>
</file>

<file path=ppt/charts/style16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7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8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9.xml><?xml version="1.0" encoding="utf-8"?>
<cs:chartStyle xmlns:cs="http://schemas.microsoft.com/office/drawing/2012/chartStyle" xmlns:a="http://schemas.openxmlformats.org/drawingml/2006/main" id="298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197" kern="1200" cap="all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64" kern="1200" cap="all" spc="120" normalizeH="0" baseline="0"/>
  </cs:categoryAxis>
  <cs:chartArea mods="allowNoFillOverride allowNoLineOverride">
    <cs:lnRef idx="0"/>
    <cs:fillRef idx="0"/>
    <cs:effectRef idx="0"/>
    <cs:fontRef idx="minor">
      <a:schemeClr val="dk1"/>
    </cs:fontRef>
    <cs:spPr>
      <a:solidFill>
        <a:schemeClr val="lt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lt1"/>
    </cs:fontRef>
    <cs:defRPr sz="1197" b="0" i="0" u="none" strike="noStrike" kern="1200" baseline="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0">
      <cs:styleClr val="auto"/>
    </cs:fillRef>
    <cs:effectRef idx="0"/>
    <cs:fontRef idx="minor">
      <a:schemeClr val="dk1"/>
    </cs:fontRef>
    <cs:spPr>
      <a:solidFill>
        <a:schemeClr val="phClr"/>
      </a:solidFill>
    </cs:spPr>
  </cs:dataPoint>
  <cs:dataPoint3D>
    <cs:lnRef idx="0"/>
    <cs:fillRef idx="0">
      <cs:styleClr val="auto"/>
    </cs:fillRef>
    <cs:effectRef idx="0"/>
    <cs:fontRef idx="minor">
      <a:schemeClr val="dk1"/>
    </cs:fontRef>
    <cs:spPr>
      <a:solidFill>
        <a:schemeClr val="phClr"/>
      </a:solidFill>
    </cs:spPr>
  </cs:dataPoint3D>
  <cs:dataPointLine>
    <cs:lnRef idx="0">
      <cs:styleClr val="auto"/>
    </cs:lnRef>
    <cs:fillRef idx="0"/>
    <cs:effectRef idx="0"/>
    <cs:fontRef idx="minor">
      <a:schemeClr val="dk1"/>
    </cs:fontRef>
    <cs:spPr>
      <a:ln w="2222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0">
      <cs:styleClr val="auto"/>
    </cs:fillRef>
    <cs:effectRef idx="0"/>
    <cs:fontRef idx="minor">
      <a:schemeClr val="dk1"/>
    </cs:fontRef>
    <cs:spPr>
      <a:solidFill>
        <a:schemeClr val="phClr"/>
      </a:solidFill>
      <a:ln w="9525">
        <a:solidFill>
          <a:schemeClr val="phClr"/>
        </a:solidFill>
        <a:round/>
      </a:ln>
    </cs:spPr>
  </cs:dataPointMarker>
  <cs:dataPointMarkerLayout size="6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ln w="9525">
        <a:solidFill>
          <a:schemeClr val="tx1">
            <a:lumMod val="15000"/>
            <a:lumOff val="85000"/>
          </a:schemeClr>
        </a:solidFill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75000"/>
          <a:lumOff val="25000"/>
        </a:schemeClr>
      </a:solidFill>
      <a:ln w="9525">
        <a:solidFill>
          <a:schemeClr val="tx1">
            <a:lumMod val="15000"/>
            <a:lumOff val="85000"/>
          </a:schemeClr>
        </a:solidFill>
      </a:ln>
    </cs:spPr>
  </cs:downBar>
  <cs:drop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35000"/>
            <a:lumOff val="65000"/>
          </a:schemeClr>
        </a:solidFill>
      </a:ln>
    </cs:spPr>
  </cs:dropLine>
  <cs:errorBar>
    <cs:lnRef idx="0"/>
    <cs:fillRef idx="0"/>
    <cs:effectRef idx="0"/>
    <cs:fontRef idx="minor">
      <a:schemeClr val="dk1"/>
    </cs:fontRef>
    <cs:spPr>
      <a:ln w="9525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dk1"/>
    </cs:fontRef>
  </cs:floor>
  <cs:gridlineMajor>
    <cs:lnRef idx="0"/>
    <cs:fillRef idx="0"/>
    <cs:effectRef idx="0"/>
    <cs:fontRef idx="minor">
      <a:schemeClr val="dk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dk1"/>
    </cs:fontRef>
    <cs:spPr>
      <a:ln>
        <a:solidFill>
          <a:schemeClr val="tx1">
            <a:lumMod val="5000"/>
            <a:lumOff val="95000"/>
          </a:schemeClr>
        </a:solidFill>
      </a:ln>
    </cs:spPr>
  </cs:gridlineMinor>
  <cs:hiLo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50000"/>
            <a:lumOff val="50000"/>
          </a:schemeClr>
        </a:solidFill>
      </a:ln>
    </cs:spPr>
  </cs:hiLoLine>
  <cs:leader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35000"/>
            <a:lumOff val="65000"/>
          </a:schemeClr>
        </a:solidFill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dk1"/>
    </cs:fontRef>
  </cs:plotArea>
  <cs:plotArea3D mods="allowNoFillOverride allowNoLineOverride">
    <cs:lnRef idx="0"/>
    <cs:fillRef idx="0"/>
    <cs:effectRef idx="0"/>
    <cs:fontRef idx="minor">
      <a:schemeClr val="dk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seriesAxis>
  <cs:series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2128" b="1" kern="1200" cap="all" spc="120" normalizeH="0" baseline="0"/>
  </cs:title>
  <cs:trendline>
    <cs:lnRef idx="0">
      <cs:styleClr val="auto"/>
    </cs:lnRef>
    <cs:fillRef idx="0"/>
    <cs:effectRef idx="0"/>
    <cs:fontRef idx="minor">
      <a:schemeClr val="dk1"/>
    </cs:fontRef>
    <cs:spPr>
      <a:ln w="19050" cap="rnd">
        <a:solidFill>
          <a:schemeClr val="phClr"/>
        </a:solidFill>
        <a:prstDash val="sysDash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064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65000"/>
            <a:lumOff val="3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dk1">
            <a:lumMod val="15000"/>
            <a:lumOff val="85000"/>
          </a:schemeClr>
        </a:solidFill>
        <a:round/>
      </a:ln>
    </cs:spPr>
    <cs:defRPr sz="1197" kern="1200"/>
  </cs:valueAxis>
  <cs:wall>
    <cs:lnRef idx="0"/>
    <cs:fillRef idx="0"/>
    <cs:effectRef idx="0"/>
    <cs:fontRef idx="minor">
      <a:schemeClr val="dk1"/>
    </cs:fontRef>
  </cs:wall>
</cs:chartStyle>
</file>

<file path=ppt/charts/style20.xml><?xml version="1.0" encoding="utf-8"?>
<cs:chartStyle xmlns:cs="http://schemas.microsoft.com/office/drawing/2012/chartStyle" xmlns:a="http://schemas.openxmlformats.org/drawingml/2006/main" id="298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197" kern="1200" cap="all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64" kern="1200" cap="all" spc="120" normalizeH="0" baseline="0"/>
  </cs:categoryAxis>
  <cs:chartArea mods="allowNoFillOverride allowNoLineOverride">
    <cs:lnRef idx="0"/>
    <cs:fillRef idx="0"/>
    <cs:effectRef idx="0"/>
    <cs:fontRef idx="minor">
      <a:schemeClr val="dk1"/>
    </cs:fontRef>
    <cs:spPr>
      <a:solidFill>
        <a:schemeClr val="lt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lt1"/>
    </cs:fontRef>
    <cs:defRPr sz="1197" b="0" i="0" u="none" strike="noStrike" kern="1200" baseline="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0">
      <cs:styleClr val="auto"/>
    </cs:fillRef>
    <cs:effectRef idx="0"/>
    <cs:fontRef idx="minor">
      <a:schemeClr val="dk1"/>
    </cs:fontRef>
    <cs:spPr>
      <a:solidFill>
        <a:schemeClr val="phClr"/>
      </a:solidFill>
    </cs:spPr>
  </cs:dataPoint>
  <cs:dataPoint3D>
    <cs:lnRef idx="0"/>
    <cs:fillRef idx="0">
      <cs:styleClr val="auto"/>
    </cs:fillRef>
    <cs:effectRef idx="0"/>
    <cs:fontRef idx="minor">
      <a:schemeClr val="dk1"/>
    </cs:fontRef>
    <cs:spPr>
      <a:solidFill>
        <a:schemeClr val="phClr"/>
      </a:solidFill>
    </cs:spPr>
  </cs:dataPoint3D>
  <cs:dataPointLine>
    <cs:lnRef idx="0">
      <cs:styleClr val="auto"/>
    </cs:lnRef>
    <cs:fillRef idx="0"/>
    <cs:effectRef idx="0"/>
    <cs:fontRef idx="minor">
      <a:schemeClr val="dk1"/>
    </cs:fontRef>
    <cs:spPr>
      <a:ln w="2222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0">
      <cs:styleClr val="auto"/>
    </cs:fillRef>
    <cs:effectRef idx="0"/>
    <cs:fontRef idx="minor">
      <a:schemeClr val="dk1"/>
    </cs:fontRef>
    <cs:spPr>
      <a:solidFill>
        <a:schemeClr val="phClr"/>
      </a:solidFill>
      <a:ln w="9525">
        <a:solidFill>
          <a:schemeClr val="phClr"/>
        </a:solidFill>
        <a:round/>
      </a:ln>
    </cs:spPr>
  </cs:dataPointMarker>
  <cs:dataPointMarkerLayout size="6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ln w="9525">
        <a:solidFill>
          <a:schemeClr val="tx1">
            <a:lumMod val="15000"/>
            <a:lumOff val="85000"/>
          </a:schemeClr>
        </a:solidFill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75000"/>
          <a:lumOff val="25000"/>
        </a:schemeClr>
      </a:solidFill>
      <a:ln w="9525">
        <a:solidFill>
          <a:schemeClr val="tx1">
            <a:lumMod val="15000"/>
            <a:lumOff val="85000"/>
          </a:schemeClr>
        </a:solidFill>
      </a:ln>
    </cs:spPr>
  </cs:downBar>
  <cs:drop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35000"/>
            <a:lumOff val="65000"/>
          </a:schemeClr>
        </a:solidFill>
      </a:ln>
    </cs:spPr>
  </cs:dropLine>
  <cs:errorBar>
    <cs:lnRef idx="0"/>
    <cs:fillRef idx="0"/>
    <cs:effectRef idx="0"/>
    <cs:fontRef idx="minor">
      <a:schemeClr val="dk1"/>
    </cs:fontRef>
    <cs:spPr>
      <a:ln w="9525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dk1"/>
    </cs:fontRef>
  </cs:floor>
  <cs:gridlineMajor>
    <cs:lnRef idx="0"/>
    <cs:fillRef idx="0"/>
    <cs:effectRef idx="0"/>
    <cs:fontRef idx="minor">
      <a:schemeClr val="dk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dk1"/>
    </cs:fontRef>
    <cs:spPr>
      <a:ln>
        <a:solidFill>
          <a:schemeClr val="tx1">
            <a:lumMod val="5000"/>
            <a:lumOff val="95000"/>
          </a:schemeClr>
        </a:solidFill>
      </a:ln>
    </cs:spPr>
  </cs:gridlineMinor>
  <cs:hiLo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50000"/>
            <a:lumOff val="50000"/>
          </a:schemeClr>
        </a:solidFill>
      </a:ln>
    </cs:spPr>
  </cs:hiLoLine>
  <cs:leader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35000"/>
            <a:lumOff val="65000"/>
          </a:schemeClr>
        </a:solidFill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dk1"/>
    </cs:fontRef>
  </cs:plotArea>
  <cs:plotArea3D mods="allowNoFillOverride allowNoLineOverride">
    <cs:lnRef idx="0"/>
    <cs:fillRef idx="0"/>
    <cs:effectRef idx="0"/>
    <cs:fontRef idx="minor">
      <a:schemeClr val="dk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seriesAxis>
  <cs:series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2128" b="1" kern="1200" cap="all" spc="120" normalizeH="0" baseline="0"/>
  </cs:title>
  <cs:trendline>
    <cs:lnRef idx="0">
      <cs:styleClr val="auto"/>
    </cs:lnRef>
    <cs:fillRef idx="0"/>
    <cs:effectRef idx="0"/>
    <cs:fontRef idx="minor">
      <a:schemeClr val="dk1"/>
    </cs:fontRef>
    <cs:spPr>
      <a:ln w="19050" cap="rnd">
        <a:solidFill>
          <a:schemeClr val="phClr"/>
        </a:solidFill>
        <a:prstDash val="sysDash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064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65000"/>
            <a:lumOff val="3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dk1">
            <a:lumMod val="15000"/>
            <a:lumOff val="85000"/>
          </a:schemeClr>
        </a:solidFill>
        <a:round/>
      </a:ln>
    </cs:spPr>
    <cs:defRPr sz="1197" kern="1200"/>
  </cs:valueAxis>
  <cs:wall>
    <cs:lnRef idx="0"/>
    <cs:fillRef idx="0"/>
    <cs:effectRef idx="0"/>
    <cs:fontRef idx="minor">
      <a:schemeClr val="dk1"/>
    </cs:fontRef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89245EE-EF44-448C-B390-217F9D881779}" type="datetimeFigureOut">
              <a:rPr lang="pt-BR" smtClean="0"/>
              <a:t>19/10/2026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7F80D8A-1E00-4A2A-88B3-6582234B067C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7481482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7F80D8A-1E00-4A2A-88B3-6582234B067C}" type="slidenum">
              <a:rPr lang="pt-BR" smtClean="0"/>
              <a:t>14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3053067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B44667C-1779-915A-9A58-07692E38C03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970F7840-2ED8-C090-B013-3045B02CABD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81B0C983-51AB-2547-D278-5014C7BF3E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62E813-B8A4-40BB-9E27-ACD8514DD00E}" type="datetimeFigureOut">
              <a:rPr lang="pt-BR" smtClean="0"/>
              <a:t>19/10/2026</a:t>
            </a:fld>
            <a:endParaRPr lang="pt-BR" dirty="0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353F8875-8D6E-A49C-9D96-5C00932D58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22570FB-1546-C81A-61BE-BCC4B525B3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D46A9D-29C6-4592-B4F6-CE84A197136E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9068694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68F619C-A085-9A39-6580-FBF22239CF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6D9218D9-73A5-5607-523C-A8A9069615C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A245548A-C663-60E9-0525-77AAF95D1E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62E813-B8A4-40BB-9E27-ACD8514DD00E}" type="datetimeFigureOut">
              <a:rPr lang="pt-BR" smtClean="0"/>
              <a:t>19/10/2026</a:t>
            </a:fld>
            <a:endParaRPr lang="pt-BR" dirty="0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23D34AE8-9DA7-6CB9-5437-B1AE97974D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A0BBA2AA-54B2-8A08-52F1-E56F0A1295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D46A9D-29C6-4592-B4F6-CE84A197136E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51012168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4041A84-0A01-88C2-2FEC-9E0866B2F5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826DC73D-D277-B614-64FB-29A881F7CEC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5BC2B70A-1426-A1D8-9D9A-44A2B69FE2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62E813-B8A4-40BB-9E27-ACD8514DD00E}" type="datetimeFigureOut">
              <a:rPr lang="pt-BR" smtClean="0"/>
              <a:t>19/10/2026</a:t>
            </a:fld>
            <a:endParaRPr lang="pt-BR" dirty="0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00B4DBAD-38E3-FFCB-7F72-D494724C26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7BAF5775-177E-C2FD-EBF9-367699AD0C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D46A9D-29C6-4592-B4F6-CE84A197136E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83775047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5C6AEF5-9A4E-1E14-31AD-C812C3E431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CB303929-F888-E25E-664E-3319CAE95C7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9AE4F04F-7FBE-B94D-EF3F-CFE4E9FBE63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6EB75313-18DB-1BEF-BB75-0BEB09D867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62E813-B8A4-40BB-9E27-ACD8514DD00E}" type="datetimeFigureOut">
              <a:rPr lang="pt-BR" smtClean="0"/>
              <a:t>19/10/2026</a:t>
            </a:fld>
            <a:endParaRPr lang="pt-BR" dirty="0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F0DDA59D-804E-3F6A-1102-54071638BB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92B0B1DC-2183-9577-99E6-9A51624A99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D46A9D-29C6-4592-B4F6-CE84A197136E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00925915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7D70268-943B-CD3F-54C4-351885B125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1EE5216E-A0DC-C3BA-EF8A-3A83FB82EAC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63F4B113-E8F0-02F2-2A8D-2D497A278E5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83F50F49-8E00-576C-A19F-4480568DF45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C8FB761D-0C60-C999-A700-6C55FD59CCC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5FB9C745-6A90-6129-2D91-72DECD7DE5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62E813-B8A4-40BB-9E27-ACD8514DD00E}" type="datetimeFigureOut">
              <a:rPr lang="pt-BR" smtClean="0"/>
              <a:t>19/10/2026</a:t>
            </a:fld>
            <a:endParaRPr lang="pt-BR" dirty="0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5658E8B3-48E2-4C72-D9C9-C436087487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95C75CC9-9345-A727-A0A0-B69949D38B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D46A9D-29C6-4592-B4F6-CE84A197136E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3216392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B5F7CF9-3460-73C6-B668-1540700840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6963CECB-0D98-FB33-D798-BA017AD0AD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62E813-B8A4-40BB-9E27-ACD8514DD00E}" type="datetimeFigureOut">
              <a:rPr lang="pt-BR" smtClean="0"/>
              <a:t>19/10/2026</a:t>
            </a:fld>
            <a:endParaRPr lang="pt-BR" dirty="0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18743CC6-C236-AAC5-0162-FD508FCA69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F92577B5-DC71-5575-F278-88ADA068EC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D46A9D-29C6-4592-B4F6-CE84A197136E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65947949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218DBE7A-F360-711A-2ADD-0BE02B4035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62E813-B8A4-40BB-9E27-ACD8514DD00E}" type="datetimeFigureOut">
              <a:rPr lang="pt-BR" smtClean="0"/>
              <a:t>19/10/2026</a:t>
            </a:fld>
            <a:endParaRPr lang="pt-BR" dirty="0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052C6401-B6B5-5BD3-A40E-0C24E2BBDC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BCB61B61-EE28-097A-EE1D-8C816F94C7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D46A9D-29C6-4592-B4F6-CE84A197136E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61075494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01835FD-03DD-1621-4A2D-E935611FF2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D0294484-D149-CBD1-69D3-BD2E773E6AB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69B06622-2452-682C-C833-AA988ABBDCF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87E1C842-C711-6708-F040-97BD007CEC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62E813-B8A4-40BB-9E27-ACD8514DD00E}" type="datetimeFigureOut">
              <a:rPr lang="pt-BR" smtClean="0"/>
              <a:t>19/10/2026</a:t>
            </a:fld>
            <a:endParaRPr lang="pt-BR" dirty="0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57814B53-BC52-5921-D41E-5CE4BFC245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EF76A38B-91AA-D6C8-2BE8-3C7F828076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D46A9D-29C6-4592-B4F6-CE84A197136E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80379726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7124F7C-161A-FCD3-F40E-AAC0C9BA8B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0579FFB9-31C0-32AC-086D-749C798D7E1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 dirty="0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EC4C321C-2788-471F-72EC-C8BBCD24171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72C7916B-F7D5-C78E-3DC1-EB760939C0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62E813-B8A4-40BB-9E27-ACD8514DD00E}" type="datetimeFigureOut">
              <a:rPr lang="pt-BR" smtClean="0"/>
              <a:t>19/10/2026</a:t>
            </a:fld>
            <a:endParaRPr lang="pt-BR" dirty="0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437FEC02-8419-6475-B7DA-11D88A8E3D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E11D4D07-7272-6A2F-0F82-851A8BCF98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D46A9D-29C6-4592-B4F6-CE84A197136E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08722120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C86EEDF-640D-48A6-E7ED-A09E3B2984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4AC36AC4-2199-1A24-D590-05B5F674F68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EAC3053D-B7CA-D1CD-880D-DE397C1E1E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62E813-B8A4-40BB-9E27-ACD8514DD00E}" type="datetimeFigureOut">
              <a:rPr lang="pt-BR" smtClean="0"/>
              <a:t>19/10/2026</a:t>
            </a:fld>
            <a:endParaRPr lang="pt-BR" dirty="0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7C52112-DBEA-44CD-DA8F-9185B64DA9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327F6235-9C47-E2DF-E2E4-7905F2F10C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D46A9D-29C6-4592-B4F6-CE84A197136E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47244846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213CC2E6-4EF2-7D0C-8A36-42DAB41FBDE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35D5126D-6858-0E33-9ACF-30BB0FF94E4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C6E277D4-69CE-313C-FD1E-83530E0AD3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62E813-B8A4-40BB-9E27-ACD8514DD00E}" type="datetimeFigureOut">
              <a:rPr lang="pt-BR" smtClean="0"/>
              <a:t>19/10/2026</a:t>
            </a:fld>
            <a:endParaRPr lang="pt-BR" dirty="0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3120995D-3DD7-5A1B-A851-132C703C35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1A4E9136-675D-0C68-118D-C575F5DAE3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D46A9D-29C6-4592-B4F6-CE84A197136E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9657116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A0975BED-518B-5053-2D39-FD7466A4C4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4F4B80A4-34C3-C446-C8D3-B30E9D07C85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7DF6A3F9-1AE9-D8FB-AE3E-AD7A9C9E71F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262E813-B8A4-40BB-9E27-ACD8514DD00E}" type="datetimeFigureOut">
              <a:rPr lang="pt-BR" smtClean="0"/>
              <a:t>19/10/2026</a:t>
            </a:fld>
            <a:endParaRPr lang="pt-BR" dirty="0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82AF87F7-73B1-2F68-0E3D-E10643686BD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 dirty="0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EAB79649-65E7-0E68-563D-9B43B6E0373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5D46A9D-29C6-4592-B4F6-CE84A197136E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17616325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4" Type="http://schemas.openxmlformats.org/officeDocument/2006/relationships/chart" Target="../charts/char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.xml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5" Type="http://schemas.openxmlformats.org/officeDocument/2006/relationships/chart" Target="../charts/chart5.xml"/><Relationship Id="rId4" Type="http://schemas.openxmlformats.org/officeDocument/2006/relationships/chart" Target="../charts/chart4.xml"/></Relationships>
</file>

<file path=ppt/slides/_rels/slide6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chart" Target="../charts/chart6.xml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4" Type="http://schemas.openxmlformats.org/officeDocument/2006/relationships/chart" Target="../charts/char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chart" Target="../charts/chart8.xml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5" Type="http://schemas.openxmlformats.org/officeDocument/2006/relationships/chart" Target="../charts/chart10.xml"/><Relationship Id="rId4" Type="http://schemas.openxmlformats.org/officeDocument/2006/relationships/chart" Target="../charts/chart9.xml"/></Relationships>
</file>

<file path=ppt/slides/_rels/slide9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1.xml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4" Type="http://schemas.openxmlformats.org/officeDocument/2006/relationships/chart" Target="../charts/chart1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3.xml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5" Type="http://schemas.openxmlformats.org/officeDocument/2006/relationships/chart" Target="../charts/chart15.xml"/><Relationship Id="rId4" Type="http://schemas.openxmlformats.org/officeDocument/2006/relationships/chart" Target="../charts/chart14.xml"/></Relationships>
</file>

<file path=ppt/slides/_rels/slide12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6.xml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4" Type="http://schemas.openxmlformats.org/officeDocument/2006/relationships/chart" Target="../charts/chart1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chart" Target="../charts/chart20.xml"/><Relationship Id="rId5" Type="http://schemas.openxmlformats.org/officeDocument/2006/relationships/chart" Target="../charts/chart19.xml"/><Relationship Id="rId4" Type="http://schemas.openxmlformats.org/officeDocument/2006/relationships/chart" Target="../charts/chart18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3000">
              <a:srgbClr val="002060"/>
            </a:gs>
            <a:gs pos="61000">
              <a:schemeClr val="accent5">
                <a:lumMod val="75000"/>
              </a:schemeClr>
            </a:gs>
          </a:gsLst>
          <a:lin ang="108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Retângulo: Cantos Arredondados 20">
            <a:extLst>
              <a:ext uri="{FF2B5EF4-FFF2-40B4-BE49-F238E27FC236}">
                <a16:creationId xmlns:a16="http://schemas.microsoft.com/office/drawing/2014/main" id="{D9B7EF7A-7DD1-8797-9CDB-D42DC05CB1F6}"/>
              </a:ext>
            </a:extLst>
          </p:cNvPr>
          <p:cNvSpPr/>
          <p:nvPr/>
        </p:nvSpPr>
        <p:spPr>
          <a:xfrm>
            <a:off x="1362258" y="5956397"/>
            <a:ext cx="2248329" cy="319990"/>
          </a:xfrm>
          <a:prstGeom prst="roundRect">
            <a:avLst>
              <a:gd name="adj" fmla="val 42683"/>
            </a:avLst>
          </a:prstGeom>
          <a:solidFill>
            <a:schemeClr val="bg1">
              <a:alpha val="21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D0C35198-21E9-7780-50CF-D3C1559A87F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77233" y="1878717"/>
            <a:ext cx="9144000" cy="2219149"/>
          </a:xfrm>
        </p:spPr>
        <p:txBody>
          <a:bodyPr>
            <a:normAutofit/>
          </a:bodyPr>
          <a:lstStyle/>
          <a:p>
            <a:pPr algn="l"/>
            <a:r>
              <a:rPr lang="pt-BR" sz="6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RELATÓRIO </a:t>
            </a:r>
            <a:br>
              <a:rPr lang="pt-BR" sz="6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endParaRPr lang="pt-BR" sz="6600" b="1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Título 1">
            <a:extLst>
              <a:ext uri="{FF2B5EF4-FFF2-40B4-BE49-F238E27FC236}">
                <a16:creationId xmlns:a16="http://schemas.microsoft.com/office/drawing/2014/main" id="{DAAA4997-7826-4F55-37AE-1D2B4B0C46B4}"/>
              </a:ext>
            </a:extLst>
          </p:cNvPr>
          <p:cNvSpPr txBox="1">
            <a:spLocks/>
          </p:cNvSpPr>
          <p:nvPr/>
        </p:nvSpPr>
        <p:spPr>
          <a:xfrm>
            <a:off x="1177233" y="2471385"/>
            <a:ext cx="9144000" cy="2219149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pt-BR" sz="3600" b="1" dirty="0">
                <a:solidFill>
                  <a:schemeClr val="accent4">
                    <a:lumMod val="60000"/>
                    <a:lumOff val="4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SEMANAL </a:t>
            </a:r>
          </a:p>
        </p:txBody>
      </p:sp>
      <p:sp>
        <p:nvSpPr>
          <p:cNvPr id="5" name="Título 1">
            <a:extLst>
              <a:ext uri="{FF2B5EF4-FFF2-40B4-BE49-F238E27FC236}">
                <a16:creationId xmlns:a16="http://schemas.microsoft.com/office/drawing/2014/main" id="{DA725FB1-BEAA-D8EA-D9C9-9B8D50154A9E}"/>
              </a:ext>
            </a:extLst>
          </p:cNvPr>
          <p:cNvSpPr txBox="1">
            <a:spLocks/>
          </p:cNvSpPr>
          <p:nvPr/>
        </p:nvSpPr>
        <p:spPr>
          <a:xfrm>
            <a:off x="2115879" y="4778396"/>
            <a:ext cx="9144000" cy="55686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pt-BR" sz="20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Setembro 2026</a:t>
            </a:r>
            <a:endParaRPr lang="pt-BR" sz="320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Título 1">
            <a:extLst>
              <a:ext uri="{FF2B5EF4-FFF2-40B4-BE49-F238E27FC236}">
                <a16:creationId xmlns:a16="http://schemas.microsoft.com/office/drawing/2014/main" id="{A90514CF-FD6C-D0CE-5DAF-FC712ABBFA98}"/>
              </a:ext>
            </a:extLst>
          </p:cNvPr>
          <p:cNvSpPr txBox="1">
            <a:spLocks/>
          </p:cNvSpPr>
          <p:nvPr/>
        </p:nvSpPr>
        <p:spPr>
          <a:xfrm>
            <a:off x="1177233" y="1618191"/>
            <a:ext cx="9144000" cy="55686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pt-BR" sz="18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Monitorias e Feedbacks</a:t>
            </a:r>
          </a:p>
        </p:txBody>
      </p:sp>
      <p:cxnSp>
        <p:nvCxnSpPr>
          <p:cNvPr id="10" name="Conector reto 9">
            <a:extLst>
              <a:ext uri="{FF2B5EF4-FFF2-40B4-BE49-F238E27FC236}">
                <a16:creationId xmlns:a16="http://schemas.microsoft.com/office/drawing/2014/main" id="{E7CDE282-6D37-ADCD-BC23-245D0D2717DD}"/>
              </a:ext>
            </a:extLst>
          </p:cNvPr>
          <p:cNvCxnSpPr>
            <a:cxnSpLocks/>
          </p:cNvCxnSpPr>
          <p:nvPr/>
        </p:nvCxnSpPr>
        <p:spPr>
          <a:xfrm>
            <a:off x="770663" y="1421259"/>
            <a:ext cx="0" cy="4019107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Elipse 10">
            <a:extLst>
              <a:ext uri="{FF2B5EF4-FFF2-40B4-BE49-F238E27FC236}">
                <a16:creationId xmlns:a16="http://schemas.microsoft.com/office/drawing/2014/main" id="{BA24F666-9D27-8354-F7A0-97A1B18F7B3C}"/>
              </a:ext>
            </a:extLst>
          </p:cNvPr>
          <p:cNvSpPr/>
          <p:nvPr/>
        </p:nvSpPr>
        <p:spPr>
          <a:xfrm>
            <a:off x="7947377" y="-1082856"/>
            <a:ext cx="5000980" cy="5000980"/>
          </a:xfrm>
          <a:prstGeom prst="ellipse">
            <a:avLst/>
          </a:prstGeom>
          <a:solidFill>
            <a:srgbClr val="194E8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12" name="Título 1">
            <a:extLst>
              <a:ext uri="{FF2B5EF4-FFF2-40B4-BE49-F238E27FC236}">
                <a16:creationId xmlns:a16="http://schemas.microsoft.com/office/drawing/2014/main" id="{7606BDFD-9C72-0DB8-CE82-298C895D32A0}"/>
              </a:ext>
            </a:extLst>
          </p:cNvPr>
          <p:cNvSpPr txBox="1">
            <a:spLocks/>
          </p:cNvSpPr>
          <p:nvPr/>
        </p:nvSpPr>
        <p:spPr>
          <a:xfrm>
            <a:off x="1469486" y="5883696"/>
            <a:ext cx="1998133" cy="39053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pt-BR" sz="1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Operações Digital</a:t>
            </a:r>
          </a:p>
        </p:txBody>
      </p:sp>
      <p:sp>
        <p:nvSpPr>
          <p:cNvPr id="13" name="Título 1">
            <a:extLst>
              <a:ext uri="{FF2B5EF4-FFF2-40B4-BE49-F238E27FC236}">
                <a16:creationId xmlns:a16="http://schemas.microsoft.com/office/drawing/2014/main" id="{5BEFBB8C-5A76-76AF-878C-8F412CEEDF75}"/>
              </a:ext>
            </a:extLst>
          </p:cNvPr>
          <p:cNvSpPr txBox="1">
            <a:spLocks/>
          </p:cNvSpPr>
          <p:nvPr/>
        </p:nvSpPr>
        <p:spPr>
          <a:xfrm>
            <a:off x="3753556" y="5901265"/>
            <a:ext cx="1998133" cy="39053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endParaRPr lang="pt-BR" sz="160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4" name="Título 1">
            <a:extLst>
              <a:ext uri="{FF2B5EF4-FFF2-40B4-BE49-F238E27FC236}">
                <a16:creationId xmlns:a16="http://schemas.microsoft.com/office/drawing/2014/main" id="{CA7B92B7-C10C-9170-686C-619A358C3EDA}"/>
              </a:ext>
            </a:extLst>
          </p:cNvPr>
          <p:cNvSpPr txBox="1">
            <a:spLocks/>
          </p:cNvSpPr>
          <p:nvPr/>
        </p:nvSpPr>
        <p:spPr>
          <a:xfrm>
            <a:off x="4120444" y="5885738"/>
            <a:ext cx="1707442" cy="39053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pt-BR"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Central de Ajuda</a:t>
            </a:r>
          </a:p>
        </p:txBody>
      </p:sp>
      <p:sp>
        <p:nvSpPr>
          <p:cNvPr id="15" name="Título 1">
            <a:extLst>
              <a:ext uri="{FF2B5EF4-FFF2-40B4-BE49-F238E27FC236}">
                <a16:creationId xmlns:a16="http://schemas.microsoft.com/office/drawing/2014/main" id="{D8388B6F-26C0-E8B5-C3B2-F7B433F03866}"/>
              </a:ext>
            </a:extLst>
          </p:cNvPr>
          <p:cNvSpPr txBox="1">
            <a:spLocks/>
          </p:cNvSpPr>
          <p:nvPr/>
        </p:nvSpPr>
        <p:spPr>
          <a:xfrm>
            <a:off x="6386612" y="5864793"/>
            <a:ext cx="739420" cy="39053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pt-BR"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Chat</a:t>
            </a:r>
          </a:p>
        </p:txBody>
      </p:sp>
      <p:sp>
        <p:nvSpPr>
          <p:cNvPr id="16" name="Título 1">
            <a:extLst>
              <a:ext uri="{FF2B5EF4-FFF2-40B4-BE49-F238E27FC236}">
                <a16:creationId xmlns:a16="http://schemas.microsoft.com/office/drawing/2014/main" id="{D0F93BBA-E770-0B22-E5D8-7C404A0D454B}"/>
              </a:ext>
            </a:extLst>
          </p:cNvPr>
          <p:cNvSpPr txBox="1">
            <a:spLocks/>
          </p:cNvSpPr>
          <p:nvPr/>
        </p:nvSpPr>
        <p:spPr>
          <a:xfrm>
            <a:off x="7374461" y="5883695"/>
            <a:ext cx="1533870" cy="39053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pt-BR"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Consumidor.gov</a:t>
            </a:r>
          </a:p>
        </p:txBody>
      </p:sp>
      <p:sp>
        <p:nvSpPr>
          <p:cNvPr id="17" name="Retângulo: Cantos Arredondados 16">
            <a:extLst>
              <a:ext uri="{FF2B5EF4-FFF2-40B4-BE49-F238E27FC236}">
                <a16:creationId xmlns:a16="http://schemas.microsoft.com/office/drawing/2014/main" id="{E533871F-8317-6F72-69E0-F732373A9CF4}"/>
              </a:ext>
            </a:extLst>
          </p:cNvPr>
          <p:cNvSpPr/>
          <p:nvPr/>
        </p:nvSpPr>
        <p:spPr>
          <a:xfrm>
            <a:off x="1168400" y="5901265"/>
            <a:ext cx="9855200" cy="447587"/>
          </a:xfrm>
          <a:prstGeom prst="roundRect">
            <a:avLst>
              <a:gd name="adj" fmla="val 42683"/>
            </a:avLst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18" name="Título 1">
            <a:extLst>
              <a:ext uri="{FF2B5EF4-FFF2-40B4-BE49-F238E27FC236}">
                <a16:creationId xmlns:a16="http://schemas.microsoft.com/office/drawing/2014/main" id="{DE706286-D960-53B5-5D40-39BC04E97E30}"/>
              </a:ext>
            </a:extLst>
          </p:cNvPr>
          <p:cNvSpPr txBox="1">
            <a:spLocks/>
          </p:cNvSpPr>
          <p:nvPr/>
        </p:nvSpPr>
        <p:spPr>
          <a:xfrm>
            <a:off x="3590232" y="5822126"/>
            <a:ext cx="366888" cy="39053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|</a:t>
            </a:r>
          </a:p>
        </p:txBody>
      </p:sp>
      <p:sp>
        <p:nvSpPr>
          <p:cNvPr id="19" name="Título 1">
            <a:extLst>
              <a:ext uri="{FF2B5EF4-FFF2-40B4-BE49-F238E27FC236}">
                <a16:creationId xmlns:a16="http://schemas.microsoft.com/office/drawing/2014/main" id="{2289849F-2484-731C-FE10-24CF16AD49ED}"/>
              </a:ext>
            </a:extLst>
          </p:cNvPr>
          <p:cNvSpPr txBox="1">
            <a:spLocks/>
          </p:cNvSpPr>
          <p:nvPr/>
        </p:nvSpPr>
        <p:spPr>
          <a:xfrm>
            <a:off x="5827886" y="5822125"/>
            <a:ext cx="366888" cy="39053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|</a:t>
            </a:r>
          </a:p>
        </p:txBody>
      </p:sp>
      <p:sp>
        <p:nvSpPr>
          <p:cNvPr id="20" name="Título 1">
            <a:extLst>
              <a:ext uri="{FF2B5EF4-FFF2-40B4-BE49-F238E27FC236}">
                <a16:creationId xmlns:a16="http://schemas.microsoft.com/office/drawing/2014/main" id="{4C19BD5A-A221-916E-E0A9-367FCCE9030F}"/>
              </a:ext>
            </a:extLst>
          </p:cNvPr>
          <p:cNvSpPr txBox="1">
            <a:spLocks/>
          </p:cNvSpPr>
          <p:nvPr/>
        </p:nvSpPr>
        <p:spPr>
          <a:xfrm>
            <a:off x="7066802" y="5865298"/>
            <a:ext cx="366888" cy="39053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|</a:t>
            </a:r>
          </a:p>
        </p:txBody>
      </p:sp>
      <p:sp>
        <p:nvSpPr>
          <p:cNvPr id="24" name="Elipse 23">
            <a:extLst>
              <a:ext uri="{FF2B5EF4-FFF2-40B4-BE49-F238E27FC236}">
                <a16:creationId xmlns:a16="http://schemas.microsoft.com/office/drawing/2014/main" id="{13F0455B-3641-40F4-95BA-84BFC54319ED}"/>
              </a:ext>
            </a:extLst>
          </p:cNvPr>
          <p:cNvSpPr/>
          <p:nvPr/>
        </p:nvSpPr>
        <p:spPr>
          <a:xfrm>
            <a:off x="690919" y="1896621"/>
            <a:ext cx="159488" cy="159488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pic>
        <p:nvPicPr>
          <p:cNvPr id="26" name="Imagem 25">
            <a:extLst>
              <a:ext uri="{FF2B5EF4-FFF2-40B4-BE49-F238E27FC236}">
                <a16:creationId xmlns:a16="http://schemas.microsoft.com/office/drawing/2014/main" id="{925310E8-91AC-2334-EEC2-64368966EC1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10000" b="90000" l="10000" r="9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7374460" y="1237010"/>
            <a:ext cx="5480601" cy="4019107"/>
          </a:xfrm>
          <a:prstGeom prst="rect">
            <a:avLst/>
          </a:prstGeom>
        </p:spPr>
      </p:pic>
      <p:pic>
        <p:nvPicPr>
          <p:cNvPr id="28" name="Imagem 27">
            <a:extLst>
              <a:ext uri="{FF2B5EF4-FFF2-40B4-BE49-F238E27FC236}">
                <a16:creationId xmlns:a16="http://schemas.microsoft.com/office/drawing/2014/main" id="{C51CC3E6-5A2B-3343-12E9-8389B370397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80290" y="2236217"/>
            <a:ext cx="5332261" cy="3435813"/>
          </a:xfrm>
          <a:prstGeom prst="rect">
            <a:avLst/>
          </a:prstGeom>
        </p:spPr>
      </p:pic>
      <p:cxnSp>
        <p:nvCxnSpPr>
          <p:cNvPr id="31" name="Conector reto 30">
            <a:extLst>
              <a:ext uri="{FF2B5EF4-FFF2-40B4-BE49-F238E27FC236}">
                <a16:creationId xmlns:a16="http://schemas.microsoft.com/office/drawing/2014/main" id="{1EEF303A-748B-ACE1-6572-9B9AA034D3BA}"/>
              </a:ext>
            </a:extLst>
          </p:cNvPr>
          <p:cNvCxnSpPr>
            <a:cxnSpLocks/>
          </p:cNvCxnSpPr>
          <p:nvPr/>
        </p:nvCxnSpPr>
        <p:spPr>
          <a:xfrm>
            <a:off x="1346873" y="5156790"/>
            <a:ext cx="769006" cy="0"/>
          </a:xfrm>
          <a:prstGeom prst="line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Elipse 31">
            <a:extLst>
              <a:ext uri="{FF2B5EF4-FFF2-40B4-BE49-F238E27FC236}">
                <a16:creationId xmlns:a16="http://schemas.microsoft.com/office/drawing/2014/main" id="{E5E13028-53BD-1678-A341-3B8C3A967720}"/>
              </a:ext>
            </a:extLst>
          </p:cNvPr>
          <p:cNvSpPr/>
          <p:nvPr/>
        </p:nvSpPr>
        <p:spPr>
          <a:xfrm>
            <a:off x="1267129" y="5073095"/>
            <a:ext cx="159488" cy="159488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33" name="Título 1">
            <a:extLst>
              <a:ext uri="{FF2B5EF4-FFF2-40B4-BE49-F238E27FC236}">
                <a16:creationId xmlns:a16="http://schemas.microsoft.com/office/drawing/2014/main" id="{3EC67C43-208D-B659-2866-D1829CF93E89}"/>
              </a:ext>
            </a:extLst>
          </p:cNvPr>
          <p:cNvSpPr txBox="1">
            <a:spLocks/>
          </p:cNvSpPr>
          <p:nvPr/>
        </p:nvSpPr>
        <p:spPr>
          <a:xfrm>
            <a:off x="1122318" y="1933886"/>
            <a:ext cx="9144000" cy="220027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pt-BR" sz="6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br>
              <a:rPr lang="pt-BR" sz="6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pt-BR" sz="6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OPERACIONAL</a:t>
            </a:r>
          </a:p>
        </p:txBody>
      </p:sp>
      <p:pic>
        <p:nvPicPr>
          <p:cNvPr id="25" name="Imagem 24">
            <a:extLst>
              <a:ext uri="{FF2B5EF4-FFF2-40B4-BE49-F238E27FC236}">
                <a16:creationId xmlns:a16="http://schemas.microsoft.com/office/drawing/2014/main" id="{8F103DBD-DAD2-4FE4-B5CC-941177F86FC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03156" y="368559"/>
            <a:ext cx="1505175" cy="598854"/>
          </a:xfrm>
          <a:prstGeom prst="rect">
            <a:avLst/>
          </a:prstGeom>
        </p:spPr>
      </p:pic>
      <p:sp>
        <p:nvSpPr>
          <p:cNvPr id="27" name="Título 1">
            <a:extLst>
              <a:ext uri="{FF2B5EF4-FFF2-40B4-BE49-F238E27FC236}">
                <a16:creationId xmlns:a16="http://schemas.microsoft.com/office/drawing/2014/main" id="{3F01F83B-7291-417E-871C-D603E30F3474}"/>
              </a:ext>
            </a:extLst>
          </p:cNvPr>
          <p:cNvSpPr txBox="1">
            <a:spLocks/>
          </p:cNvSpPr>
          <p:nvPr/>
        </p:nvSpPr>
        <p:spPr>
          <a:xfrm>
            <a:off x="8804667" y="5864793"/>
            <a:ext cx="366888" cy="39053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|</a:t>
            </a:r>
          </a:p>
        </p:txBody>
      </p:sp>
      <p:sp>
        <p:nvSpPr>
          <p:cNvPr id="34" name="Título 1">
            <a:extLst>
              <a:ext uri="{FF2B5EF4-FFF2-40B4-BE49-F238E27FC236}">
                <a16:creationId xmlns:a16="http://schemas.microsoft.com/office/drawing/2014/main" id="{41076838-B3CC-46F4-A4D5-71B4EFE8A007}"/>
              </a:ext>
            </a:extLst>
          </p:cNvPr>
          <p:cNvSpPr txBox="1">
            <a:spLocks/>
          </p:cNvSpPr>
          <p:nvPr/>
        </p:nvSpPr>
        <p:spPr>
          <a:xfrm>
            <a:off x="9156760" y="5901265"/>
            <a:ext cx="1533870" cy="39053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pt-BR"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Reclame Aqui</a:t>
            </a:r>
          </a:p>
        </p:txBody>
      </p:sp>
    </p:spTree>
    <p:extLst>
      <p:ext uri="{BB962C8B-B14F-4D97-AF65-F5344CB8AC3E}">
        <p14:creationId xmlns:p14="http://schemas.microsoft.com/office/powerpoint/2010/main" val="62423221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4942C4-360A-CA40-D07F-93ED55A4B2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Retângulo 90">
            <a:extLst>
              <a:ext uri="{FF2B5EF4-FFF2-40B4-BE49-F238E27FC236}">
                <a16:creationId xmlns:a16="http://schemas.microsoft.com/office/drawing/2014/main" id="{6025DE95-E3B5-424F-82FE-3F6F475566C7}"/>
              </a:ext>
            </a:extLst>
          </p:cNvPr>
          <p:cNvSpPr/>
          <p:nvPr/>
        </p:nvSpPr>
        <p:spPr>
          <a:xfrm>
            <a:off x="0" y="6294967"/>
            <a:ext cx="12192000" cy="627321"/>
          </a:xfrm>
          <a:prstGeom prst="rect">
            <a:avLst/>
          </a:prstGeom>
          <a:gradFill>
            <a:gsLst>
              <a:gs pos="3000">
                <a:srgbClr val="002060"/>
              </a:gs>
              <a:gs pos="61000">
                <a:schemeClr val="accent5">
                  <a:lumMod val="75000"/>
                </a:schemeClr>
              </a:gs>
            </a:gsLst>
            <a:lin ang="108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19" name="Retângulo: Cantos Arredondados 18">
            <a:extLst>
              <a:ext uri="{FF2B5EF4-FFF2-40B4-BE49-F238E27FC236}">
                <a16:creationId xmlns:a16="http://schemas.microsoft.com/office/drawing/2014/main" id="{B4C67EB2-4004-74F9-F7E8-424FA511C451}"/>
              </a:ext>
            </a:extLst>
          </p:cNvPr>
          <p:cNvSpPr/>
          <p:nvPr/>
        </p:nvSpPr>
        <p:spPr>
          <a:xfrm>
            <a:off x="5052300" y="194332"/>
            <a:ext cx="1418303" cy="193089"/>
          </a:xfrm>
          <a:prstGeom prst="roundRect">
            <a:avLst>
              <a:gd name="adj" fmla="val 42683"/>
            </a:avLst>
          </a:prstGeom>
          <a:solidFill>
            <a:schemeClr val="bg1">
              <a:alpha val="21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pic>
        <p:nvPicPr>
          <p:cNvPr id="18" name="Imagem 17">
            <a:extLst>
              <a:ext uri="{FF2B5EF4-FFF2-40B4-BE49-F238E27FC236}">
                <a16:creationId xmlns:a16="http://schemas.microsoft.com/office/drawing/2014/main" id="{55CAF606-032B-8A64-2A6C-9247C125314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9174" y="90050"/>
            <a:ext cx="6790413" cy="365121"/>
          </a:xfrm>
          <a:prstGeom prst="rect">
            <a:avLst/>
          </a:prstGeom>
        </p:spPr>
      </p:pic>
      <p:sp>
        <p:nvSpPr>
          <p:cNvPr id="16" name="Título 1">
            <a:extLst>
              <a:ext uri="{FF2B5EF4-FFF2-40B4-BE49-F238E27FC236}">
                <a16:creationId xmlns:a16="http://schemas.microsoft.com/office/drawing/2014/main" id="{AECF371B-B7D1-2C68-9ACA-7EF0D4C398D6}"/>
              </a:ext>
            </a:extLst>
          </p:cNvPr>
          <p:cNvSpPr txBox="1">
            <a:spLocks/>
          </p:cNvSpPr>
          <p:nvPr/>
        </p:nvSpPr>
        <p:spPr>
          <a:xfrm>
            <a:off x="324876" y="0"/>
            <a:ext cx="9144000" cy="489098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pt-BR" sz="1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br>
              <a:rPr lang="pt-BR" sz="1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pt-BR" sz="1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Resumo Geral</a:t>
            </a:r>
          </a:p>
        </p:txBody>
      </p:sp>
      <p:sp>
        <p:nvSpPr>
          <p:cNvPr id="89" name="Título 1">
            <a:extLst>
              <a:ext uri="{FF2B5EF4-FFF2-40B4-BE49-F238E27FC236}">
                <a16:creationId xmlns:a16="http://schemas.microsoft.com/office/drawing/2014/main" id="{90A26515-E9A4-4AC5-A344-6965580CDB86}"/>
              </a:ext>
            </a:extLst>
          </p:cNvPr>
          <p:cNvSpPr txBox="1">
            <a:spLocks/>
          </p:cNvSpPr>
          <p:nvPr/>
        </p:nvSpPr>
        <p:spPr>
          <a:xfrm>
            <a:off x="1480009" y="2203463"/>
            <a:ext cx="9426804" cy="2451074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2500" lnSpcReduction="200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just">
              <a:lnSpc>
                <a:spcPct val="150000"/>
              </a:lnSpc>
            </a:pPr>
            <a:r>
              <a:rPr lang="pt-BR" sz="2000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Este relatório apresenta o consolidado operacional de Monitorias e Feedbacks do primeiro ciclo de setembro. </a:t>
            </a:r>
          </a:p>
          <a:p>
            <a:pPr algn="just">
              <a:lnSpc>
                <a:spcPct val="150000"/>
              </a:lnSpc>
            </a:pPr>
            <a:endParaRPr lang="pt-BR" sz="2000" dirty="0">
              <a:solidFill>
                <a:schemeClr val="tx1">
                  <a:lumMod val="65000"/>
                  <a:lumOff val="3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>
              <a:lnSpc>
                <a:spcPct val="150000"/>
              </a:lnSpc>
            </a:pPr>
            <a:r>
              <a:rPr lang="pt-BR" sz="2000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O material tem como objetivo demonstrar o desempenho da semana, evidenciando os indicadores de qualidade, o volume de monitorias realizadas, a aplicação de feedbacks e os principais pontos de atenção identificados nas análises.</a:t>
            </a:r>
            <a:endParaRPr lang="pt-BR" sz="3200" dirty="0">
              <a:solidFill>
                <a:schemeClr val="tx1">
                  <a:lumMod val="65000"/>
                  <a:lumOff val="3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90" name="Imagem 89">
            <a:extLst>
              <a:ext uri="{FF2B5EF4-FFF2-40B4-BE49-F238E27FC236}">
                <a16:creationId xmlns:a16="http://schemas.microsoft.com/office/drawing/2014/main" id="{94F06FC4-A492-41DE-B244-55DE4F910E9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35091" y="6309200"/>
            <a:ext cx="1505175" cy="598854"/>
          </a:xfrm>
          <a:prstGeom prst="rect">
            <a:avLst/>
          </a:prstGeom>
        </p:spPr>
      </p:pic>
      <p:sp>
        <p:nvSpPr>
          <p:cNvPr id="2" name="CaixaDeTexto 1">
            <a:extLst>
              <a:ext uri="{FF2B5EF4-FFF2-40B4-BE49-F238E27FC236}">
                <a16:creationId xmlns:a16="http://schemas.microsoft.com/office/drawing/2014/main" id="{65965515-3D5D-5A3E-1B24-00E86B9AD3BF}"/>
              </a:ext>
            </a:extLst>
          </p:cNvPr>
          <p:cNvSpPr txBox="1"/>
          <p:nvPr/>
        </p:nvSpPr>
        <p:spPr>
          <a:xfrm>
            <a:off x="5236380" y="5952395"/>
            <a:ext cx="60960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pt-BR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Os dados apresentados estão atualizados até 23/05.</a:t>
            </a:r>
          </a:p>
        </p:txBody>
      </p:sp>
      <p:sp>
        <p:nvSpPr>
          <p:cNvPr id="3" name="Retângulo 2">
            <a:extLst>
              <a:ext uri="{FF2B5EF4-FFF2-40B4-BE49-F238E27FC236}">
                <a16:creationId xmlns:a16="http://schemas.microsoft.com/office/drawing/2014/main" id="{15BF4DCA-F9D8-94D4-47C3-B42835C9962D}"/>
              </a:ext>
            </a:extLst>
          </p:cNvPr>
          <p:cNvSpPr/>
          <p:nvPr/>
        </p:nvSpPr>
        <p:spPr>
          <a:xfrm>
            <a:off x="0" y="-51217"/>
            <a:ext cx="12192000" cy="627321"/>
          </a:xfrm>
          <a:prstGeom prst="rect">
            <a:avLst/>
          </a:prstGeom>
          <a:gradFill>
            <a:gsLst>
              <a:gs pos="3000">
                <a:srgbClr val="002060"/>
              </a:gs>
              <a:gs pos="61000">
                <a:schemeClr val="accent5">
                  <a:lumMod val="75000"/>
                </a:schemeClr>
              </a:gs>
            </a:gsLst>
            <a:lin ang="108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5" name="Retângulo: Cantos Arredondados 4">
            <a:extLst>
              <a:ext uri="{FF2B5EF4-FFF2-40B4-BE49-F238E27FC236}">
                <a16:creationId xmlns:a16="http://schemas.microsoft.com/office/drawing/2014/main" id="{C0C2C49A-70D5-B043-A9ED-79C97B46C743}"/>
              </a:ext>
            </a:extLst>
          </p:cNvPr>
          <p:cNvSpPr/>
          <p:nvPr/>
        </p:nvSpPr>
        <p:spPr>
          <a:xfrm>
            <a:off x="6739698" y="165898"/>
            <a:ext cx="1418303" cy="193089"/>
          </a:xfrm>
          <a:prstGeom prst="roundRect">
            <a:avLst>
              <a:gd name="adj" fmla="val 42683"/>
            </a:avLst>
          </a:prstGeom>
          <a:solidFill>
            <a:schemeClr val="bg1">
              <a:alpha val="21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6" name="Título 1">
            <a:extLst>
              <a:ext uri="{FF2B5EF4-FFF2-40B4-BE49-F238E27FC236}">
                <a16:creationId xmlns:a16="http://schemas.microsoft.com/office/drawing/2014/main" id="{9947F8D2-B7DD-DEA6-7D7C-E793DAB6EC49}"/>
              </a:ext>
            </a:extLst>
          </p:cNvPr>
          <p:cNvSpPr txBox="1">
            <a:spLocks/>
          </p:cNvSpPr>
          <p:nvPr/>
        </p:nvSpPr>
        <p:spPr>
          <a:xfrm>
            <a:off x="324876" y="0"/>
            <a:ext cx="9144000" cy="489098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pt-BR" sz="1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br>
              <a:rPr lang="pt-BR" sz="1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pt-BR" sz="1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Monitorias Realizadas </a:t>
            </a:r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3C2A0558-0ED0-EE41-8E14-28F0430A632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27783" y="52504"/>
            <a:ext cx="6834659" cy="3717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891991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3000">
              <a:srgbClr val="002060"/>
            </a:gs>
            <a:gs pos="61000">
              <a:schemeClr val="accent5">
                <a:lumMod val="75000"/>
              </a:schemeClr>
            </a:gs>
          </a:gsLst>
          <a:lin ang="108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Retângulo: Cantos Arredondados 20">
            <a:extLst>
              <a:ext uri="{FF2B5EF4-FFF2-40B4-BE49-F238E27FC236}">
                <a16:creationId xmlns:a16="http://schemas.microsoft.com/office/drawing/2014/main" id="{D9B7EF7A-7DD1-8797-9CDB-D42DC05CB1F6}"/>
              </a:ext>
            </a:extLst>
          </p:cNvPr>
          <p:cNvSpPr/>
          <p:nvPr/>
        </p:nvSpPr>
        <p:spPr>
          <a:xfrm>
            <a:off x="3995377" y="5954236"/>
            <a:ext cx="1831154" cy="319990"/>
          </a:xfrm>
          <a:prstGeom prst="roundRect">
            <a:avLst>
              <a:gd name="adj" fmla="val 42683"/>
            </a:avLst>
          </a:prstGeom>
          <a:solidFill>
            <a:schemeClr val="bg1">
              <a:alpha val="21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11" name="Elipse 10">
            <a:extLst>
              <a:ext uri="{FF2B5EF4-FFF2-40B4-BE49-F238E27FC236}">
                <a16:creationId xmlns:a16="http://schemas.microsoft.com/office/drawing/2014/main" id="{BA24F666-9D27-8354-F7A0-97A1B18F7B3C}"/>
              </a:ext>
            </a:extLst>
          </p:cNvPr>
          <p:cNvSpPr/>
          <p:nvPr/>
        </p:nvSpPr>
        <p:spPr>
          <a:xfrm>
            <a:off x="7947377" y="-1082856"/>
            <a:ext cx="5000980" cy="5000980"/>
          </a:xfrm>
          <a:prstGeom prst="ellipse">
            <a:avLst/>
          </a:prstGeom>
          <a:solidFill>
            <a:srgbClr val="194E8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12" name="Título 1">
            <a:extLst>
              <a:ext uri="{FF2B5EF4-FFF2-40B4-BE49-F238E27FC236}">
                <a16:creationId xmlns:a16="http://schemas.microsoft.com/office/drawing/2014/main" id="{7606BDFD-9C72-0DB8-CE82-298C895D32A0}"/>
              </a:ext>
            </a:extLst>
          </p:cNvPr>
          <p:cNvSpPr txBox="1">
            <a:spLocks/>
          </p:cNvSpPr>
          <p:nvPr/>
        </p:nvSpPr>
        <p:spPr>
          <a:xfrm>
            <a:off x="1469486" y="5883696"/>
            <a:ext cx="1998133" cy="39053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pt-BR" sz="1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Operações Digital</a:t>
            </a:r>
          </a:p>
        </p:txBody>
      </p:sp>
      <p:sp>
        <p:nvSpPr>
          <p:cNvPr id="13" name="Título 1">
            <a:extLst>
              <a:ext uri="{FF2B5EF4-FFF2-40B4-BE49-F238E27FC236}">
                <a16:creationId xmlns:a16="http://schemas.microsoft.com/office/drawing/2014/main" id="{5BEFBB8C-5A76-76AF-878C-8F412CEEDF75}"/>
              </a:ext>
            </a:extLst>
          </p:cNvPr>
          <p:cNvSpPr txBox="1">
            <a:spLocks/>
          </p:cNvSpPr>
          <p:nvPr/>
        </p:nvSpPr>
        <p:spPr>
          <a:xfrm>
            <a:off x="3753556" y="5901265"/>
            <a:ext cx="1998133" cy="39053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endParaRPr lang="pt-BR" sz="160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4" name="Título 1">
            <a:extLst>
              <a:ext uri="{FF2B5EF4-FFF2-40B4-BE49-F238E27FC236}">
                <a16:creationId xmlns:a16="http://schemas.microsoft.com/office/drawing/2014/main" id="{CA7B92B7-C10C-9170-686C-619A358C3EDA}"/>
              </a:ext>
            </a:extLst>
          </p:cNvPr>
          <p:cNvSpPr txBox="1">
            <a:spLocks/>
          </p:cNvSpPr>
          <p:nvPr/>
        </p:nvSpPr>
        <p:spPr>
          <a:xfrm>
            <a:off x="4120444" y="5885738"/>
            <a:ext cx="1707442" cy="39053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pt-BR"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Central de Ajuda</a:t>
            </a:r>
          </a:p>
        </p:txBody>
      </p:sp>
      <p:sp>
        <p:nvSpPr>
          <p:cNvPr id="15" name="Título 1">
            <a:extLst>
              <a:ext uri="{FF2B5EF4-FFF2-40B4-BE49-F238E27FC236}">
                <a16:creationId xmlns:a16="http://schemas.microsoft.com/office/drawing/2014/main" id="{D8388B6F-26C0-E8B5-C3B2-F7B433F03866}"/>
              </a:ext>
            </a:extLst>
          </p:cNvPr>
          <p:cNvSpPr txBox="1">
            <a:spLocks/>
          </p:cNvSpPr>
          <p:nvPr/>
        </p:nvSpPr>
        <p:spPr>
          <a:xfrm>
            <a:off x="6386612" y="5864793"/>
            <a:ext cx="739420" cy="39053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pt-BR"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Chat</a:t>
            </a:r>
          </a:p>
        </p:txBody>
      </p:sp>
      <p:sp>
        <p:nvSpPr>
          <p:cNvPr id="16" name="Título 1">
            <a:extLst>
              <a:ext uri="{FF2B5EF4-FFF2-40B4-BE49-F238E27FC236}">
                <a16:creationId xmlns:a16="http://schemas.microsoft.com/office/drawing/2014/main" id="{D0F93BBA-E770-0B22-E5D8-7C404A0D454B}"/>
              </a:ext>
            </a:extLst>
          </p:cNvPr>
          <p:cNvSpPr txBox="1">
            <a:spLocks/>
          </p:cNvSpPr>
          <p:nvPr/>
        </p:nvSpPr>
        <p:spPr>
          <a:xfrm>
            <a:off x="7374461" y="5883695"/>
            <a:ext cx="1533870" cy="39053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pt-BR"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Consumidor.gov</a:t>
            </a:r>
          </a:p>
        </p:txBody>
      </p:sp>
      <p:sp>
        <p:nvSpPr>
          <p:cNvPr id="17" name="Retângulo: Cantos Arredondados 16">
            <a:extLst>
              <a:ext uri="{FF2B5EF4-FFF2-40B4-BE49-F238E27FC236}">
                <a16:creationId xmlns:a16="http://schemas.microsoft.com/office/drawing/2014/main" id="{E533871F-8317-6F72-69E0-F732373A9CF4}"/>
              </a:ext>
            </a:extLst>
          </p:cNvPr>
          <p:cNvSpPr/>
          <p:nvPr/>
        </p:nvSpPr>
        <p:spPr>
          <a:xfrm>
            <a:off x="1168400" y="5901265"/>
            <a:ext cx="9855200" cy="447587"/>
          </a:xfrm>
          <a:prstGeom prst="roundRect">
            <a:avLst>
              <a:gd name="adj" fmla="val 42683"/>
            </a:avLst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18" name="Título 1">
            <a:extLst>
              <a:ext uri="{FF2B5EF4-FFF2-40B4-BE49-F238E27FC236}">
                <a16:creationId xmlns:a16="http://schemas.microsoft.com/office/drawing/2014/main" id="{DE706286-D960-53B5-5D40-39BC04E97E30}"/>
              </a:ext>
            </a:extLst>
          </p:cNvPr>
          <p:cNvSpPr txBox="1">
            <a:spLocks/>
          </p:cNvSpPr>
          <p:nvPr/>
        </p:nvSpPr>
        <p:spPr>
          <a:xfrm>
            <a:off x="3590232" y="5822126"/>
            <a:ext cx="366888" cy="39053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|</a:t>
            </a:r>
          </a:p>
        </p:txBody>
      </p:sp>
      <p:sp>
        <p:nvSpPr>
          <p:cNvPr id="19" name="Título 1">
            <a:extLst>
              <a:ext uri="{FF2B5EF4-FFF2-40B4-BE49-F238E27FC236}">
                <a16:creationId xmlns:a16="http://schemas.microsoft.com/office/drawing/2014/main" id="{2289849F-2484-731C-FE10-24CF16AD49ED}"/>
              </a:ext>
            </a:extLst>
          </p:cNvPr>
          <p:cNvSpPr txBox="1">
            <a:spLocks/>
          </p:cNvSpPr>
          <p:nvPr/>
        </p:nvSpPr>
        <p:spPr>
          <a:xfrm>
            <a:off x="5827886" y="5822125"/>
            <a:ext cx="366888" cy="39053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|</a:t>
            </a:r>
          </a:p>
        </p:txBody>
      </p:sp>
      <p:sp>
        <p:nvSpPr>
          <p:cNvPr id="20" name="Título 1">
            <a:extLst>
              <a:ext uri="{FF2B5EF4-FFF2-40B4-BE49-F238E27FC236}">
                <a16:creationId xmlns:a16="http://schemas.microsoft.com/office/drawing/2014/main" id="{4C19BD5A-A221-916E-E0A9-367FCCE9030F}"/>
              </a:ext>
            </a:extLst>
          </p:cNvPr>
          <p:cNvSpPr txBox="1">
            <a:spLocks/>
          </p:cNvSpPr>
          <p:nvPr/>
        </p:nvSpPr>
        <p:spPr>
          <a:xfrm>
            <a:off x="7066802" y="5865298"/>
            <a:ext cx="366888" cy="39053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|</a:t>
            </a:r>
          </a:p>
        </p:txBody>
      </p:sp>
      <p:pic>
        <p:nvPicPr>
          <p:cNvPr id="26" name="Imagem 25">
            <a:extLst>
              <a:ext uri="{FF2B5EF4-FFF2-40B4-BE49-F238E27FC236}">
                <a16:creationId xmlns:a16="http://schemas.microsoft.com/office/drawing/2014/main" id="{925310E8-91AC-2334-EEC2-64368966EC1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10000" b="90000" l="10000" r="9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7374460" y="1237010"/>
            <a:ext cx="5480601" cy="4019107"/>
          </a:xfrm>
          <a:prstGeom prst="rect">
            <a:avLst/>
          </a:prstGeom>
        </p:spPr>
      </p:pic>
      <p:pic>
        <p:nvPicPr>
          <p:cNvPr id="28" name="Imagem 27">
            <a:extLst>
              <a:ext uri="{FF2B5EF4-FFF2-40B4-BE49-F238E27FC236}">
                <a16:creationId xmlns:a16="http://schemas.microsoft.com/office/drawing/2014/main" id="{C51CC3E6-5A2B-3343-12E9-8389B370397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80290" y="2236217"/>
            <a:ext cx="5332261" cy="3435813"/>
          </a:xfrm>
          <a:prstGeom prst="rect">
            <a:avLst/>
          </a:prstGeom>
        </p:spPr>
      </p:pic>
      <p:pic>
        <p:nvPicPr>
          <p:cNvPr id="25" name="Imagem 24">
            <a:extLst>
              <a:ext uri="{FF2B5EF4-FFF2-40B4-BE49-F238E27FC236}">
                <a16:creationId xmlns:a16="http://schemas.microsoft.com/office/drawing/2014/main" id="{8F103DBD-DAD2-4FE4-B5CC-941177F86FC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03156" y="368559"/>
            <a:ext cx="1505175" cy="598854"/>
          </a:xfrm>
          <a:prstGeom prst="rect">
            <a:avLst/>
          </a:prstGeom>
        </p:spPr>
      </p:pic>
      <p:sp>
        <p:nvSpPr>
          <p:cNvPr id="27" name="Título 1">
            <a:extLst>
              <a:ext uri="{FF2B5EF4-FFF2-40B4-BE49-F238E27FC236}">
                <a16:creationId xmlns:a16="http://schemas.microsoft.com/office/drawing/2014/main" id="{3F01F83B-7291-417E-871C-D603E30F3474}"/>
              </a:ext>
            </a:extLst>
          </p:cNvPr>
          <p:cNvSpPr txBox="1">
            <a:spLocks/>
          </p:cNvSpPr>
          <p:nvPr/>
        </p:nvSpPr>
        <p:spPr>
          <a:xfrm>
            <a:off x="8804667" y="5864793"/>
            <a:ext cx="366888" cy="39053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|</a:t>
            </a:r>
          </a:p>
        </p:txBody>
      </p:sp>
      <p:sp>
        <p:nvSpPr>
          <p:cNvPr id="34" name="Título 1">
            <a:extLst>
              <a:ext uri="{FF2B5EF4-FFF2-40B4-BE49-F238E27FC236}">
                <a16:creationId xmlns:a16="http://schemas.microsoft.com/office/drawing/2014/main" id="{41076838-B3CC-46F4-A4D5-71B4EFE8A007}"/>
              </a:ext>
            </a:extLst>
          </p:cNvPr>
          <p:cNvSpPr txBox="1">
            <a:spLocks/>
          </p:cNvSpPr>
          <p:nvPr/>
        </p:nvSpPr>
        <p:spPr>
          <a:xfrm>
            <a:off x="9156760" y="5901265"/>
            <a:ext cx="1533870" cy="39053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pt-BR"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Reclame Aqui</a:t>
            </a:r>
          </a:p>
        </p:txBody>
      </p:sp>
      <p:sp>
        <p:nvSpPr>
          <p:cNvPr id="29" name="Título 1">
            <a:extLst>
              <a:ext uri="{FF2B5EF4-FFF2-40B4-BE49-F238E27FC236}">
                <a16:creationId xmlns:a16="http://schemas.microsoft.com/office/drawing/2014/main" id="{C6A5BAFA-62F4-453C-BB5C-2A2F4BAD3D3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22318" y="2466134"/>
            <a:ext cx="9144000" cy="1181350"/>
          </a:xfrm>
        </p:spPr>
        <p:txBody>
          <a:bodyPr>
            <a:normAutofit/>
          </a:bodyPr>
          <a:lstStyle/>
          <a:p>
            <a:pPr algn="l"/>
            <a:r>
              <a:rPr lang="pt-BR" sz="6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CENTRAL DE AJUDA</a:t>
            </a:r>
          </a:p>
        </p:txBody>
      </p:sp>
      <p:sp>
        <p:nvSpPr>
          <p:cNvPr id="30" name="Título 1">
            <a:extLst>
              <a:ext uri="{FF2B5EF4-FFF2-40B4-BE49-F238E27FC236}">
                <a16:creationId xmlns:a16="http://schemas.microsoft.com/office/drawing/2014/main" id="{D1BEED2F-D67A-406D-AAC9-4E04E6A7AFD4}"/>
              </a:ext>
            </a:extLst>
          </p:cNvPr>
          <p:cNvSpPr txBox="1">
            <a:spLocks/>
          </p:cNvSpPr>
          <p:nvPr/>
        </p:nvSpPr>
        <p:spPr>
          <a:xfrm>
            <a:off x="1122318" y="1911623"/>
            <a:ext cx="9144000" cy="2219149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pt-BR" sz="3600" b="1" dirty="0">
                <a:solidFill>
                  <a:schemeClr val="accent4">
                    <a:lumMod val="60000"/>
                    <a:lumOff val="4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SEMANAL</a:t>
            </a:r>
            <a:endParaRPr lang="pt-BR" sz="4800" b="1" dirty="0">
              <a:solidFill>
                <a:schemeClr val="accent4">
                  <a:lumMod val="60000"/>
                  <a:lumOff val="40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3" name="Título 1">
            <a:extLst>
              <a:ext uri="{FF2B5EF4-FFF2-40B4-BE49-F238E27FC236}">
                <a16:creationId xmlns:a16="http://schemas.microsoft.com/office/drawing/2014/main" id="{6B5C9D76-8ED2-41A9-A3C0-F7C350550EDE}"/>
              </a:ext>
            </a:extLst>
          </p:cNvPr>
          <p:cNvSpPr txBox="1">
            <a:spLocks/>
          </p:cNvSpPr>
          <p:nvPr/>
        </p:nvSpPr>
        <p:spPr>
          <a:xfrm>
            <a:off x="2090824" y="3987434"/>
            <a:ext cx="2375911" cy="55686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pt-BR" sz="20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Setembro 2026</a:t>
            </a:r>
            <a:endParaRPr lang="pt-BR" sz="320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5" name="Título 1">
            <a:extLst>
              <a:ext uri="{FF2B5EF4-FFF2-40B4-BE49-F238E27FC236}">
                <a16:creationId xmlns:a16="http://schemas.microsoft.com/office/drawing/2014/main" id="{FBD498E5-221B-4306-B453-B3A298B7F7DB}"/>
              </a:ext>
            </a:extLst>
          </p:cNvPr>
          <p:cNvSpPr txBox="1">
            <a:spLocks/>
          </p:cNvSpPr>
          <p:nvPr/>
        </p:nvSpPr>
        <p:spPr>
          <a:xfrm>
            <a:off x="1179689" y="2068978"/>
            <a:ext cx="9144000" cy="55686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pt-BR" sz="18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Monitorias e Feedbacks</a:t>
            </a:r>
          </a:p>
        </p:txBody>
      </p:sp>
      <p:cxnSp>
        <p:nvCxnSpPr>
          <p:cNvPr id="36" name="Conector reto 35">
            <a:extLst>
              <a:ext uri="{FF2B5EF4-FFF2-40B4-BE49-F238E27FC236}">
                <a16:creationId xmlns:a16="http://schemas.microsoft.com/office/drawing/2014/main" id="{80A74A16-AC57-4EA7-BCC5-E9E4331EBF22}"/>
              </a:ext>
            </a:extLst>
          </p:cNvPr>
          <p:cNvCxnSpPr>
            <a:cxnSpLocks/>
          </p:cNvCxnSpPr>
          <p:nvPr/>
        </p:nvCxnSpPr>
        <p:spPr>
          <a:xfrm>
            <a:off x="770663" y="2347408"/>
            <a:ext cx="0" cy="1934725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Elipse 36">
            <a:extLst>
              <a:ext uri="{FF2B5EF4-FFF2-40B4-BE49-F238E27FC236}">
                <a16:creationId xmlns:a16="http://schemas.microsoft.com/office/drawing/2014/main" id="{1BB0E9B2-068C-4781-BB2D-A1F4E665AB69}"/>
              </a:ext>
            </a:extLst>
          </p:cNvPr>
          <p:cNvSpPr/>
          <p:nvPr/>
        </p:nvSpPr>
        <p:spPr>
          <a:xfrm>
            <a:off x="690919" y="3166819"/>
            <a:ext cx="159488" cy="159488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cxnSp>
        <p:nvCxnSpPr>
          <p:cNvPr id="38" name="Conector reto 37">
            <a:extLst>
              <a:ext uri="{FF2B5EF4-FFF2-40B4-BE49-F238E27FC236}">
                <a16:creationId xmlns:a16="http://schemas.microsoft.com/office/drawing/2014/main" id="{92510A62-527F-4B44-B9F7-89B582399421}"/>
              </a:ext>
            </a:extLst>
          </p:cNvPr>
          <p:cNvCxnSpPr>
            <a:cxnSpLocks/>
          </p:cNvCxnSpPr>
          <p:nvPr/>
        </p:nvCxnSpPr>
        <p:spPr>
          <a:xfrm>
            <a:off x="1321818" y="4365828"/>
            <a:ext cx="769006" cy="0"/>
          </a:xfrm>
          <a:prstGeom prst="line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Elipse 38">
            <a:extLst>
              <a:ext uri="{FF2B5EF4-FFF2-40B4-BE49-F238E27FC236}">
                <a16:creationId xmlns:a16="http://schemas.microsoft.com/office/drawing/2014/main" id="{4CF56CBF-F5BC-4D5A-91D3-EB4B6E6D4D85}"/>
              </a:ext>
            </a:extLst>
          </p:cNvPr>
          <p:cNvSpPr/>
          <p:nvPr/>
        </p:nvSpPr>
        <p:spPr>
          <a:xfrm>
            <a:off x="1242074" y="4282133"/>
            <a:ext cx="159488" cy="159488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06507903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4942C4-360A-CA40-D07F-93ED55A4B2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tângulo: Cantos Arredondados 24">
            <a:extLst>
              <a:ext uri="{FF2B5EF4-FFF2-40B4-BE49-F238E27FC236}">
                <a16:creationId xmlns:a16="http://schemas.microsoft.com/office/drawing/2014/main" id="{D11EAAB7-2A87-0DFB-808D-0F95247425CF}"/>
              </a:ext>
            </a:extLst>
          </p:cNvPr>
          <p:cNvSpPr/>
          <p:nvPr/>
        </p:nvSpPr>
        <p:spPr>
          <a:xfrm>
            <a:off x="505324" y="1242765"/>
            <a:ext cx="3236495" cy="1515979"/>
          </a:xfrm>
          <a:prstGeom prst="roundRect">
            <a:avLst/>
          </a:prstGeom>
          <a:solidFill>
            <a:schemeClr val="bg1">
              <a:alpha val="76000"/>
            </a:schemeClr>
          </a:solidFill>
          <a:ln>
            <a:noFill/>
          </a:ln>
          <a:effectLst>
            <a:outerShdw blurRad="177800" dist="38100" dir="5400000" sx="107000" sy="107000" algn="t" rotWithShape="0">
              <a:prstClr val="black">
                <a:alpha val="11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0" name="Retângulo: Cantos Arredondados 19">
            <a:extLst>
              <a:ext uri="{FF2B5EF4-FFF2-40B4-BE49-F238E27FC236}">
                <a16:creationId xmlns:a16="http://schemas.microsoft.com/office/drawing/2014/main" id="{85C5BEB5-2B76-8918-22A4-D8EF6ACC2936}"/>
              </a:ext>
            </a:extLst>
          </p:cNvPr>
          <p:cNvSpPr/>
          <p:nvPr/>
        </p:nvSpPr>
        <p:spPr>
          <a:xfrm>
            <a:off x="505325" y="1242766"/>
            <a:ext cx="3236495" cy="1515979"/>
          </a:xfrm>
          <a:prstGeom prst="roundRect">
            <a:avLst/>
          </a:prstGeom>
          <a:solidFill>
            <a:schemeClr val="bg1"/>
          </a:solidFill>
          <a:ln>
            <a:noFill/>
          </a:ln>
          <a:effectLst>
            <a:outerShdw dist="101600" dir="10740000" algn="t" rotWithShape="0">
              <a:srgbClr val="2E75B6"/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4" name="CaixaDeTexto 23">
            <a:extLst>
              <a:ext uri="{FF2B5EF4-FFF2-40B4-BE49-F238E27FC236}">
                <a16:creationId xmlns:a16="http://schemas.microsoft.com/office/drawing/2014/main" id="{3A827915-CB23-2EF5-CDCC-A7D4748F56B1}"/>
              </a:ext>
            </a:extLst>
          </p:cNvPr>
          <p:cNvSpPr txBox="1"/>
          <p:nvPr/>
        </p:nvSpPr>
        <p:spPr>
          <a:xfrm>
            <a:off x="860255" y="1326984"/>
            <a:ext cx="252663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1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MONITORIAS REALIZADAS </a:t>
            </a:r>
          </a:p>
        </p:txBody>
      </p:sp>
      <p:sp>
        <p:nvSpPr>
          <p:cNvPr id="26" name="Retângulo: Cantos Arredondados 25">
            <a:extLst>
              <a:ext uri="{FF2B5EF4-FFF2-40B4-BE49-F238E27FC236}">
                <a16:creationId xmlns:a16="http://schemas.microsoft.com/office/drawing/2014/main" id="{9DB21D64-0782-7C39-83E7-31BA261C2C40}"/>
              </a:ext>
            </a:extLst>
          </p:cNvPr>
          <p:cNvSpPr/>
          <p:nvPr/>
        </p:nvSpPr>
        <p:spPr>
          <a:xfrm>
            <a:off x="8394701" y="1242764"/>
            <a:ext cx="3236495" cy="1515979"/>
          </a:xfrm>
          <a:prstGeom prst="roundRect">
            <a:avLst/>
          </a:prstGeom>
          <a:solidFill>
            <a:schemeClr val="bg1">
              <a:alpha val="76000"/>
            </a:schemeClr>
          </a:solidFill>
          <a:ln>
            <a:noFill/>
          </a:ln>
          <a:effectLst>
            <a:outerShdw blurRad="177800" dist="38100" dir="5400000" sx="107000" sy="107000" algn="t" rotWithShape="0">
              <a:prstClr val="black">
                <a:alpha val="11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7" name="Retângulo: Cantos Arredondados 26">
            <a:extLst>
              <a:ext uri="{FF2B5EF4-FFF2-40B4-BE49-F238E27FC236}">
                <a16:creationId xmlns:a16="http://schemas.microsoft.com/office/drawing/2014/main" id="{6E0DF0E2-8B2B-9359-94E2-CBCDA0AB3EF9}"/>
              </a:ext>
            </a:extLst>
          </p:cNvPr>
          <p:cNvSpPr/>
          <p:nvPr/>
        </p:nvSpPr>
        <p:spPr>
          <a:xfrm>
            <a:off x="8399102" y="1241089"/>
            <a:ext cx="3236495" cy="1515979"/>
          </a:xfrm>
          <a:prstGeom prst="roundRect">
            <a:avLst/>
          </a:prstGeom>
          <a:solidFill>
            <a:schemeClr val="bg1"/>
          </a:solidFill>
          <a:ln>
            <a:noFill/>
          </a:ln>
          <a:effectLst>
            <a:outerShdw dist="101600" dir="10740000" algn="t" rotWithShape="0">
              <a:srgbClr val="00B050"/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8" name="CaixaDeTexto 27">
            <a:extLst>
              <a:ext uri="{FF2B5EF4-FFF2-40B4-BE49-F238E27FC236}">
                <a16:creationId xmlns:a16="http://schemas.microsoft.com/office/drawing/2014/main" id="{9CEE9B60-CACA-DA9B-95A4-7FC33F8C999E}"/>
              </a:ext>
            </a:extLst>
          </p:cNvPr>
          <p:cNvSpPr txBox="1"/>
          <p:nvPr/>
        </p:nvSpPr>
        <p:spPr>
          <a:xfrm>
            <a:off x="9030966" y="1381446"/>
            <a:ext cx="214922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1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FEEDBACKS  REALIZADOS </a:t>
            </a:r>
          </a:p>
        </p:txBody>
      </p:sp>
      <p:sp>
        <p:nvSpPr>
          <p:cNvPr id="38" name="CaixaDeTexto 37">
            <a:extLst>
              <a:ext uri="{FF2B5EF4-FFF2-40B4-BE49-F238E27FC236}">
                <a16:creationId xmlns:a16="http://schemas.microsoft.com/office/drawing/2014/main" id="{F0D0413F-1302-4951-BA58-5FCEB97A18C2}"/>
              </a:ext>
            </a:extLst>
          </p:cNvPr>
          <p:cNvSpPr txBox="1"/>
          <p:nvPr/>
        </p:nvSpPr>
        <p:spPr>
          <a:xfrm>
            <a:off x="1176257" y="1466082"/>
            <a:ext cx="1723730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60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140</a:t>
            </a:r>
          </a:p>
        </p:txBody>
      </p:sp>
      <p:sp>
        <p:nvSpPr>
          <p:cNvPr id="39" name="CaixaDeTexto 38">
            <a:extLst>
              <a:ext uri="{FF2B5EF4-FFF2-40B4-BE49-F238E27FC236}">
                <a16:creationId xmlns:a16="http://schemas.microsoft.com/office/drawing/2014/main" id="{4264D1BE-81D1-4DD0-9406-41D070E956B1}"/>
              </a:ext>
            </a:extLst>
          </p:cNvPr>
          <p:cNvSpPr txBox="1"/>
          <p:nvPr/>
        </p:nvSpPr>
        <p:spPr>
          <a:xfrm>
            <a:off x="8426781" y="1497328"/>
            <a:ext cx="3160305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60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137</a:t>
            </a:r>
          </a:p>
        </p:txBody>
      </p:sp>
      <p:sp>
        <p:nvSpPr>
          <p:cNvPr id="49" name="Retângulo: Cantos Arredondados 48">
            <a:extLst>
              <a:ext uri="{FF2B5EF4-FFF2-40B4-BE49-F238E27FC236}">
                <a16:creationId xmlns:a16="http://schemas.microsoft.com/office/drawing/2014/main" id="{14B57E3F-A289-454E-9606-9DE2D5AEF48E}"/>
              </a:ext>
            </a:extLst>
          </p:cNvPr>
          <p:cNvSpPr/>
          <p:nvPr/>
        </p:nvSpPr>
        <p:spPr>
          <a:xfrm>
            <a:off x="4250326" y="1242764"/>
            <a:ext cx="3236495" cy="1515979"/>
          </a:xfrm>
          <a:prstGeom prst="roundRect">
            <a:avLst/>
          </a:prstGeom>
          <a:solidFill>
            <a:schemeClr val="bg1">
              <a:alpha val="76000"/>
            </a:schemeClr>
          </a:solidFill>
          <a:ln>
            <a:noFill/>
          </a:ln>
          <a:effectLst>
            <a:outerShdw blurRad="177800" dist="38100" dir="5400000" sx="107000" sy="107000" algn="t" rotWithShape="0">
              <a:prstClr val="black">
                <a:alpha val="11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56" name="Retângulo: Cantos Arredondados 55">
            <a:extLst>
              <a:ext uri="{FF2B5EF4-FFF2-40B4-BE49-F238E27FC236}">
                <a16:creationId xmlns:a16="http://schemas.microsoft.com/office/drawing/2014/main" id="{32AC41D8-CA97-4638-86E6-CF10F8020902}"/>
              </a:ext>
            </a:extLst>
          </p:cNvPr>
          <p:cNvSpPr/>
          <p:nvPr/>
        </p:nvSpPr>
        <p:spPr>
          <a:xfrm>
            <a:off x="4250327" y="1242765"/>
            <a:ext cx="3236495" cy="1515979"/>
          </a:xfrm>
          <a:prstGeom prst="roundRect">
            <a:avLst/>
          </a:prstGeom>
          <a:solidFill>
            <a:schemeClr val="bg1"/>
          </a:solidFill>
          <a:ln>
            <a:noFill/>
          </a:ln>
          <a:effectLst>
            <a:outerShdw dist="101600" dir="10740000" algn="t" rotWithShape="0">
              <a:srgbClr val="00B050"/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57" name="CaixaDeTexto 56">
            <a:extLst>
              <a:ext uri="{FF2B5EF4-FFF2-40B4-BE49-F238E27FC236}">
                <a16:creationId xmlns:a16="http://schemas.microsoft.com/office/drawing/2014/main" id="{27F2EC3F-B6FB-4FEF-9F8E-F02B9B08CA70}"/>
              </a:ext>
            </a:extLst>
          </p:cNvPr>
          <p:cNvSpPr txBox="1"/>
          <p:nvPr/>
        </p:nvSpPr>
        <p:spPr>
          <a:xfrm>
            <a:off x="4928588" y="1326984"/>
            <a:ext cx="181110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1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MÉDIA  DO MÊS</a:t>
            </a:r>
          </a:p>
        </p:txBody>
      </p:sp>
      <p:sp>
        <p:nvSpPr>
          <p:cNvPr id="58" name="CaixaDeTexto 57">
            <a:extLst>
              <a:ext uri="{FF2B5EF4-FFF2-40B4-BE49-F238E27FC236}">
                <a16:creationId xmlns:a16="http://schemas.microsoft.com/office/drawing/2014/main" id="{B2E6552C-25E5-4A50-BE6E-0CCABD0AB438}"/>
              </a:ext>
            </a:extLst>
          </p:cNvPr>
          <p:cNvSpPr txBox="1"/>
          <p:nvPr/>
        </p:nvSpPr>
        <p:spPr>
          <a:xfrm>
            <a:off x="4250325" y="1477692"/>
            <a:ext cx="3160305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60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82,57</a:t>
            </a:r>
          </a:p>
        </p:txBody>
      </p:sp>
      <p:sp>
        <p:nvSpPr>
          <p:cNvPr id="59" name="CaixaDeTexto 58">
            <a:extLst>
              <a:ext uri="{FF2B5EF4-FFF2-40B4-BE49-F238E27FC236}">
                <a16:creationId xmlns:a16="http://schemas.microsoft.com/office/drawing/2014/main" id="{FFA7B38D-33D4-44A2-A850-4CE694DBF118}"/>
              </a:ext>
            </a:extLst>
          </p:cNvPr>
          <p:cNvSpPr txBox="1"/>
          <p:nvPr/>
        </p:nvSpPr>
        <p:spPr>
          <a:xfrm>
            <a:off x="4501412" y="2395541"/>
            <a:ext cx="265812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0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(Qualidade + Operação)</a:t>
            </a:r>
          </a:p>
        </p:txBody>
      </p:sp>
      <p:sp>
        <p:nvSpPr>
          <p:cNvPr id="43" name="Google Shape;2081;p50">
            <a:extLst>
              <a:ext uri="{FF2B5EF4-FFF2-40B4-BE49-F238E27FC236}">
                <a16:creationId xmlns:a16="http://schemas.microsoft.com/office/drawing/2014/main" id="{2FAE6210-2975-4948-B144-3AC5F39539B9}"/>
              </a:ext>
            </a:extLst>
          </p:cNvPr>
          <p:cNvSpPr/>
          <p:nvPr/>
        </p:nvSpPr>
        <p:spPr>
          <a:xfrm>
            <a:off x="717770" y="1298948"/>
            <a:ext cx="179751" cy="284697"/>
          </a:xfrm>
          <a:custGeom>
            <a:avLst/>
            <a:gdLst/>
            <a:ahLst/>
            <a:cxnLst/>
            <a:rect l="l" t="t" r="r" b="b"/>
            <a:pathLst>
              <a:path w="7240" h="11467" extrusionOk="0">
                <a:moveTo>
                  <a:pt x="1048" y="346"/>
                </a:moveTo>
                <a:cubicBezTo>
                  <a:pt x="1156" y="346"/>
                  <a:pt x="1239" y="441"/>
                  <a:pt x="1239" y="537"/>
                </a:cubicBezTo>
                <a:cubicBezTo>
                  <a:pt x="1239" y="644"/>
                  <a:pt x="1156" y="727"/>
                  <a:pt x="1048" y="727"/>
                </a:cubicBezTo>
                <a:cubicBezTo>
                  <a:pt x="941" y="727"/>
                  <a:pt x="858" y="644"/>
                  <a:pt x="858" y="537"/>
                </a:cubicBezTo>
                <a:cubicBezTo>
                  <a:pt x="858" y="429"/>
                  <a:pt x="941" y="346"/>
                  <a:pt x="1048" y="346"/>
                </a:cubicBezTo>
                <a:close/>
                <a:moveTo>
                  <a:pt x="3549" y="1203"/>
                </a:moveTo>
                <a:lnTo>
                  <a:pt x="3906" y="1453"/>
                </a:lnTo>
                <a:lnTo>
                  <a:pt x="3549" y="1453"/>
                </a:lnTo>
                <a:lnTo>
                  <a:pt x="3549" y="1203"/>
                </a:lnTo>
                <a:close/>
                <a:moveTo>
                  <a:pt x="6883" y="1060"/>
                </a:moveTo>
                <a:lnTo>
                  <a:pt x="6883" y="1072"/>
                </a:lnTo>
                <a:lnTo>
                  <a:pt x="6097" y="2799"/>
                </a:lnTo>
                <a:cubicBezTo>
                  <a:pt x="6085" y="2846"/>
                  <a:pt x="6085" y="2894"/>
                  <a:pt x="6097" y="2942"/>
                </a:cubicBezTo>
                <a:lnTo>
                  <a:pt x="6883" y="4680"/>
                </a:lnTo>
                <a:lnTo>
                  <a:pt x="4620" y="4680"/>
                </a:lnTo>
                <a:lnTo>
                  <a:pt x="4620" y="1608"/>
                </a:lnTo>
                <a:cubicBezTo>
                  <a:pt x="4620" y="1549"/>
                  <a:pt x="4597" y="1501"/>
                  <a:pt x="4549" y="1477"/>
                </a:cubicBezTo>
                <a:lnTo>
                  <a:pt x="3942" y="1060"/>
                </a:lnTo>
                <a:close/>
                <a:moveTo>
                  <a:pt x="6883" y="4680"/>
                </a:moveTo>
                <a:cubicBezTo>
                  <a:pt x="6883" y="4686"/>
                  <a:pt x="6880" y="4689"/>
                  <a:pt x="6878" y="4689"/>
                </a:cubicBezTo>
                <a:cubicBezTo>
                  <a:pt x="6877" y="4689"/>
                  <a:pt x="6877" y="4686"/>
                  <a:pt x="6883" y="4680"/>
                </a:cubicBezTo>
                <a:close/>
                <a:moveTo>
                  <a:pt x="4299" y="1787"/>
                </a:moveTo>
                <a:lnTo>
                  <a:pt x="4299" y="5394"/>
                </a:lnTo>
                <a:lnTo>
                  <a:pt x="1941" y="5406"/>
                </a:lnTo>
                <a:lnTo>
                  <a:pt x="1941" y="2692"/>
                </a:lnTo>
                <a:cubicBezTo>
                  <a:pt x="1941" y="2608"/>
                  <a:pt x="1870" y="2537"/>
                  <a:pt x="1787" y="2537"/>
                </a:cubicBezTo>
                <a:cubicBezTo>
                  <a:pt x="1691" y="2537"/>
                  <a:pt x="1620" y="2608"/>
                  <a:pt x="1620" y="2692"/>
                </a:cubicBezTo>
                <a:lnTo>
                  <a:pt x="1620" y="5406"/>
                </a:lnTo>
                <a:lnTo>
                  <a:pt x="1227" y="5406"/>
                </a:lnTo>
                <a:lnTo>
                  <a:pt x="1227" y="1787"/>
                </a:lnTo>
                <a:lnTo>
                  <a:pt x="1620" y="1787"/>
                </a:lnTo>
                <a:lnTo>
                  <a:pt x="1620" y="1989"/>
                </a:lnTo>
                <a:cubicBezTo>
                  <a:pt x="1620" y="2072"/>
                  <a:pt x="1691" y="2144"/>
                  <a:pt x="1787" y="2144"/>
                </a:cubicBezTo>
                <a:cubicBezTo>
                  <a:pt x="1870" y="2144"/>
                  <a:pt x="1941" y="2072"/>
                  <a:pt x="1941" y="1989"/>
                </a:cubicBezTo>
                <a:lnTo>
                  <a:pt x="1941" y="1787"/>
                </a:lnTo>
                <a:close/>
                <a:moveTo>
                  <a:pt x="1584" y="10764"/>
                </a:moveTo>
                <a:cubicBezTo>
                  <a:pt x="1691" y="10764"/>
                  <a:pt x="1787" y="10859"/>
                  <a:pt x="1787" y="10954"/>
                </a:cubicBezTo>
                <a:lnTo>
                  <a:pt x="1787" y="11145"/>
                </a:lnTo>
                <a:lnTo>
                  <a:pt x="322" y="11145"/>
                </a:lnTo>
                <a:lnTo>
                  <a:pt x="322" y="10954"/>
                </a:lnTo>
                <a:cubicBezTo>
                  <a:pt x="322" y="10847"/>
                  <a:pt x="417" y="10764"/>
                  <a:pt x="513" y="10764"/>
                </a:cubicBezTo>
                <a:close/>
                <a:moveTo>
                  <a:pt x="1048" y="1"/>
                </a:moveTo>
                <a:cubicBezTo>
                  <a:pt x="775" y="1"/>
                  <a:pt x="536" y="239"/>
                  <a:pt x="536" y="525"/>
                </a:cubicBezTo>
                <a:cubicBezTo>
                  <a:pt x="536" y="763"/>
                  <a:pt x="679" y="953"/>
                  <a:pt x="894" y="1037"/>
                </a:cubicBezTo>
                <a:lnTo>
                  <a:pt x="894" y="10419"/>
                </a:lnTo>
                <a:lnTo>
                  <a:pt x="513" y="10419"/>
                </a:lnTo>
                <a:cubicBezTo>
                  <a:pt x="215" y="10419"/>
                  <a:pt x="1" y="10657"/>
                  <a:pt x="1" y="10943"/>
                </a:cubicBezTo>
                <a:lnTo>
                  <a:pt x="1" y="11300"/>
                </a:lnTo>
                <a:cubicBezTo>
                  <a:pt x="1" y="11395"/>
                  <a:pt x="72" y="11466"/>
                  <a:pt x="155" y="11466"/>
                </a:cubicBezTo>
                <a:lnTo>
                  <a:pt x="1965" y="11466"/>
                </a:lnTo>
                <a:cubicBezTo>
                  <a:pt x="2049" y="11466"/>
                  <a:pt x="2120" y="11395"/>
                  <a:pt x="2120" y="11300"/>
                </a:cubicBezTo>
                <a:lnTo>
                  <a:pt x="2120" y="10943"/>
                </a:lnTo>
                <a:cubicBezTo>
                  <a:pt x="2120" y="10645"/>
                  <a:pt x="1882" y="10419"/>
                  <a:pt x="1608" y="10419"/>
                </a:cubicBezTo>
                <a:lnTo>
                  <a:pt x="1227" y="10419"/>
                </a:lnTo>
                <a:lnTo>
                  <a:pt x="1227" y="5740"/>
                </a:lnTo>
                <a:lnTo>
                  <a:pt x="4299" y="5740"/>
                </a:lnTo>
                <a:cubicBezTo>
                  <a:pt x="4489" y="5740"/>
                  <a:pt x="4632" y="5585"/>
                  <a:pt x="4632" y="5394"/>
                </a:cubicBezTo>
                <a:lnTo>
                  <a:pt x="4632" y="5025"/>
                </a:lnTo>
                <a:lnTo>
                  <a:pt x="6883" y="5025"/>
                </a:lnTo>
                <a:cubicBezTo>
                  <a:pt x="7002" y="5025"/>
                  <a:pt x="7109" y="4966"/>
                  <a:pt x="7180" y="4859"/>
                </a:cubicBezTo>
                <a:cubicBezTo>
                  <a:pt x="7228" y="4763"/>
                  <a:pt x="7240" y="4632"/>
                  <a:pt x="7180" y="4525"/>
                </a:cubicBezTo>
                <a:lnTo>
                  <a:pt x="6442" y="2882"/>
                </a:lnTo>
                <a:lnTo>
                  <a:pt x="7180" y="1227"/>
                </a:lnTo>
                <a:cubicBezTo>
                  <a:pt x="7228" y="1120"/>
                  <a:pt x="7228" y="989"/>
                  <a:pt x="7156" y="894"/>
                </a:cubicBezTo>
                <a:cubicBezTo>
                  <a:pt x="7097" y="787"/>
                  <a:pt x="6978" y="727"/>
                  <a:pt x="6859" y="727"/>
                </a:cubicBezTo>
                <a:lnTo>
                  <a:pt x="3358" y="727"/>
                </a:lnTo>
                <a:cubicBezTo>
                  <a:pt x="3275" y="727"/>
                  <a:pt x="3192" y="810"/>
                  <a:pt x="3192" y="894"/>
                </a:cubicBezTo>
                <a:lnTo>
                  <a:pt x="3192" y="1453"/>
                </a:lnTo>
                <a:lnTo>
                  <a:pt x="1215" y="1453"/>
                </a:lnTo>
                <a:lnTo>
                  <a:pt x="1215" y="1037"/>
                </a:lnTo>
                <a:cubicBezTo>
                  <a:pt x="1429" y="953"/>
                  <a:pt x="1572" y="763"/>
                  <a:pt x="1572" y="525"/>
                </a:cubicBezTo>
                <a:cubicBezTo>
                  <a:pt x="1572" y="227"/>
                  <a:pt x="1334" y="1"/>
                  <a:pt x="1048" y="1"/>
                </a:cubicBezTo>
                <a:close/>
              </a:path>
            </a:pathLst>
          </a:cu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60" name="Google Shape;2561;p51">
            <a:extLst>
              <a:ext uri="{FF2B5EF4-FFF2-40B4-BE49-F238E27FC236}">
                <a16:creationId xmlns:a16="http://schemas.microsoft.com/office/drawing/2014/main" id="{FA05CF1A-469F-455B-BEDE-0FEB762402FB}"/>
              </a:ext>
            </a:extLst>
          </p:cNvPr>
          <p:cNvGrpSpPr/>
          <p:nvPr/>
        </p:nvGrpSpPr>
        <p:grpSpPr>
          <a:xfrm>
            <a:off x="4567372" y="1369102"/>
            <a:ext cx="230870" cy="230118"/>
            <a:chOff x="852385" y="1510916"/>
            <a:chExt cx="353145" cy="351998"/>
          </a:xfrm>
          <a:solidFill>
            <a:schemeClr val="tx1">
              <a:lumMod val="85000"/>
              <a:lumOff val="15000"/>
            </a:schemeClr>
          </a:solidFill>
        </p:grpSpPr>
        <p:sp>
          <p:nvSpPr>
            <p:cNvPr id="63" name="Google Shape;2562;p51">
              <a:extLst>
                <a:ext uri="{FF2B5EF4-FFF2-40B4-BE49-F238E27FC236}">
                  <a16:creationId xmlns:a16="http://schemas.microsoft.com/office/drawing/2014/main" id="{B8E3C87E-7523-4330-9AC2-B6D3C7D4141E}"/>
                </a:ext>
              </a:extLst>
            </p:cNvPr>
            <p:cNvSpPr/>
            <p:nvPr/>
          </p:nvSpPr>
          <p:spPr>
            <a:xfrm>
              <a:off x="852385" y="1510916"/>
              <a:ext cx="353145" cy="187785"/>
            </a:xfrm>
            <a:custGeom>
              <a:avLst/>
              <a:gdLst/>
              <a:ahLst/>
              <a:cxnLst/>
              <a:rect l="l" t="t" r="r" b="b"/>
              <a:pathLst>
                <a:path w="11086" h="5895" extrusionOk="0">
                  <a:moveTo>
                    <a:pt x="6145" y="334"/>
                  </a:moveTo>
                  <a:lnTo>
                    <a:pt x="6145" y="703"/>
                  </a:lnTo>
                  <a:lnTo>
                    <a:pt x="4942" y="703"/>
                  </a:lnTo>
                  <a:lnTo>
                    <a:pt x="4942" y="334"/>
                  </a:lnTo>
                  <a:close/>
                  <a:moveTo>
                    <a:pt x="10764" y="1025"/>
                  </a:moveTo>
                  <a:lnTo>
                    <a:pt x="10764" y="1596"/>
                  </a:lnTo>
                  <a:lnTo>
                    <a:pt x="346" y="1596"/>
                  </a:lnTo>
                  <a:lnTo>
                    <a:pt x="346" y="1025"/>
                  </a:lnTo>
                  <a:close/>
                  <a:moveTo>
                    <a:pt x="4775" y="1"/>
                  </a:moveTo>
                  <a:cubicBezTo>
                    <a:pt x="4692" y="1"/>
                    <a:pt x="4621" y="84"/>
                    <a:pt x="4621" y="167"/>
                  </a:cubicBezTo>
                  <a:lnTo>
                    <a:pt x="4621" y="703"/>
                  </a:lnTo>
                  <a:lnTo>
                    <a:pt x="168" y="703"/>
                  </a:lnTo>
                  <a:cubicBezTo>
                    <a:pt x="72" y="703"/>
                    <a:pt x="1" y="775"/>
                    <a:pt x="1" y="870"/>
                  </a:cubicBezTo>
                  <a:lnTo>
                    <a:pt x="1" y="1751"/>
                  </a:lnTo>
                  <a:cubicBezTo>
                    <a:pt x="1" y="1834"/>
                    <a:pt x="72" y="1906"/>
                    <a:pt x="168" y="1906"/>
                  </a:cubicBezTo>
                  <a:lnTo>
                    <a:pt x="656" y="1906"/>
                  </a:lnTo>
                  <a:lnTo>
                    <a:pt x="656" y="2620"/>
                  </a:lnTo>
                  <a:cubicBezTo>
                    <a:pt x="656" y="2715"/>
                    <a:pt x="727" y="2787"/>
                    <a:pt x="822" y="2787"/>
                  </a:cubicBezTo>
                  <a:cubicBezTo>
                    <a:pt x="906" y="2787"/>
                    <a:pt x="989" y="2715"/>
                    <a:pt x="989" y="2620"/>
                  </a:cubicBezTo>
                  <a:lnTo>
                    <a:pt x="989" y="1906"/>
                  </a:lnTo>
                  <a:lnTo>
                    <a:pt x="10109" y="1906"/>
                  </a:lnTo>
                  <a:lnTo>
                    <a:pt x="10109" y="5740"/>
                  </a:lnTo>
                  <a:cubicBezTo>
                    <a:pt x="10109" y="5823"/>
                    <a:pt x="10181" y="5894"/>
                    <a:pt x="10276" y="5894"/>
                  </a:cubicBezTo>
                  <a:cubicBezTo>
                    <a:pt x="10359" y="5894"/>
                    <a:pt x="10431" y="5823"/>
                    <a:pt x="10431" y="5740"/>
                  </a:cubicBezTo>
                  <a:lnTo>
                    <a:pt x="10431" y="1918"/>
                  </a:lnTo>
                  <a:lnTo>
                    <a:pt x="10931" y="1918"/>
                  </a:lnTo>
                  <a:cubicBezTo>
                    <a:pt x="11014" y="1918"/>
                    <a:pt x="11086" y="1846"/>
                    <a:pt x="11086" y="1763"/>
                  </a:cubicBezTo>
                  <a:lnTo>
                    <a:pt x="11086" y="882"/>
                  </a:lnTo>
                  <a:cubicBezTo>
                    <a:pt x="11086" y="775"/>
                    <a:pt x="11014" y="703"/>
                    <a:pt x="10931" y="703"/>
                  </a:cubicBezTo>
                  <a:lnTo>
                    <a:pt x="6478" y="703"/>
                  </a:lnTo>
                  <a:lnTo>
                    <a:pt x="6478" y="167"/>
                  </a:lnTo>
                  <a:cubicBezTo>
                    <a:pt x="6478" y="84"/>
                    <a:pt x="6406" y="1"/>
                    <a:pt x="6311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" name="Google Shape;2563;p51">
              <a:extLst>
                <a:ext uri="{FF2B5EF4-FFF2-40B4-BE49-F238E27FC236}">
                  <a16:creationId xmlns:a16="http://schemas.microsoft.com/office/drawing/2014/main" id="{1919F32F-8FE3-4E2C-B0FC-28AAAB49DEF6}"/>
                </a:ext>
              </a:extLst>
            </p:cNvPr>
            <p:cNvSpPr/>
            <p:nvPr/>
          </p:nvSpPr>
          <p:spPr>
            <a:xfrm>
              <a:off x="852385" y="1609921"/>
              <a:ext cx="353145" cy="252992"/>
            </a:xfrm>
            <a:custGeom>
              <a:avLst/>
              <a:gdLst/>
              <a:ahLst/>
              <a:cxnLst/>
              <a:rect l="l" t="t" r="r" b="b"/>
              <a:pathLst>
                <a:path w="11086" h="7942" extrusionOk="0">
                  <a:moveTo>
                    <a:pt x="10764" y="4382"/>
                  </a:moveTo>
                  <a:lnTo>
                    <a:pt x="10764" y="4953"/>
                  </a:lnTo>
                  <a:lnTo>
                    <a:pt x="346" y="4953"/>
                  </a:lnTo>
                  <a:lnTo>
                    <a:pt x="346" y="4382"/>
                  </a:lnTo>
                  <a:close/>
                  <a:moveTo>
                    <a:pt x="6406" y="5275"/>
                  </a:moveTo>
                  <a:lnTo>
                    <a:pt x="6895" y="6168"/>
                  </a:lnTo>
                  <a:lnTo>
                    <a:pt x="4228" y="6168"/>
                  </a:lnTo>
                  <a:lnTo>
                    <a:pt x="4716" y="5275"/>
                  </a:lnTo>
                  <a:close/>
                  <a:moveTo>
                    <a:pt x="4335" y="5275"/>
                  </a:moveTo>
                  <a:lnTo>
                    <a:pt x="3049" y="7608"/>
                  </a:lnTo>
                  <a:lnTo>
                    <a:pt x="2573" y="7608"/>
                  </a:lnTo>
                  <a:lnTo>
                    <a:pt x="3859" y="5275"/>
                  </a:lnTo>
                  <a:close/>
                  <a:moveTo>
                    <a:pt x="7240" y="5275"/>
                  </a:moveTo>
                  <a:lnTo>
                    <a:pt x="8514" y="7608"/>
                  </a:lnTo>
                  <a:lnTo>
                    <a:pt x="8038" y="7608"/>
                  </a:lnTo>
                  <a:lnTo>
                    <a:pt x="6764" y="5275"/>
                  </a:lnTo>
                  <a:close/>
                  <a:moveTo>
                    <a:pt x="822" y="0"/>
                  </a:moveTo>
                  <a:cubicBezTo>
                    <a:pt x="727" y="0"/>
                    <a:pt x="656" y="84"/>
                    <a:pt x="656" y="167"/>
                  </a:cubicBezTo>
                  <a:lnTo>
                    <a:pt x="656" y="4072"/>
                  </a:lnTo>
                  <a:lnTo>
                    <a:pt x="168" y="4072"/>
                  </a:lnTo>
                  <a:cubicBezTo>
                    <a:pt x="72" y="4072"/>
                    <a:pt x="1" y="4144"/>
                    <a:pt x="1" y="4239"/>
                  </a:cubicBezTo>
                  <a:lnTo>
                    <a:pt x="1" y="5108"/>
                  </a:lnTo>
                  <a:cubicBezTo>
                    <a:pt x="1" y="5203"/>
                    <a:pt x="72" y="5275"/>
                    <a:pt x="168" y="5275"/>
                  </a:cubicBezTo>
                  <a:lnTo>
                    <a:pt x="3489" y="5275"/>
                  </a:lnTo>
                  <a:lnTo>
                    <a:pt x="2144" y="7704"/>
                  </a:lnTo>
                  <a:cubicBezTo>
                    <a:pt x="2120" y="7751"/>
                    <a:pt x="2120" y="7811"/>
                    <a:pt x="2144" y="7870"/>
                  </a:cubicBezTo>
                  <a:cubicBezTo>
                    <a:pt x="2180" y="7906"/>
                    <a:pt x="2239" y="7942"/>
                    <a:pt x="2275" y="7942"/>
                  </a:cubicBezTo>
                  <a:lnTo>
                    <a:pt x="3132" y="7942"/>
                  </a:lnTo>
                  <a:cubicBezTo>
                    <a:pt x="3192" y="7942"/>
                    <a:pt x="3251" y="7906"/>
                    <a:pt x="3275" y="7846"/>
                  </a:cubicBezTo>
                  <a:lnTo>
                    <a:pt x="3644" y="7168"/>
                  </a:lnTo>
                  <a:lnTo>
                    <a:pt x="4644" y="7168"/>
                  </a:lnTo>
                  <a:cubicBezTo>
                    <a:pt x="4728" y="7168"/>
                    <a:pt x="4811" y="7096"/>
                    <a:pt x="4811" y="7001"/>
                  </a:cubicBezTo>
                  <a:cubicBezTo>
                    <a:pt x="4811" y="6906"/>
                    <a:pt x="4728" y="6834"/>
                    <a:pt x="4644" y="6834"/>
                  </a:cubicBezTo>
                  <a:lnTo>
                    <a:pt x="3823" y="6834"/>
                  </a:lnTo>
                  <a:lnTo>
                    <a:pt x="4037" y="6465"/>
                  </a:lnTo>
                  <a:lnTo>
                    <a:pt x="7061" y="6465"/>
                  </a:lnTo>
                  <a:lnTo>
                    <a:pt x="7252" y="6834"/>
                  </a:lnTo>
                  <a:lnTo>
                    <a:pt x="5299" y="6834"/>
                  </a:lnTo>
                  <a:cubicBezTo>
                    <a:pt x="5216" y="6834"/>
                    <a:pt x="5133" y="6906"/>
                    <a:pt x="5133" y="7001"/>
                  </a:cubicBezTo>
                  <a:cubicBezTo>
                    <a:pt x="5133" y="7096"/>
                    <a:pt x="5216" y="7168"/>
                    <a:pt x="5299" y="7168"/>
                  </a:cubicBezTo>
                  <a:lnTo>
                    <a:pt x="7430" y="7168"/>
                  </a:lnTo>
                  <a:lnTo>
                    <a:pt x="7800" y="7846"/>
                  </a:lnTo>
                  <a:cubicBezTo>
                    <a:pt x="7835" y="7894"/>
                    <a:pt x="7895" y="7942"/>
                    <a:pt x="7954" y="7942"/>
                  </a:cubicBezTo>
                  <a:lnTo>
                    <a:pt x="8800" y="7942"/>
                  </a:lnTo>
                  <a:cubicBezTo>
                    <a:pt x="8859" y="7942"/>
                    <a:pt x="8907" y="7906"/>
                    <a:pt x="8931" y="7870"/>
                  </a:cubicBezTo>
                  <a:cubicBezTo>
                    <a:pt x="8966" y="7823"/>
                    <a:pt x="8966" y="7763"/>
                    <a:pt x="8931" y="7704"/>
                  </a:cubicBezTo>
                  <a:lnTo>
                    <a:pt x="7597" y="5275"/>
                  </a:lnTo>
                  <a:lnTo>
                    <a:pt x="10931" y="5275"/>
                  </a:lnTo>
                  <a:cubicBezTo>
                    <a:pt x="11014" y="5275"/>
                    <a:pt x="11086" y="5203"/>
                    <a:pt x="11086" y="5108"/>
                  </a:cubicBezTo>
                  <a:lnTo>
                    <a:pt x="11086" y="4239"/>
                  </a:lnTo>
                  <a:cubicBezTo>
                    <a:pt x="11086" y="4144"/>
                    <a:pt x="11014" y="4072"/>
                    <a:pt x="10931" y="4072"/>
                  </a:cubicBezTo>
                  <a:lnTo>
                    <a:pt x="10431" y="4072"/>
                  </a:lnTo>
                  <a:lnTo>
                    <a:pt x="10431" y="3263"/>
                  </a:lnTo>
                  <a:cubicBezTo>
                    <a:pt x="10431" y="3179"/>
                    <a:pt x="10359" y="3108"/>
                    <a:pt x="10276" y="3108"/>
                  </a:cubicBezTo>
                  <a:cubicBezTo>
                    <a:pt x="10181" y="3108"/>
                    <a:pt x="10109" y="3179"/>
                    <a:pt x="10109" y="3263"/>
                  </a:cubicBezTo>
                  <a:lnTo>
                    <a:pt x="10109" y="4072"/>
                  </a:lnTo>
                  <a:lnTo>
                    <a:pt x="989" y="4072"/>
                  </a:lnTo>
                  <a:lnTo>
                    <a:pt x="989" y="167"/>
                  </a:lnTo>
                  <a:cubicBezTo>
                    <a:pt x="989" y="84"/>
                    <a:pt x="906" y="0"/>
                    <a:pt x="822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" name="Google Shape;2564;p51">
              <a:extLst>
                <a:ext uri="{FF2B5EF4-FFF2-40B4-BE49-F238E27FC236}">
                  <a16:creationId xmlns:a16="http://schemas.microsoft.com/office/drawing/2014/main" id="{CA4BE8FC-BFBD-4665-AB35-B56061B229F9}"/>
                </a:ext>
              </a:extLst>
            </p:cNvPr>
            <p:cNvSpPr/>
            <p:nvPr/>
          </p:nvSpPr>
          <p:spPr>
            <a:xfrm>
              <a:off x="928264" y="1584501"/>
              <a:ext cx="198775" cy="140735"/>
            </a:xfrm>
            <a:custGeom>
              <a:avLst/>
              <a:gdLst/>
              <a:ahLst/>
              <a:cxnLst/>
              <a:rect l="l" t="t" r="r" b="b"/>
              <a:pathLst>
                <a:path w="6240" h="4418" extrusionOk="0">
                  <a:moveTo>
                    <a:pt x="5608" y="322"/>
                  </a:moveTo>
                  <a:cubicBezTo>
                    <a:pt x="5787" y="322"/>
                    <a:pt x="5929" y="465"/>
                    <a:pt x="5929" y="643"/>
                  </a:cubicBezTo>
                  <a:cubicBezTo>
                    <a:pt x="5929" y="798"/>
                    <a:pt x="5775" y="953"/>
                    <a:pt x="5608" y="953"/>
                  </a:cubicBezTo>
                  <a:cubicBezTo>
                    <a:pt x="5453" y="953"/>
                    <a:pt x="5298" y="822"/>
                    <a:pt x="5298" y="643"/>
                  </a:cubicBezTo>
                  <a:cubicBezTo>
                    <a:pt x="5298" y="477"/>
                    <a:pt x="5429" y="322"/>
                    <a:pt x="5608" y="322"/>
                  </a:cubicBezTo>
                  <a:close/>
                  <a:moveTo>
                    <a:pt x="2131" y="1334"/>
                  </a:moveTo>
                  <a:cubicBezTo>
                    <a:pt x="2310" y="1334"/>
                    <a:pt x="2441" y="1477"/>
                    <a:pt x="2441" y="1656"/>
                  </a:cubicBezTo>
                  <a:cubicBezTo>
                    <a:pt x="2441" y="1834"/>
                    <a:pt x="2310" y="1965"/>
                    <a:pt x="2131" y="1965"/>
                  </a:cubicBezTo>
                  <a:cubicBezTo>
                    <a:pt x="1965" y="1965"/>
                    <a:pt x="1822" y="1834"/>
                    <a:pt x="1822" y="1656"/>
                  </a:cubicBezTo>
                  <a:cubicBezTo>
                    <a:pt x="1822" y="1489"/>
                    <a:pt x="1953" y="1334"/>
                    <a:pt x="2131" y="1334"/>
                  </a:cubicBezTo>
                  <a:close/>
                  <a:moveTo>
                    <a:pt x="4036" y="2429"/>
                  </a:moveTo>
                  <a:cubicBezTo>
                    <a:pt x="4215" y="2429"/>
                    <a:pt x="4346" y="2560"/>
                    <a:pt x="4346" y="2739"/>
                  </a:cubicBezTo>
                  <a:cubicBezTo>
                    <a:pt x="4346" y="2918"/>
                    <a:pt x="4203" y="3049"/>
                    <a:pt x="4036" y="3049"/>
                  </a:cubicBezTo>
                  <a:cubicBezTo>
                    <a:pt x="3870" y="3049"/>
                    <a:pt x="3727" y="2918"/>
                    <a:pt x="3727" y="2739"/>
                  </a:cubicBezTo>
                  <a:cubicBezTo>
                    <a:pt x="3727" y="2572"/>
                    <a:pt x="3858" y="2429"/>
                    <a:pt x="4036" y="2429"/>
                  </a:cubicBezTo>
                  <a:close/>
                  <a:moveTo>
                    <a:pt x="595" y="3501"/>
                  </a:moveTo>
                  <a:cubicBezTo>
                    <a:pt x="774" y="3501"/>
                    <a:pt x="905" y="3632"/>
                    <a:pt x="905" y="3811"/>
                  </a:cubicBezTo>
                  <a:cubicBezTo>
                    <a:pt x="905" y="3989"/>
                    <a:pt x="762" y="4120"/>
                    <a:pt x="595" y="4120"/>
                  </a:cubicBezTo>
                  <a:cubicBezTo>
                    <a:pt x="429" y="4120"/>
                    <a:pt x="286" y="3989"/>
                    <a:pt x="286" y="3811"/>
                  </a:cubicBezTo>
                  <a:cubicBezTo>
                    <a:pt x="286" y="3644"/>
                    <a:pt x="417" y="3501"/>
                    <a:pt x="595" y="3501"/>
                  </a:cubicBezTo>
                  <a:close/>
                  <a:moveTo>
                    <a:pt x="5608" y="1"/>
                  </a:moveTo>
                  <a:cubicBezTo>
                    <a:pt x="5275" y="1"/>
                    <a:pt x="4989" y="286"/>
                    <a:pt x="4989" y="632"/>
                  </a:cubicBezTo>
                  <a:cubicBezTo>
                    <a:pt x="4989" y="786"/>
                    <a:pt x="5048" y="941"/>
                    <a:pt x="5156" y="1048"/>
                  </a:cubicBezTo>
                  <a:lnTo>
                    <a:pt x="4239" y="2132"/>
                  </a:lnTo>
                  <a:cubicBezTo>
                    <a:pt x="4179" y="2120"/>
                    <a:pt x="4108" y="2096"/>
                    <a:pt x="4048" y="2096"/>
                  </a:cubicBezTo>
                  <a:cubicBezTo>
                    <a:pt x="3858" y="2096"/>
                    <a:pt x="3679" y="2191"/>
                    <a:pt x="3560" y="2334"/>
                  </a:cubicBezTo>
                  <a:lnTo>
                    <a:pt x="2739" y="1882"/>
                  </a:lnTo>
                  <a:cubicBezTo>
                    <a:pt x="2774" y="1798"/>
                    <a:pt x="2786" y="1727"/>
                    <a:pt x="2786" y="1656"/>
                  </a:cubicBezTo>
                  <a:cubicBezTo>
                    <a:pt x="2786" y="1310"/>
                    <a:pt x="2500" y="1024"/>
                    <a:pt x="2155" y="1024"/>
                  </a:cubicBezTo>
                  <a:cubicBezTo>
                    <a:pt x="1822" y="1024"/>
                    <a:pt x="1536" y="1310"/>
                    <a:pt x="1536" y="1656"/>
                  </a:cubicBezTo>
                  <a:cubicBezTo>
                    <a:pt x="1536" y="1822"/>
                    <a:pt x="1596" y="1953"/>
                    <a:pt x="1703" y="2072"/>
                  </a:cubicBezTo>
                  <a:lnTo>
                    <a:pt x="834" y="3203"/>
                  </a:lnTo>
                  <a:cubicBezTo>
                    <a:pt x="774" y="3191"/>
                    <a:pt x="703" y="3168"/>
                    <a:pt x="631" y="3168"/>
                  </a:cubicBezTo>
                  <a:cubicBezTo>
                    <a:pt x="286" y="3168"/>
                    <a:pt x="0" y="3453"/>
                    <a:pt x="0" y="3799"/>
                  </a:cubicBezTo>
                  <a:cubicBezTo>
                    <a:pt x="0" y="4144"/>
                    <a:pt x="286" y="4418"/>
                    <a:pt x="631" y="4418"/>
                  </a:cubicBezTo>
                  <a:cubicBezTo>
                    <a:pt x="965" y="4418"/>
                    <a:pt x="1250" y="4144"/>
                    <a:pt x="1250" y="3799"/>
                  </a:cubicBezTo>
                  <a:cubicBezTo>
                    <a:pt x="1250" y="3632"/>
                    <a:pt x="1191" y="3501"/>
                    <a:pt x="1084" y="3382"/>
                  </a:cubicBezTo>
                  <a:lnTo>
                    <a:pt x="1953" y="2251"/>
                  </a:lnTo>
                  <a:cubicBezTo>
                    <a:pt x="2012" y="2263"/>
                    <a:pt x="2084" y="2275"/>
                    <a:pt x="2155" y="2275"/>
                  </a:cubicBezTo>
                  <a:cubicBezTo>
                    <a:pt x="2310" y="2275"/>
                    <a:pt x="2441" y="2215"/>
                    <a:pt x="2560" y="2144"/>
                  </a:cubicBezTo>
                  <a:lnTo>
                    <a:pt x="3441" y="2632"/>
                  </a:lnTo>
                  <a:cubicBezTo>
                    <a:pt x="3441" y="2668"/>
                    <a:pt x="3429" y="2691"/>
                    <a:pt x="3429" y="2739"/>
                  </a:cubicBezTo>
                  <a:cubicBezTo>
                    <a:pt x="3429" y="3084"/>
                    <a:pt x="3703" y="3370"/>
                    <a:pt x="4048" y="3370"/>
                  </a:cubicBezTo>
                  <a:cubicBezTo>
                    <a:pt x="4394" y="3370"/>
                    <a:pt x="4679" y="3084"/>
                    <a:pt x="4679" y="2739"/>
                  </a:cubicBezTo>
                  <a:cubicBezTo>
                    <a:pt x="4679" y="2572"/>
                    <a:pt x="4620" y="2429"/>
                    <a:pt x="4513" y="2322"/>
                  </a:cubicBezTo>
                  <a:lnTo>
                    <a:pt x="5418" y="1239"/>
                  </a:lnTo>
                  <a:cubicBezTo>
                    <a:pt x="5477" y="1251"/>
                    <a:pt x="5548" y="1263"/>
                    <a:pt x="5608" y="1263"/>
                  </a:cubicBezTo>
                  <a:cubicBezTo>
                    <a:pt x="5953" y="1263"/>
                    <a:pt x="6239" y="989"/>
                    <a:pt x="6239" y="643"/>
                  </a:cubicBezTo>
                  <a:cubicBezTo>
                    <a:pt x="6239" y="286"/>
                    <a:pt x="5953" y="1"/>
                    <a:pt x="5608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66" name="Google Shape;3637;p53">
            <a:extLst>
              <a:ext uri="{FF2B5EF4-FFF2-40B4-BE49-F238E27FC236}">
                <a16:creationId xmlns:a16="http://schemas.microsoft.com/office/drawing/2014/main" id="{4AD75BB9-FA08-4795-8951-1D6FAE49B1F3}"/>
              </a:ext>
            </a:extLst>
          </p:cNvPr>
          <p:cNvGrpSpPr/>
          <p:nvPr/>
        </p:nvGrpSpPr>
        <p:grpSpPr>
          <a:xfrm>
            <a:off x="8649694" y="1377985"/>
            <a:ext cx="286642" cy="288164"/>
            <a:chOff x="7098912" y="1969392"/>
            <a:chExt cx="359651" cy="361560"/>
          </a:xfrm>
          <a:solidFill>
            <a:schemeClr val="tx1">
              <a:lumMod val="85000"/>
              <a:lumOff val="15000"/>
            </a:schemeClr>
          </a:solidFill>
        </p:grpSpPr>
        <p:sp>
          <p:nvSpPr>
            <p:cNvPr id="67" name="Google Shape;3638;p53">
              <a:extLst>
                <a:ext uri="{FF2B5EF4-FFF2-40B4-BE49-F238E27FC236}">
                  <a16:creationId xmlns:a16="http://schemas.microsoft.com/office/drawing/2014/main" id="{720044B5-7EC5-459E-A6AE-048C2133F775}"/>
                </a:ext>
              </a:extLst>
            </p:cNvPr>
            <p:cNvSpPr/>
            <p:nvPr/>
          </p:nvSpPr>
          <p:spPr>
            <a:xfrm>
              <a:off x="7098912" y="2127607"/>
              <a:ext cx="134567" cy="202582"/>
            </a:xfrm>
            <a:custGeom>
              <a:avLst/>
              <a:gdLst/>
              <a:ahLst/>
              <a:cxnLst/>
              <a:rect l="l" t="t" r="r" b="b"/>
              <a:pathLst>
                <a:path w="4228" h="6365" extrusionOk="0">
                  <a:moveTo>
                    <a:pt x="2108" y="331"/>
                  </a:moveTo>
                  <a:cubicBezTo>
                    <a:pt x="2153" y="331"/>
                    <a:pt x="2198" y="334"/>
                    <a:pt x="2239" y="340"/>
                  </a:cubicBezTo>
                  <a:cubicBezTo>
                    <a:pt x="2978" y="399"/>
                    <a:pt x="3537" y="1042"/>
                    <a:pt x="3537" y="1780"/>
                  </a:cubicBezTo>
                  <a:cubicBezTo>
                    <a:pt x="3537" y="2483"/>
                    <a:pt x="3704" y="3138"/>
                    <a:pt x="3847" y="3483"/>
                  </a:cubicBezTo>
                  <a:lnTo>
                    <a:pt x="3847" y="3495"/>
                  </a:lnTo>
                  <a:cubicBezTo>
                    <a:pt x="3656" y="3602"/>
                    <a:pt x="3335" y="3793"/>
                    <a:pt x="2787" y="3912"/>
                  </a:cubicBezTo>
                  <a:lnTo>
                    <a:pt x="2787" y="3864"/>
                  </a:lnTo>
                  <a:lnTo>
                    <a:pt x="2787" y="3531"/>
                  </a:lnTo>
                  <a:cubicBezTo>
                    <a:pt x="3001" y="3412"/>
                    <a:pt x="3180" y="3233"/>
                    <a:pt x="3299" y="3007"/>
                  </a:cubicBezTo>
                  <a:cubicBezTo>
                    <a:pt x="3537" y="2590"/>
                    <a:pt x="3454" y="2066"/>
                    <a:pt x="3108" y="1745"/>
                  </a:cubicBezTo>
                  <a:cubicBezTo>
                    <a:pt x="2870" y="1518"/>
                    <a:pt x="2430" y="1245"/>
                    <a:pt x="1727" y="1245"/>
                  </a:cubicBezTo>
                  <a:cubicBezTo>
                    <a:pt x="1680" y="1245"/>
                    <a:pt x="1632" y="1268"/>
                    <a:pt x="1608" y="1292"/>
                  </a:cubicBezTo>
                  <a:lnTo>
                    <a:pt x="1251" y="1649"/>
                  </a:lnTo>
                  <a:cubicBezTo>
                    <a:pt x="1192" y="1709"/>
                    <a:pt x="1192" y="1816"/>
                    <a:pt x="1251" y="1888"/>
                  </a:cubicBezTo>
                  <a:cubicBezTo>
                    <a:pt x="1281" y="1917"/>
                    <a:pt x="1323" y="1932"/>
                    <a:pt x="1366" y="1932"/>
                  </a:cubicBezTo>
                  <a:cubicBezTo>
                    <a:pt x="1409" y="1932"/>
                    <a:pt x="1454" y="1917"/>
                    <a:pt x="1489" y="1888"/>
                  </a:cubicBezTo>
                  <a:lnTo>
                    <a:pt x="1799" y="1578"/>
                  </a:lnTo>
                  <a:cubicBezTo>
                    <a:pt x="2239" y="1590"/>
                    <a:pt x="2608" y="1721"/>
                    <a:pt x="2882" y="1983"/>
                  </a:cubicBezTo>
                  <a:cubicBezTo>
                    <a:pt x="3120" y="2185"/>
                    <a:pt x="3180" y="2542"/>
                    <a:pt x="3025" y="2828"/>
                  </a:cubicBezTo>
                  <a:cubicBezTo>
                    <a:pt x="2823" y="3173"/>
                    <a:pt x="2466" y="3376"/>
                    <a:pt x="2085" y="3376"/>
                  </a:cubicBezTo>
                  <a:cubicBezTo>
                    <a:pt x="1489" y="3376"/>
                    <a:pt x="1013" y="2900"/>
                    <a:pt x="1013" y="2304"/>
                  </a:cubicBezTo>
                  <a:cubicBezTo>
                    <a:pt x="1013" y="2209"/>
                    <a:pt x="942" y="2138"/>
                    <a:pt x="846" y="2138"/>
                  </a:cubicBezTo>
                  <a:cubicBezTo>
                    <a:pt x="763" y="2138"/>
                    <a:pt x="680" y="2209"/>
                    <a:pt x="680" y="2304"/>
                  </a:cubicBezTo>
                  <a:cubicBezTo>
                    <a:pt x="680" y="2828"/>
                    <a:pt x="965" y="3292"/>
                    <a:pt x="1394" y="3519"/>
                  </a:cubicBezTo>
                  <a:lnTo>
                    <a:pt x="1394" y="3852"/>
                  </a:lnTo>
                  <a:lnTo>
                    <a:pt x="1394" y="3900"/>
                  </a:lnTo>
                  <a:cubicBezTo>
                    <a:pt x="834" y="3781"/>
                    <a:pt x="501" y="3602"/>
                    <a:pt x="370" y="3495"/>
                  </a:cubicBezTo>
                  <a:cubicBezTo>
                    <a:pt x="370" y="3495"/>
                    <a:pt x="358" y="3495"/>
                    <a:pt x="370" y="3483"/>
                  </a:cubicBezTo>
                  <a:cubicBezTo>
                    <a:pt x="525" y="3138"/>
                    <a:pt x="680" y="2483"/>
                    <a:pt x="680" y="1780"/>
                  </a:cubicBezTo>
                  <a:cubicBezTo>
                    <a:pt x="680" y="1042"/>
                    <a:pt x="1251" y="399"/>
                    <a:pt x="1977" y="340"/>
                  </a:cubicBezTo>
                  <a:cubicBezTo>
                    <a:pt x="2019" y="334"/>
                    <a:pt x="2064" y="331"/>
                    <a:pt x="2108" y="331"/>
                  </a:cubicBezTo>
                  <a:close/>
                  <a:moveTo>
                    <a:pt x="2442" y="3662"/>
                  </a:moveTo>
                  <a:lnTo>
                    <a:pt x="2442" y="3852"/>
                  </a:lnTo>
                  <a:cubicBezTo>
                    <a:pt x="2442" y="4043"/>
                    <a:pt x="2549" y="4221"/>
                    <a:pt x="2727" y="4316"/>
                  </a:cubicBezTo>
                  <a:lnTo>
                    <a:pt x="2823" y="4376"/>
                  </a:lnTo>
                  <a:cubicBezTo>
                    <a:pt x="2680" y="4626"/>
                    <a:pt x="2382" y="4793"/>
                    <a:pt x="2073" y="4793"/>
                  </a:cubicBezTo>
                  <a:cubicBezTo>
                    <a:pt x="1751" y="4793"/>
                    <a:pt x="1477" y="4626"/>
                    <a:pt x="1311" y="4376"/>
                  </a:cubicBezTo>
                  <a:lnTo>
                    <a:pt x="1418" y="4316"/>
                  </a:lnTo>
                  <a:cubicBezTo>
                    <a:pt x="1596" y="4221"/>
                    <a:pt x="1692" y="4043"/>
                    <a:pt x="1692" y="3852"/>
                  </a:cubicBezTo>
                  <a:lnTo>
                    <a:pt x="1692" y="3662"/>
                  </a:lnTo>
                  <a:cubicBezTo>
                    <a:pt x="1811" y="3685"/>
                    <a:pt x="1930" y="3709"/>
                    <a:pt x="2073" y="3709"/>
                  </a:cubicBezTo>
                  <a:cubicBezTo>
                    <a:pt x="2192" y="3709"/>
                    <a:pt x="2323" y="3685"/>
                    <a:pt x="2442" y="3662"/>
                  </a:cubicBezTo>
                  <a:close/>
                  <a:moveTo>
                    <a:pt x="2096" y="0"/>
                  </a:moveTo>
                  <a:cubicBezTo>
                    <a:pt x="2040" y="0"/>
                    <a:pt x="1983" y="6"/>
                    <a:pt x="1930" y="18"/>
                  </a:cubicBezTo>
                  <a:cubicBezTo>
                    <a:pt x="1037" y="102"/>
                    <a:pt x="334" y="875"/>
                    <a:pt x="334" y="1780"/>
                  </a:cubicBezTo>
                  <a:cubicBezTo>
                    <a:pt x="334" y="2435"/>
                    <a:pt x="180" y="3042"/>
                    <a:pt x="60" y="3364"/>
                  </a:cubicBezTo>
                  <a:cubicBezTo>
                    <a:pt x="1" y="3507"/>
                    <a:pt x="37" y="3673"/>
                    <a:pt x="180" y="3781"/>
                  </a:cubicBezTo>
                  <a:cubicBezTo>
                    <a:pt x="311" y="3888"/>
                    <a:pt x="596" y="4043"/>
                    <a:pt x="1037" y="4162"/>
                  </a:cubicBezTo>
                  <a:lnTo>
                    <a:pt x="382" y="4495"/>
                  </a:lnTo>
                  <a:cubicBezTo>
                    <a:pt x="144" y="4614"/>
                    <a:pt x="1" y="4852"/>
                    <a:pt x="1" y="5114"/>
                  </a:cubicBezTo>
                  <a:lnTo>
                    <a:pt x="1" y="6209"/>
                  </a:lnTo>
                  <a:cubicBezTo>
                    <a:pt x="1" y="6293"/>
                    <a:pt x="72" y="6364"/>
                    <a:pt x="156" y="6364"/>
                  </a:cubicBezTo>
                  <a:cubicBezTo>
                    <a:pt x="251" y="6364"/>
                    <a:pt x="322" y="6293"/>
                    <a:pt x="322" y="6209"/>
                  </a:cubicBezTo>
                  <a:lnTo>
                    <a:pt x="322" y="5114"/>
                  </a:lnTo>
                  <a:cubicBezTo>
                    <a:pt x="322" y="4983"/>
                    <a:pt x="394" y="4852"/>
                    <a:pt x="537" y="4793"/>
                  </a:cubicBezTo>
                  <a:lnTo>
                    <a:pt x="1049" y="4519"/>
                  </a:lnTo>
                  <a:cubicBezTo>
                    <a:pt x="1275" y="4900"/>
                    <a:pt x="1680" y="5138"/>
                    <a:pt x="2108" y="5138"/>
                  </a:cubicBezTo>
                  <a:cubicBezTo>
                    <a:pt x="2561" y="5138"/>
                    <a:pt x="2942" y="4900"/>
                    <a:pt x="3168" y="4519"/>
                  </a:cubicBezTo>
                  <a:lnTo>
                    <a:pt x="3692" y="4793"/>
                  </a:lnTo>
                  <a:cubicBezTo>
                    <a:pt x="3811" y="4852"/>
                    <a:pt x="3894" y="4983"/>
                    <a:pt x="3894" y="5114"/>
                  </a:cubicBezTo>
                  <a:lnTo>
                    <a:pt x="3894" y="6209"/>
                  </a:lnTo>
                  <a:cubicBezTo>
                    <a:pt x="3894" y="6293"/>
                    <a:pt x="3966" y="6364"/>
                    <a:pt x="4061" y="6364"/>
                  </a:cubicBezTo>
                  <a:cubicBezTo>
                    <a:pt x="4144" y="6364"/>
                    <a:pt x="4228" y="6293"/>
                    <a:pt x="4228" y="6209"/>
                  </a:cubicBezTo>
                  <a:lnTo>
                    <a:pt x="4228" y="5114"/>
                  </a:lnTo>
                  <a:cubicBezTo>
                    <a:pt x="4192" y="4852"/>
                    <a:pt x="4049" y="4614"/>
                    <a:pt x="3811" y="4495"/>
                  </a:cubicBezTo>
                  <a:lnTo>
                    <a:pt x="3156" y="4162"/>
                  </a:lnTo>
                  <a:cubicBezTo>
                    <a:pt x="3597" y="4043"/>
                    <a:pt x="3870" y="3888"/>
                    <a:pt x="4013" y="3781"/>
                  </a:cubicBezTo>
                  <a:cubicBezTo>
                    <a:pt x="4156" y="3685"/>
                    <a:pt x="4192" y="3507"/>
                    <a:pt x="4132" y="3364"/>
                  </a:cubicBezTo>
                  <a:cubicBezTo>
                    <a:pt x="4001" y="3042"/>
                    <a:pt x="3847" y="2435"/>
                    <a:pt x="3847" y="1780"/>
                  </a:cubicBezTo>
                  <a:cubicBezTo>
                    <a:pt x="3847" y="875"/>
                    <a:pt x="3156" y="90"/>
                    <a:pt x="2263" y="18"/>
                  </a:cubicBezTo>
                  <a:cubicBezTo>
                    <a:pt x="2210" y="6"/>
                    <a:pt x="2153" y="0"/>
                    <a:pt x="209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68" name="Google Shape;3639;p53">
              <a:extLst>
                <a:ext uri="{FF2B5EF4-FFF2-40B4-BE49-F238E27FC236}">
                  <a16:creationId xmlns:a16="http://schemas.microsoft.com/office/drawing/2014/main" id="{FC9BBF50-6DDB-4E90-BFCE-9AE41ECC7DCE}"/>
                </a:ext>
              </a:extLst>
            </p:cNvPr>
            <p:cNvSpPr/>
            <p:nvPr/>
          </p:nvSpPr>
          <p:spPr>
            <a:xfrm>
              <a:off x="7120141" y="2297184"/>
              <a:ext cx="10662" cy="33005"/>
            </a:xfrm>
            <a:custGeom>
              <a:avLst/>
              <a:gdLst/>
              <a:ahLst/>
              <a:cxnLst/>
              <a:rect l="l" t="t" r="r" b="b"/>
              <a:pathLst>
                <a:path w="335" h="1037" extrusionOk="0">
                  <a:moveTo>
                    <a:pt x="167" y="0"/>
                  </a:moveTo>
                  <a:cubicBezTo>
                    <a:pt x="72" y="0"/>
                    <a:pt x="1" y="72"/>
                    <a:pt x="1" y="167"/>
                  </a:cubicBezTo>
                  <a:lnTo>
                    <a:pt x="1" y="881"/>
                  </a:lnTo>
                  <a:cubicBezTo>
                    <a:pt x="1" y="965"/>
                    <a:pt x="72" y="1036"/>
                    <a:pt x="167" y="1036"/>
                  </a:cubicBezTo>
                  <a:cubicBezTo>
                    <a:pt x="251" y="1036"/>
                    <a:pt x="334" y="965"/>
                    <a:pt x="334" y="881"/>
                  </a:cubicBezTo>
                  <a:lnTo>
                    <a:pt x="334" y="167"/>
                  </a:lnTo>
                  <a:cubicBezTo>
                    <a:pt x="334" y="72"/>
                    <a:pt x="251" y="0"/>
                    <a:pt x="167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69" name="Google Shape;3640;p53">
              <a:extLst>
                <a:ext uri="{FF2B5EF4-FFF2-40B4-BE49-F238E27FC236}">
                  <a16:creationId xmlns:a16="http://schemas.microsoft.com/office/drawing/2014/main" id="{CFF6D3A9-9607-469D-811B-FCB4162826D3}"/>
                </a:ext>
              </a:extLst>
            </p:cNvPr>
            <p:cNvSpPr/>
            <p:nvPr/>
          </p:nvSpPr>
          <p:spPr>
            <a:xfrm>
              <a:off x="7199360" y="2297184"/>
              <a:ext cx="10248" cy="33005"/>
            </a:xfrm>
            <a:custGeom>
              <a:avLst/>
              <a:gdLst/>
              <a:ahLst/>
              <a:cxnLst/>
              <a:rect l="l" t="t" r="r" b="b"/>
              <a:pathLst>
                <a:path w="322" h="1037" extrusionOk="0">
                  <a:moveTo>
                    <a:pt x="167" y="0"/>
                  </a:moveTo>
                  <a:cubicBezTo>
                    <a:pt x="72" y="0"/>
                    <a:pt x="0" y="72"/>
                    <a:pt x="0" y="167"/>
                  </a:cubicBezTo>
                  <a:lnTo>
                    <a:pt x="0" y="881"/>
                  </a:lnTo>
                  <a:cubicBezTo>
                    <a:pt x="0" y="965"/>
                    <a:pt x="72" y="1036"/>
                    <a:pt x="167" y="1036"/>
                  </a:cubicBezTo>
                  <a:cubicBezTo>
                    <a:pt x="250" y="1036"/>
                    <a:pt x="322" y="965"/>
                    <a:pt x="322" y="881"/>
                  </a:cubicBezTo>
                  <a:lnTo>
                    <a:pt x="322" y="167"/>
                  </a:lnTo>
                  <a:cubicBezTo>
                    <a:pt x="322" y="72"/>
                    <a:pt x="250" y="0"/>
                    <a:pt x="167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70" name="Google Shape;3641;p53">
              <a:extLst>
                <a:ext uri="{FF2B5EF4-FFF2-40B4-BE49-F238E27FC236}">
                  <a16:creationId xmlns:a16="http://schemas.microsoft.com/office/drawing/2014/main" id="{DB651687-7563-4694-B26B-5A783AE845C3}"/>
                </a:ext>
              </a:extLst>
            </p:cNvPr>
            <p:cNvSpPr/>
            <p:nvPr/>
          </p:nvSpPr>
          <p:spPr>
            <a:xfrm>
              <a:off x="7357001" y="2165704"/>
              <a:ext cx="56876" cy="17823"/>
            </a:xfrm>
            <a:custGeom>
              <a:avLst/>
              <a:gdLst/>
              <a:ahLst/>
              <a:cxnLst/>
              <a:rect l="l" t="t" r="r" b="b"/>
              <a:pathLst>
                <a:path w="1787" h="560" extrusionOk="0">
                  <a:moveTo>
                    <a:pt x="630" y="0"/>
                  </a:moveTo>
                  <a:cubicBezTo>
                    <a:pt x="478" y="0"/>
                    <a:pt x="311" y="14"/>
                    <a:pt x="131" y="48"/>
                  </a:cubicBezTo>
                  <a:cubicBezTo>
                    <a:pt x="60" y="71"/>
                    <a:pt x="0" y="143"/>
                    <a:pt x="0" y="214"/>
                  </a:cubicBezTo>
                  <a:lnTo>
                    <a:pt x="0" y="393"/>
                  </a:lnTo>
                  <a:cubicBezTo>
                    <a:pt x="0" y="488"/>
                    <a:pt x="72" y="560"/>
                    <a:pt x="167" y="560"/>
                  </a:cubicBezTo>
                  <a:cubicBezTo>
                    <a:pt x="250" y="560"/>
                    <a:pt x="322" y="488"/>
                    <a:pt x="322" y="393"/>
                  </a:cubicBezTo>
                  <a:lnTo>
                    <a:pt x="322" y="345"/>
                  </a:lnTo>
                  <a:cubicBezTo>
                    <a:pt x="436" y="334"/>
                    <a:pt x="543" y="328"/>
                    <a:pt x="642" y="328"/>
                  </a:cubicBezTo>
                  <a:cubicBezTo>
                    <a:pt x="851" y="328"/>
                    <a:pt x="1022" y="352"/>
                    <a:pt x="1143" y="393"/>
                  </a:cubicBezTo>
                  <a:cubicBezTo>
                    <a:pt x="1369" y="452"/>
                    <a:pt x="1488" y="524"/>
                    <a:pt x="1488" y="524"/>
                  </a:cubicBezTo>
                  <a:cubicBezTo>
                    <a:pt x="1512" y="548"/>
                    <a:pt x="1548" y="560"/>
                    <a:pt x="1572" y="560"/>
                  </a:cubicBezTo>
                  <a:cubicBezTo>
                    <a:pt x="1631" y="560"/>
                    <a:pt x="1679" y="524"/>
                    <a:pt x="1715" y="488"/>
                  </a:cubicBezTo>
                  <a:cubicBezTo>
                    <a:pt x="1786" y="405"/>
                    <a:pt x="1762" y="310"/>
                    <a:pt x="1679" y="262"/>
                  </a:cubicBezTo>
                  <a:cubicBezTo>
                    <a:pt x="1660" y="252"/>
                    <a:pt x="1280" y="0"/>
                    <a:pt x="630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71" name="Google Shape;3642;p53">
              <a:extLst>
                <a:ext uri="{FF2B5EF4-FFF2-40B4-BE49-F238E27FC236}">
                  <a16:creationId xmlns:a16="http://schemas.microsoft.com/office/drawing/2014/main" id="{865F944F-1BF6-4B63-9342-8FF534273A68}"/>
                </a:ext>
              </a:extLst>
            </p:cNvPr>
            <p:cNvSpPr/>
            <p:nvPr/>
          </p:nvSpPr>
          <p:spPr>
            <a:xfrm>
              <a:off x="7312666" y="2133113"/>
              <a:ext cx="145897" cy="197840"/>
            </a:xfrm>
            <a:custGeom>
              <a:avLst/>
              <a:gdLst/>
              <a:ahLst/>
              <a:cxnLst/>
              <a:rect l="l" t="t" r="r" b="b"/>
              <a:pathLst>
                <a:path w="4584" h="6216" extrusionOk="0">
                  <a:moveTo>
                    <a:pt x="3536" y="345"/>
                  </a:moveTo>
                  <a:lnTo>
                    <a:pt x="3536" y="1167"/>
                  </a:lnTo>
                  <a:cubicBezTo>
                    <a:pt x="3536" y="1298"/>
                    <a:pt x="3512" y="1453"/>
                    <a:pt x="3453" y="1572"/>
                  </a:cubicBezTo>
                  <a:lnTo>
                    <a:pt x="3393" y="1703"/>
                  </a:lnTo>
                  <a:cubicBezTo>
                    <a:pt x="3370" y="1726"/>
                    <a:pt x="3370" y="1750"/>
                    <a:pt x="3370" y="1774"/>
                  </a:cubicBezTo>
                  <a:lnTo>
                    <a:pt x="3370" y="2131"/>
                  </a:lnTo>
                  <a:cubicBezTo>
                    <a:pt x="3358" y="2417"/>
                    <a:pt x="3239" y="2703"/>
                    <a:pt x="3036" y="2905"/>
                  </a:cubicBezTo>
                  <a:cubicBezTo>
                    <a:pt x="2834" y="3108"/>
                    <a:pt x="2568" y="3204"/>
                    <a:pt x="2288" y="3204"/>
                  </a:cubicBezTo>
                  <a:cubicBezTo>
                    <a:pt x="2271" y="3204"/>
                    <a:pt x="2255" y="3203"/>
                    <a:pt x="2238" y="3203"/>
                  </a:cubicBezTo>
                  <a:cubicBezTo>
                    <a:pt x="1667" y="3191"/>
                    <a:pt x="1203" y="2679"/>
                    <a:pt x="1203" y="2072"/>
                  </a:cubicBezTo>
                  <a:lnTo>
                    <a:pt x="1203" y="1774"/>
                  </a:lnTo>
                  <a:cubicBezTo>
                    <a:pt x="1203" y="1750"/>
                    <a:pt x="1203" y="1726"/>
                    <a:pt x="1191" y="1703"/>
                  </a:cubicBezTo>
                  <a:lnTo>
                    <a:pt x="1131" y="1572"/>
                  </a:lnTo>
                  <a:cubicBezTo>
                    <a:pt x="1072" y="1453"/>
                    <a:pt x="1036" y="1298"/>
                    <a:pt x="1036" y="1167"/>
                  </a:cubicBezTo>
                  <a:cubicBezTo>
                    <a:pt x="1036" y="702"/>
                    <a:pt x="1405" y="345"/>
                    <a:pt x="1857" y="345"/>
                  </a:cubicBezTo>
                  <a:close/>
                  <a:moveTo>
                    <a:pt x="1726" y="3417"/>
                  </a:moveTo>
                  <a:cubicBezTo>
                    <a:pt x="1869" y="3489"/>
                    <a:pt x="2048" y="3512"/>
                    <a:pt x="2227" y="3536"/>
                  </a:cubicBezTo>
                  <a:lnTo>
                    <a:pt x="2274" y="3536"/>
                  </a:lnTo>
                  <a:cubicBezTo>
                    <a:pt x="2465" y="3536"/>
                    <a:pt x="2643" y="3489"/>
                    <a:pt x="2822" y="3429"/>
                  </a:cubicBezTo>
                  <a:lnTo>
                    <a:pt x="2822" y="3655"/>
                  </a:lnTo>
                  <a:cubicBezTo>
                    <a:pt x="2822" y="3691"/>
                    <a:pt x="2834" y="3750"/>
                    <a:pt x="2834" y="3798"/>
                  </a:cubicBezTo>
                  <a:lnTo>
                    <a:pt x="2274" y="4227"/>
                  </a:lnTo>
                  <a:lnTo>
                    <a:pt x="1703" y="3798"/>
                  </a:lnTo>
                  <a:cubicBezTo>
                    <a:pt x="1726" y="3750"/>
                    <a:pt x="1726" y="3715"/>
                    <a:pt x="1726" y="3655"/>
                  </a:cubicBezTo>
                  <a:lnTo>
                    <a:pt x="1726" y="3417"/>
                  </a:lnTo>
                  <a:close/>
                  <a:moveTo>
                    <a:pt x="1857" y="0"/>
                  </a:moveTo>
                  <a:cubicBezTo>
                    <a:pt x="1215" y="0"/>
                    <a:pt x="691" y="524"/>
                    <a:pt x="691" y="1167"/>
                  </a:cubicBezTo>
                  <a:cubicBezTo>
                    <a:pt x="691" y="1357"/>
                    <a:pt x="738" y="1548"/>
                    <a:pt x="834" y="1715"/>
                  </a:cubicBezTo>
                  <a:lnTo>
                    <a:pt x="869" y="1810"/>
                  </a:lnTo>
                  <a:lnTo>
                    <a:pt x="869" y="2072"/>
                  </a:lnTo>
                  <a:cubicBezTo>
                    <a:pt x="869" y="2536"/>
                    <a:pt x="1084" y="2941"/>
                    <a:pt x="1405" y="3215"/>
                  </a:cubicBezTo>
                  <a:lnTo>
                    <a:pt x="1405" y="3667"/>
                  </a:lnTo>
                  <a:cubicBezTo>
                    <a:pt x="1405" y="3739"/>
                    <a:pt x="1369" y="3810"/>
                    <a:pt x="1286" y="3846"/>
                  </a:cubicBezTo>
                  <a:lnTo>
                    <a:pt x="441" y="4155"/>
                  </a:lnTo>
                  <a:cubicBezTo>
                    <a:pt x="179" y="4262"/>
                    <a:pt x="0" y="4512"/>
                    <a:pt x="0" y="4810"/>
                  </a:cubicBezTo>
                  <a:lnTo>
                    <a:pt x="0" y="6048"/>
                  </a:lnTo>
                  <a:cubicBezTo>
                    <a:pt x="0" y="6132"/>
                    <a:pt x="72" y="6215"/>
                    <a:pt x="155" y="6215"/>
                  </a:cubicBezTo>
                  <a:cubicBezTo>
                    <a:pt x="250" y="6215"/>
                    <a:pt x="322" y="6132"/>
                    <a:pt x="322" y="6048"/>
                  </a:cubicBezTo>
                  <a:lnTo>
                    <a:pt x="322" y="4810"/>
                  </a:lnTo>
                  <a:cubicBezTo>
                    <a:pt x="322" y="4655"/>
                    <a:pt x="417" y="4524"/>
                    <a:pt x="560" y="4465"/>
                  </a:cubicBezTo>
                  <a:lnTo>
                    <a:pt x="1405" y="4155"/>
                  </a:lnTo>
                  <a:cubicBezTo>
                    <a:pt x="1453" y="4143"/>
                    <a:pt x="1500" y="4108"/>
                    <a:pt x="1524" y="4084"/>
                  </a:cubicBezTo>
                  <a:lnTo>
                    <a:pt x="2119" y="4524"/>
                  </a:lnTo>
                  <a:lnTo>
                    <a:pt x="2119" y="6036"/>
                  </a:lnTo>
                  <a:cubicBezTo>
                    <a:pt x="2119" y="6120"/>
                    <a:pt x="2203" y="6191"/>
                    <a:pt x="2286" y="6191"/>
                  </a:cubicBezTo>
                  <a:cubicBezTo>
                    <a:pt x="2369" y="6191"/>
                    <a:pt x="2453" y="6120"/>
                    <a:pt x="2453" y="6036"/>
                  </a:cubicBezTo>
                  <a:lnTo>
                    <a:pt x="2453" y="4512"/>
                  </a:lnTo>
                  <a:lnTo>
                    <a:pt x="3048" y="4072"/>
                  </a:lnTo>
                  <a:cubicBezTo>
                    <a:pt x="3084" y="4096"/>
                    <a:pt x="3120" y="4108"/>
                    <a:pt x="3167" y="4143"/>
                  </a:cubicBezTo>
                  <a:lnTo>
                    <a:pt x="4012" y="4453"/>
                  </a:lnTo>
                  <a:cubicBezTo>
                    <a:pt x="4155" y="4512"/>
                    <a:pt x="4251" y="4643"/>
                    <a:pt x="4251" y="4798"/>
                  </a:cubicBezTo>
                  <a:lnTo>
                    <a:pt x="4251" y="6036"/>
                  </a:lnTo>
                  <a:cubicBezTo>
                    <a:pt x="4251" y="6120"/>
                    <a:pt x="4322" y="6191"/>
                    <a:pt x="4417" y="6191"/>
                  </a:cubicBezTo>
                  <a:cubicBezTo>
                    <a:pt x="4501" y="6191"/>
                    <a:pt x="4572" y="6120"/>
                    <a:pt x="4572" y="6036"/>
                  </a:cubicBezTo>
                  <a:lnTo>
                    <a:pt x="4572" y="4798"/>
                  </a:lnTo>
                  <a:cubicBezTo>
                    <a:pt x="4584" y="4512"/>
                    <a:pt x="4382" y="4251"/>
                    <a:pt x="4120" y="4143"/>
                  </a:cubicBezTo>
                  <a:lnTo>
                    <a:pt x="3274" y="3834"/>
                  </a:lnTo>
                  <a:cubicBezTo>
                    <a:pt x="3191" y="3798"/>
                    <a:pt x="3155" y="3727"/>
                    <a:pt x="3155" y="3655"/>
                  </a:cubicBezTo>
                  <a:lnTo>
                    <a:pt x="3155" y="3215"/>
                  </a:lnTo>
                  <a:cubicBezTo>
                    <a:pt x="3179" y="3191"/>
                    <a:pt x="3227" y="3155"/>
                    <a:pt x="3250" y="3131"/>
                  </a:cubicBezTo>
                  <a:cubicBezTo>
                    <a:pt x="3536" y="2858"/>
                    <a:pt x="3691" y="2500"/>
                    <a:pt x="3691" y="2119"/>
                  </a:cubicBezTo>
                  <a:lnTo>
                    <a:pt x="3691" y="1810"/>
                  </a:lnTo>
                  <a:lnTo>
                    <a:pt x="3727" y="1715"/>
                  </a:lnTo>
                  <a:cubicBezTo>
                    <a:pt x="3822" y="1548"/>
                    <a:pt x="3870" y="1357"/>
                    <a:pt x="3870" y="1167"/>
                  </a:cubicBezTo>
                  <a:lnTo>
                    <a:pt x="3870" y="167"/>
                  </a:lnTo>
                  <a:cubicBezTo>
                    <a:pt x="3870" y="71"/>
                    <a:pt x="3786" y="0"/>
                    <a:pt x="370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72" name="Google Shape;3643;p53">
              <a:extLst>
                <a:ext uri="{FF2B5EF4-FFF2-40B4-BE49-F238E27FC236}">
                  <a16:creationId xmlns:a16="http://schemas.microsoft.com/office/drawing/2014/main" id="{E1A349CE-F0AF-49B1-AF89-7EBC145FD517}"/>
                </a:ext>
              </a:extLst>
            </p:cNvPr>
            <p:cNvSpPr/>
            <p:nvPr/>
          </p:nvSpPr>
          <p:spPr>
            <a:xfrm>
              <a:off x="7340324" y="2291486"/>
              <a:ext cx="10630" cy="38702"/>
            </a:xfrm>
            <a:custGeom>
              <a:avLst/>
              <a:gdLst/>
              <a:ahLst/>
              <a:cxnLst/>
              <a:rect l="l" t="t" r="r" b="b"/>
              <a:pathLst>
                <a:path w="334" h="1216" extrusionOk="0">
                  <a:moveTo>
                    <a:pt x="167" y="1"/>
                  </a:moveTo>
                  <a:cubicBezTo>
                    <a:pt x="84" y="1"/>
                    <a:pt x="0" y="72"/>
                    <a:pt x="0" y="167"/>
                  </a:cubicBezTo>
                  <a:lnTo>
                    <a:pt x="0" y="1060"/>
                  </a:lnTo>
                  <a:cubicBezTo>
                    <a:pt x="0" y="1144"/>
                    <a:pt x="84" y="1215"/>
                    <a:pt x="167" y="1215"/>
                  </a:cubicBezTo>
                  <a:cubicBezTo>
                    <a:pt x="262" y="1215"/>
                    <a:pt x="334" y="1144"/>
                    <a:pt x="334" y="1060"/>
                  </a:cubicBezTo>
                  <a:lnTo>
                    <a:pt x="334" y="167"/>
                  </a:lnTo>
                  <a:cubicBezTo>
                    <a:pt x="334" y="72"/>
                    <a:pt x="262" y="1"/>
                    <a:pt x="16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73" name="Google Shape;3644;p53">
              <a:extLst>
                <a:ext uri="{FF2B5EF4-FFF2-40B4-BE49-F238E27FC236}">
                  <a16:creationId xmlns:a16="http://schemas.microsoft.com/office/drawing/2014/main" id="{544C8F6D-6685-4C1E-A1FC-7D7F95AE4AD9}"/>
                </a:ext>
              </a:extLst>
            </p:cNvPr>
            <p:cNvSpPr/>
            <p:nvPr/>
          </p:nvSpPr>
          <p:spPr>
            <a:xfrm>
              <a:off x="7419511" y="2291486"/>
              <a:ext cx="10630" cy="38702"/>
            </a:xfrm>
            <a:custGeom>
              <a:avLst/>
              <a:gdLst/>
              <a:ahLst/>
              <a:cxnLst/>
              <a:rect l="l" t="t" r="r" b="b"/>
              <a:pathLst>
                <a:path w="334" h="1216" extrusionOk="0">
                  <a:moveTo>
                    <a:pt x="167" y="1"/>
                  </a:moveTo>
                  <a:cubicBezTo>
                    <a:pt x="72" y="1"/>
                    <a:pt x="1" y="72"/>
                    <a:pt x="1" y="167"/>
                  </a:cubicBezTo>
                  <a:lnTo>
                    <a:pt x="1" y="1060"/>
                  </a:lnTo>
                  <a:cubicBezTo>
                    <a:pt x="1" y="1144"/>
                    <a:pt x="72" y="1215"/>
                    <a:pt x="167" y="1215"/>
                  </a:cubicBezTo>
                  <a:cubicBezTo>
                    <a:pt x="251" y="1215"/>
                    <a:pt x="334" y="1144"/>
                    <a:pt x="334" y="1060"/>
                  </a:cubicBezTo>
                  <a:lnTo>
                    <a:pt x="334" y="167"/>
                  </a:lnTo>
                  <a:cubicBezTo>
                    <a:pt x="334" y="72"/>
                    <a:pt x="251" y="1"/>
                    <a:pt x="16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74" name="Google Shape;3645;p53">
              <a:extLst>
                <a:ext uri="{FF2B5EF4-FFF2-40B4-BE49-F238E27FC236}">
                  <a16:creationId xmlns:a16="http://schemas.microsoft.com/office/drawing/2014/main" id="{74FC2806-F583-402D-A48B-18F4122BA020}"/>
                </a:ext>
              </a:extLst>
            </p:cNvPr>
            <p:cNvSpPr/>
            <p:nvPr/>
          </p:nvSpPr>
          <p:spPr>
            <a:xfrm>
              <a:off x="7153878" y="1969392"/>
              <a:ext cx="225498" cy="188355"/>
            </a:xfrm>
            <a:custGeom>
              <a:avLst/>
              <a:gdLst/>
              <a:ahLst/>
              <a:cxnLst/>
              <a:rect l="l" t="t" r="r" b="b"/>
              <a:pathLst>
                <a:path w="7085" h="5918" extrusionOk="0">
                  <a:moveTo>
                    <a:pt x="2441" y="4227"/>
                  </a:moveTo>
                  <a:lnTo>
                    <a:pt x="2346" y="4608"/>
                  </a:lnTo>
                  <a:lnTo>
                    <a:pt x="2132" y="4608"/>
                  </a:lnTo>
                  <a:cubicBezTo>
                    <a:pt x="1917" y="4608"/>
                    <a:pt x="1751" y="4442"/>
                    <a:pt x="1751" y="4239"/>
                  </a:cubicBezTo>
                  <a:lnTo>
                    <a:pt x="1751" y="4227"/>
                  </a:lnTo>
                  <a:close/>
                  <a:moveTo>
                    <a:pt x="5668" y="310"/>
                  </a:moveTo>
                  <a:cubicBezTo>
                    <a:pt x="5882" y="310"/>
                    <a:pt x="6037" y="477"/>
                    <a:pt x="6037" y="679"/>
                  </a:cubicBezTo>
                  <a:lnTo>
                    <a:pt x="6037" y="3525"/>
                  </a:lnTo>
                  <a:cubicBezTo>
                    <a:pt x="6037" y="3739"/>
                    <a:pt x="5882" y="3894"/>
                    <a:pt x="5668" y="3894"/>
                  </a:cubicBezTo>
                  <a:lnTo>
                    <a:pt x="4251" y="3894"/>
                  </a:lnTo>
                  <a:cubicBezTo>
                    <a:pt x="4227" y="3894"/>
                    <a:pt x="4179" y="3918"/>
                    <a:pt x="4156" y="3930"/>
                  </a:cubicBezTo>
                  <a:lnTo>
                    <a:pt x="2572" y="5084"/>
                  </a:lnTo>
                  <a:lnTo>
                    <a:pt x="2810" y="4108"/>
                  </a:lnTo>
                  <a:cubicBezTo>
                    <a:pt x="2822" y="4061"/>
                    <a:pt x="2810" y="4001"/>
                    <a:pt x="2786" y="3953"/>
                  </a:cubicBezTo>
                  <a:cubicBezTo>
                    <a:pt x="2751" y="3918"/>
                    <a:pt x="2703" y="3894"/>
                    <a:pt x="2644" y="3894"/>
                  </a:cubicBezTo>
                  <a:lnTo>
                    <a:pt x="703" y="3894"/>
                  </a:lnTo>
                  <a:cubicBezTo>
                    <a:pt x="489" y="3894"/>
                    <a:pt x="322" y="3739"/>
                    <a:pt x="322" y="3525"/>
                  </a:cubicBezTo>
                  <a:lnTo>
                    <a:pt x="322" y="679"/>
                  </a:lnTo>
                  <a:cubicBezTo>
                    <a:pt x="322" y="477"/>
                    <a:pt x="489" y="310"/>
                    <a:pt x="703" y="310"/>
                  </a:cubicBezTo>
                  <a:close/>
                  <a:moveTo>
                    <a:pt x="6382" y="1036"/>
                  </a:moveTo>
                  <a:cubicBezTo>
                    <a:pt x="6585" y="1036"/>
                    <a:pt x="6751" y="1203"/>
                    <a:pt x="6751" y="1417"/>
                  </a:cubicBezTo>
                  <a:lnTo>
                    <a:pt x="6751" y="4251"/>
                  </a:lnTo>
                  <a:lnTo>
                    <a:pt x="6739" y="4251"/>
                  </a:lnTo>
                  <a:cubicBezTo>
                    <a:pt x="6739" y="4465"/>
                    <a:pt x="6573" y="4632"/>
                    <a:pt x="6370" y="4632"/>
                  </a:cubicBezTo>
                  <a:lnTo>
                    <a:pt x="4953" y="4632"/>
                  </a:lnTo>
                  <a:cubicBezTo>
                    <a:pt x="4906" y="4632"/>
                    <a:pt x="4870" y="4644"/>
                    <a:pt x="4822" y="4692"/>
                  </a:cubicBezTo>
                  <a:cubicBezTo>
                    <a:pt x="4787" y="4727"/>
                    <a:pt x="4775" y="4775"/>
                    <a:pt x="4787" y="4823"/>
                  </a:cubicBezTo>
                  <a:lnTo>
                    <a:pt x="4906" y="5501"/>
                  </a:lnTo>
                  <a:lnTo>
                    <a:pt x="3691" y="4692"/>
                  </a:lnTo>
                  <a:lnTo>
                    <a:pt x="4299" y="4239"/>
                  </a:lnTo>
                  <a:lnTo>
                    <a:pt x="5668" y="4239"/>
                  </a:lnTo>
                  <a:cubicBezTo>
                    <a:pt x="6049" y="4239"/>
                    <a:pt x="6370" y="3930"/>
                    <a:pt x="6370" y="3537"/>
                  </a:cubicBezTo>
                  <a:lnTo>
                    <a:pt x="6370" y="1036"/>
                  </a:lnTo>
                  <a:close/>
                  <a:moveTo>
                    <a:pt x="703" y="1"/>
                  </a:moveTo>
                  <a:cubicBezTo>
                    <a:pt x="310" y="1"/>
                    <a:pt x="0" y="310"/>
                    <a:pt x="0" y="703"/>
                  </a:cubicBezTo>
                  <a:lnTo>
                    <a:pt x="0" y="3537"/>
                  </a:lnTo>
                  <a:cubicBezTo>
                    <a:pt x="0" y="3930"/>
                    <a:pt x="310" y="4239"/>
                    <a:pt x="703" y="4239"/>
                  </a:cubicBezTo>
                  <a:lnTo>
                    <a:pt x="1405" y="4239"/>
                  </a:lnTo>
                  <a:lnTo>
                    <a:pt x="1405" y="4251"/>
                  </a:lnTo>
                  <a:cubicBezTo>
                    <a:pt x="1405" y="4644"/>
                    <a:pt x="1727" y="4954"/>
                    <a:pt x="2108" y="4954"/>
                  </a:cubicBezTo>
                  <a:lnTo>
                    <a:pt x="2263" y="4954"/>
                  </a:lnTo>
                  <a:lnTo>
                    <a:pt x="2203" y="5227"/>
                  </a:lnTo>
                  <a:cubicBezTo>
                    <a:pt x="2167" y="5323"/>
                    <a:pt x="2215" y="5430"/>
                    <a:pt x="2298" y="5489"/>
                  </a:cubicBezTo>
                  <a:cubicBezTo>
                    <a:pt x="2346" y="5525"/>
                    <a:pt x="2394" y="5537"/>
                    <a:pt x="2453" y="5537"/>
                  </a:cubicBezTo>
                  <a:cubicBezTo>
                    <a:pt x="2513" y="5537"/>
                    <a:pt x="2560" y="5525"/>
                    <a:pt x="2596" y="5489"/>
                  </a:cubicBezTo>
                  <a:lnTo>
                    <a:pt x="3334" y="4954"/>
                  </a:lnTo>
                  <a:lnTo>
                    <a:pt x="3489" y="4954"/>
                  </a:lnTo>
                  <a:lnTo>
                    <a:pt x="4882" y="5882"/>
                  </a:lnTo>
                  <a:cubicBezTo>
                    <a:pt x="4918" y="5906"/>
                    <a:pt x="4965" y="5918"/>
                    <a:pt x="5013" y="5918"/>
                  </a:cubicBezTo>
                  <a:cubicBezTo>
                    <a:pt x="5061" y="5918"/>
                    <a:pt x="5096" y="5906"/>
                    <a:pt x="5144" y="5882"/>
                  </a:cubicBezTo>
                  <a:cubicBezTo>
                    <a:pt x="5239" y="5823"/>
                    <a:pt x="5287" y="5727"/>
                    <a:pt x="5263" y="5620"/>
                  </a:cubicBezTo>
                  <a:lnTo>
                    <a:pt x="5168" y="4954"/>
                  </a:lnTo>
                  <a:lnTo>
                    <a:pt x="6382" y="4954"/>
                  </a:lnTo>
                  <a:cubicBezTo>
                    <a:pt x="6763" y="4954"/>
                    <a:pt x="7085" y="4644"/>
                    <a:pt x="7085" y="4251"/>
                  </a:cubicBezTo>
                  <a:lnTo>
                    <a:pt x="7085" y="1417"/>
                  </a:lnTo>
                  <a:cubicBezTo>
                    <a:pt x="7085" y="1024"/>
                    <a:pt x="6775" y="715"/>
                    <a:pt x="6382" y="715"/>
                  </a:cubicBezTo>
                  <a:cubicBezTo>
                    <a:pt x="6370" y="310"/>
                    <a:pt x="6061" y="1"/>
                    <a:pt x="5668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75" name="Google Shape;3646;p53">
              <a:extLst>
                <a:ext uri="{FF2B5EF4-FFF2-40B4-BE49-F238E27FC236}">
                  <a16:creationId xmlns:a16="http://schemas.microsoft.com/office/drawing/2014/main" id="{6FC96592-2A6E-4DB9-9131-CD4DC2115BB0}"/>
                </a:ext>
              </a:extLst>
            </p:cNvPr>
            <p:cNvSpPr/>
            <p:nvPr/>
          </p:nvSpPr>
          <p:spPr>
            <a:xfrm>
              <a:off x="7193663" y="2003511"/>
              <a:ext cx="27308" cy="10248"/>
            </a:xfrm>
            <a:custGeom>
              <a:avLst/>
              <a:gdLst/>
              <a:ahLst/>
              <a:cxnLst/>
              <a:rect l="l" t="t" r="r" b="b"/>
              <a:pathLst>
                <a:path w="858" h="322" extrusionOk="0">
                  <a:moveTo>
                    <a:pt x="167" y="0"/>
                  </a:moveTo>
                  <a:cubicBezTo>
                    <a:pt x="72" y="0"/>
                    <a:pt x="1" y="72"/>
                    <a:pt x="1" y="167"/>
                  </a:cubicBezTo>
                  <a:cubicBezTo>
                    <a:pt x="1" y="250"/>
                    <a:pt x="72" y="322"/>
                    <a:pt x="167" y="322"/>
                  </a:cubicBezTo>
                  <a:lnTo>
                    <a:pt x="703" y="322"/>
                  </a:lnTo>
                  <a:cubicBezTo>
                    <a:pt x="786" y="322"/>
                    <a:pt x="858" y="250"/>
                    <a:pt x="858" y="167"/>
                  </a:cubicBezTo>
                  <a:cubicBezTo>
                    <a:pt x="858" y="72"/>
                    <a:pt x="786" y="0"/>
                    <a:pt x="70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76" name="Google Shape;3647;p53">
              <a:extLst>
                <a:ext uri="{FF2B5EF4-FFF2-40B4-BE49-F238E27FC236}">
                  <a16:creationId xmlns:a16="http://schemas.microsoft.com/office/drawing/2014/main" id="{90596896-1DCC-415F-9A2F-919E17534953}"/>
                </a:ext>
              </a:extLst>
            </p:cNvPr>
            <p:cNvSpPr/>
            <p:nvPr/>
          </p:nvSpPr>
          <p:spPr>
            <a:xfrm>
              <a:off x="7233065" y="2003511"/>
              <a:ext cx="83802" cy="10248"/>
            </a:xfrm>
            <a:custGeom>
              <a:avLst/>
              <a:gdLst/>
              <a:ahLst/>
              <a:cxnLst/>
              <a:rect l="l" t="t" r="r" b="b"/>
              <a:pathLst>
                <a:path w="2633" h="322" extrusionOk="0">
                  <a:moveTo>
                    <a:pt x="156" y="0"/>
                  </a:moveTo>
                  <a:cubicBezTo>
                    <a:pt x="72" y="0"/>
                    <a:pt x="1" y="72"/>
                    <a:pt x="1" y="167"/>
                  </a:cubicBezTo>
                  <a:cubicBezTo>
                    <a:pt x="1" y="250"/>
                    <a:pt x="72" y="322"/>
                    <a:pt x="156" y="322"/>
                  </a:cubicBezTo>
                  <a:lnTo>
                    <a:pt x="2465" y="322"/>
                  </a:lnTo>
                  <a:cubicBezTo>
                    <a:pt x="2561" y="322"/>
                    <a:pt x="2632" y="250"/>
                    <a:pt x="2632" y="167"/>
                  </a:cubicBezTo>
                  <a:cubicBezTo>
                    <a:pt x="2632" y="72"/>
                    <a:pt x="2573" y="0"/>
                    <a:pt x="24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77" name="Google Shape;3648;p53">
              <a:extLst>
                <a:ext uri="{FF2B5EF4-FFF2-40B4-BE49-F238E27FC236}">
                  <a16:creationId xmlns:a16="http://schemas.microsoft.com/office/drawing/2014/main" id="{71CF477D-1DB6-4289-B06B-1FEC11D46A4E}"/>
                </a:ext>
              </a:extLst>
            </p:cNvPr>
            <p:cNvSpPr/>
            <p:nvPr/>
          </p:nvSpPr>
          <p:spPr>
            <a:xfrm>
              <a:off x="7193281" y="2031933"/>
              <a:ext cx="123936" cy="10248"/>
            </a:xfrm>
            <a:custGeom>
              <a:avLst/>
              <a:gdLst/>
              <a:ahLst/>
              <a:cxnLst/>
              <a:rect l="l" t="t" r="r" b="b"/>
              <a:pathLst>
                <a:path w="3894" h="322" extrusionOk="0">
                  <a:moveTo>
                    <a:pt x="155" y="0"/>
                  </a:moveTo>
                  <a:cubicBezTo>
                    <a:pt x="72" y="0"/>
                    <a:pt x="1" y="71"/>
                    <a:pt x="1" y="167"/>
                  </a:cubicBezTo>
                  <a:cubicBezTo>
                    <a:pt x="1" y="250"/>
                    <a:pt x="72" y="322"/>
                    <a:pt x="155" y="322"/>
                  </a:cubicBezTo>
                  <a:lnTo>
                    <a:pt x="3715" y="322"/>
                  </a:lnTo>
                  <a:cubicBezTo>
                    <a:pt x="3811" y="322"/>
                    <a:pt x="3882" y="250"/>
                    <a:pt x="3882" y="167"/>
                  </a:cubicBezTo>
                  <a:cubicBezTo>
                    <a:pt x="3894" y="71"/>
                    <a:pt x="3823" y="0"/>
                    <a:pt x="371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78" name="Google Shape;3649;p53">
              <a:extLst>
                <a:ext uri="{FF2B5EF4-FFF2-40B4-BE49-F238E27FC236}">
                  <a16:creationId xmlns:a16="http://schemas.microsoft.com/office/drawing/2014/main" id="{2A31E7BC-0C90-475A-BA8F-0DD0E5DA2140}"/>
                </a:ext>
              </a:extLst>
            </p:cNvPr>
            <p:cNvSpPr/>
            <p:nvPr/>
          </p:nvSpPr>
          <p:spPr>
            <a:xfrm>
              <a:off x="7193663" y="2059973"/>
              <a:ext cx="83770" cy="10248"/>
            </a:xfrm>
            <a:custGeom>
              <a:avLst/>
              <a:gdLst/>
              <a:ahLst/>
              <a:cxnLst/>
              <a:rect l="l" t="t" r="r" b="b"/>
              <a:pathLst>
                <a:path w="2632" h="322" extrusionOk="0">
                  <a:moveTo>
                    <a:pt x="167" y="0"/>
                  </a:moveTo>
                  <a:cubicBezTo>
                    <a:pt x="72" y="0"/>
                    <a:pt x="1" y="72"/>
                    <a:pt x="1" y="155"/>
                  </a:cubicBezTo>
                  <a:cubicBezTo>
                    <a:pt x="1" y="250"/>
                    <a:pt x="72" y="322"/>
                    <a:pt x="167" y="322"/>
                  </a:cubicBezTo>
                  <a:lnTo>
                    <a:pt x="2465" y="322"/>
                  </a:lnTo>
                  <a:cubicBezTo>
                    <a:pt x="2560" y="322"/>
                    <a:pt x="2632" y="250"/>
                    <a:pt x="2632" y="155"/>
                  </a:cubicBezTo>
                  <a:cubicBezTo>
                    <a:pt x="2632" y="72"/>
                    <a:pt x="2560" y="0"/>
                    <a:pt x="24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79" name="Google Shape;3650;p53">
              <a:extLst>
                <a:ext uri="{FF2B5EF4-FFF2-40B4-BE49-F238E27FC236}">
                  <a16:creationId xmlns:a16="http://schemas.microsoft.com/office/drawing/2014/main" id="{61E3588D-84A4-4DAD-A606-CF0D951733BC}"/>
                </a:ext>
              </a:extLst>
            </p:cNvPr>
            <p:cNvSpPr/>
            <p:nvPr/>
          </p:nvSpPr>
          <p:spPr>
            <a:xfrm>
              <a:off x="7289145" y="2059973"/>
              <a:ext cx="27722" cy="10248"/>
            </a:xfrm>
            <a:custGeom>
              <a:avLst/>
              <a:gdLst/>
              <a:ahLst/>
              <a:cxnLst/>
              <a:rect l="l" t="t" r="r" b="b"/>
              <a:pathLst>
                <a:path w="871" h="322" extrusionOk="0">
                  <a:moveTo>
                    <a:pt x="168" y="0"/>
                  </a:moveTo>
                  <a:cubicBezTo>
                    <a:pt x="84" y="0"/>
                    <a:pt x="1" y="72"/>
                    <a:pt x="1" y="155"/>
                  </a:cubicBezTo>
                  <a:cubicBezTo>
                    <a:pt x="1" y="250"/>
                    <a:pt x="84" y="322"/>
                    <a:pt x="168" y="322"/>
                  </a:cubicBezTo>
                  <a:lnTo>
                    <a:pt x="703" y="322"/>
                  </a:lnTo>
                  <a:cubicBezTo>
                    <a:pt x="799" y="322"/>
                    <a:pt x="870" y="250"/>
                    <a:pt x="870" y="155"/>
                  </a:cubicBezTo>
                  <a:cubicBezTo>
                    <a:pt x="870" y="72"/>
                    <a:pt x="811" y="0"/>
                    <a:pt x="70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</p:grpSp>
      <p:sp>
        <p:nvSpPr>
          <p:cNvPr id="95" name="CaixaDeTexto 94">
            <a:extLst>
              <a:ext uri="{FF2B5EF4-FFF2-40B4-BE49-F238E27FC236}">
                <a16:creationId xmlns:a16="http://schemas.microsoft.com/office/drawing/2014/main" id="{26FE4117-0B31-45D8-BB3E-B9DCE4B9D21F}"/>
              </a:ext>
            </a:extLst>
          </p:cNvPr>
          <p:cNvSpPr txBox="1"/>
          <p:nvPr/>
        </p:nvSpPr>
        <p:spPr>
          <a:xfrm>
            <a:off x="8677868" y="2373361"/>
            <a:ext cx="265812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0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(Qualidade + Operação)</a:t>
            </a:r>
          </a:p>
        </p:txBody>
      </p:sp>
      <p:sp>
        <p:nvSpPr>
          <p:cNvPr id="103" name="CaixaDeTexto 102">
            <a:extLst>
              <a:ext uri="{FF2B5EF4-FFF2-40B4-BE49-F238E27FC236}">
                <a16:creationId xmlns:a16="http://schemas.microsoft.com/office/drawing/2014/main" id="{52AD7D11-7E76-41F2-A6E5-6FFDF70046B7}"/>
              </a:ext>
            </a:extLst>
          </p:cNvPr>
          <p:cNvSpPr txBox="1"/>
          <p:nvPr/>
        </p:nvSpPr>
        <p:spPr>
          <a:xfrm>
            <a:off x="794505" y="2385991"/>
            <a:ext cx="265812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0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(Qualidade + Operação)</a:t>
            </a:r>
          </a:p>
        </p:txBody>
      </p:sp>
      <p:sp>
        <p:nvSpPr>
          <p:cNvPr id="7" name="Retângulo 6">
            <a:extLst>
              <a:ext uri="{FF2B5EF4-FFF2-40B4-BE49-F238E27FC236}">
                <a16:creationId xmlns:a16="http://schemas.microsoft.com/office/drawing/2014/main" id="{A9C63F8F-0531-804E-F85F-E6401D908C07}"/>
              </a:ext>
            </a:extLst>
          </p:cNvPr>
          <p:cNvSpPr/>
          <p:nvPr/>
        </p:nvSpPr>
        <p:spPr>
          <a:xfrm>
            <a:off x="0" y="-51217"/>
            <a:ext cx="12192000" cy="627321"/>
          </a:xfrm>
          <a:prstGeom prst="rect">
            <a:avLst/>
          </a:prstGeom>
          <a:gradFill>
            <a:gsLst>
              <a:gs pos="3000">
                <a:srgbClr val="002060"/>
              </a:gs>
              <a:gs pos="61000">
                <a:schemeClr val="accent5">
                  <a:lumMod val="75000"/>
                </a:schemeClr>
              </a:gs>
            </a:gsLst>
            <a:lin ang="108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8" name="Retângulo: Cantos Arredondados 7">
            <a:extLst>
              <a:ext uri="{FF2B5EF4-FFF2-40B4-BE49-F238E27FC236}">
                <a16:creationId xmlns:a16="http://schemas.microsoft.com/office/drawing/2014/main" id="{F3F79045-AB50-81A8-1A4F-4F1E57AEDD67}"/>
              </a:ext>
            </a:extLst>
          </p:cNvPr>
          <p:cNvSpPr/>
          <p:nvPr/>
        </p:nvSpPr>
        <p:spPr>
          <a:xfrm>
            <a:off x="6739698" y="165898"/>
            <a:ext cx="1418303" cy="193089"/>
          </a:xfrm>
          <a:prstGeom prst="roundRect">
            <a:avLst>
              <a:gd name="adj" fmla="val 42683"/>
            </a:avLst>
          </a:prstGeom>
          <a:solidFill>
            <a:schemeClr val="bg1">
              <a:alpha val="21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9" name="Título 1">
            <a:extLst>
              <a:ext uri="{FF2B5EF4-FFF2-40B4-BE49-F238E27FC236}">
                <a16:creationId xmlns:a16="http://schemas.microsoft.com/office/drawing/2014/main" id="{E0A82EFD-F25B-8166-07B7-4A4608F003F6}"/>
              </a:ext>
            </a:extLst>
          </p:cNvPr>
          <p:cNvSpPr txBox="1">
            <a:spLocks/>
          </p:cNvSpPr>
          <p:nvPr/>
        </p:nvSpPr>
        <p:spPr>
          <a:xfrm>
            <a:off x="324876" y="0"/>
            <a:ext cx="9144000" cy="489098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pt-BR" sz="1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br>
              <a:rPr lang="pt-BR" sz="1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pt-BR" sz="1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Monitorias Realizadas </a:t>
            </a:r>
          </a:p>
        </p:txBody>
      </p:sp>
      <p:pic>
        <p:nvPicPr>
          <p:cNvPr id="10" name="Imagem 9">
            <a:extLst>
              <a:ext uri="{FF2B5EF4-FFF2-40B4-BE49-F238E27FC236}">
                <a16:creationId xmlns:a16="http://schemas.microsoft.com/office/drawing/2014/main" id="{493C95DB-25A5-5447-04AF-6817919DDC2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27783" y="52504"/>
            <a:ext cx="6834659" cy="371724"/>
          </a:xfrm>
          <a:prstGeom prst="rect">
            <a:avLst/>
          </a:prstGeom>
        </p:spPr>
      </p:pic>
      <p:sp>
        <p:nvSpPr>
          <p:cNvPr id="4" name="Retângulo: Cantos Arredondados 3">
            <a:extLst>
              <a:ext uri="{FF2B5EF4-FFF2-40B4-BE49-F238E27FC236}">
                <a16:creationId xmlns:a16="http://schemas.microsoft.com/office/drawing/2014/main" id="{FDC23C52-4D9F-1809-BD9D-9B4514571405}"/>
              </a:ext>
            </a:extLst>
          </p:cNvPr>
          <p:cNvSpPr/>
          <p:nvPr/>
        </p:nvSpPr>
        <p:spPr>
          <a:xfrm>
            <a:off x="6483910" y="3692243"/>
            <a:ext cx="4716379" cy="2358190"/>
          </a:xfrm>
          <a:prstGeom prst="roundRect">
            <a:avLst/>
          </a:prstGeom>
          <a:solidFill>
            <a:schemeClr val="bg1">
              <a:alpha val="76000"/>
            </a:schemeClr>
          </a:solidFill>
          <a:ln>
            <a:noFill/>
          </a:ln>
          <a:effectLst>
            <a:outerShdw blurRad="177800" dist="38100" dir="5400000" sx="107000" sy="107000" algn="t" rotWithShape="0">
              <a:prstClr val="black">
                <a:alpha val="11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6" name="Retângulo: Cantos Arredondados 5">
            <a:extLst>
              <a:ext uri="{FF2B5EF4-FFF2-40B4-BE49-F238E27FC236}">
                <a16:creationId xmlns:a16="http://schemas.microsoft.com/office/drawing/2014/main" id="{D72535F3-25DB-B5C5-CB8F-828B3B10E987}"/>
              </a:ext>
            </a:extLst>
          </p:cNvPr>
          <p:cNvSpPr/>
          <p:nvPr/>
        </p:nvSpPr>
        <p:spPr>
          <a:xfrm>
            <a:off x="666382" y="3692243"/>
            <a:ext cx="4716379" cy="2358190"/>
          </a:xfrm>
          <a:prstGeom prst="roundRect">
            <a:avLst/>
          </a:prstGeom>
          <a:solidFill>
            <a:schemeClr val="bg1">
              <a:alpha val="76000"/>
            </a:schemeClr>
          </a:solidFill>
          <a:ln>
            <a:noFill/>
          </a:ln>
          <a:effectLst>
            <a:outerShdw blurRad="177800" dist="38100" dir="5400000" sx="107000" sy="107000" algn="t" rotWithShape="0">
              <a:prstClr val="black">
                <a:alpha val="11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graphicFrame>
        <p:nvGraphicFramePr>
          <p:cNvPr id="12" name="Gráfico 11">
            <a:extLst>
              <a:ext uri="{FF2B5EF4-FFF2-40B4-BE49-F238E27FC236}">
                <a16:creationId xmlns:a16="http://schemas.microsoft.com/office/drawing/2014/main" id="{DFD7FBFC-6FA6-D582-3F59-A5FA76EBFF2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923235087"/>
              </p:ext>
            </p:extLst>
          </p:nvPr>
        </p:nvGraphicFramePr>
        <p:xfrm>
          <a:off x="6763130" y="3841523"/>
          <a:ext cx="4157940" cy="205962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13" name="Gráfico 12">
            <a:extLst>
              <a:ext uri="{FF2B5EF4-FFF2-40B4-BE49-F238E27FC236}">
                <a16:creationId xmlns:a16="http://schemas.microsoft.com/office/drawing/2014/main" id="{BA29561B-997F-5ACD-7C60-2B392B723F04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63617710"/>
              </p:ext>
            </p:extLst>
          </p:nvPr>
        </p:nvGraphicFramePr>
        <p:xfrm>
          <a:off x="818928" y="3841523"/>
          <a:ext cx="4157940" cy="205962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14" name="Título 1">
            <a:extLst>
              <a:ext uri="{FF2B5EF4-FFF2-40B4-BE49-F238E27FC236}">
                <a16:creationId xmlns:a16="http://schemas.microsoft.com/office/drawing/2014/main" id="{AF6E75EB-3948-A603-8201-4689A44B18F0}"/>
              </a:ext>
            </a:extLst>
          </p:cNvPr>
          <p:cNvSpPr txBox="1">
            <a:spLocks/>
          </p:cNvSpPr>
          <p:nvPr/>
        </p:nvSpPr>
        <p:spPr>
          <a:xfrm>
            <a:off x="3139268" y="532473"/>
            <a:ext cx="5168247" cy="556642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50000"/>
              </a:lnSpc>
            </a:pPr>
            <a:r>
              <a:rPr lang="pt-BR" sz="1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VISÃO MENSAL </a:t>
            </a:r>
          </a:p>
        </p:txBody>
      </p:sp>
      <p:sp>
        <p:nvSpPr>
          <p:cNvPr id="15" name="Título 1">
            <a:extLst>
              <a:ext uri="{FF2B5EF4-FFF2-40B4-BE49-F238E27FC236}">
                <a16:creationId xmlns:a16="http://schemas.microsoft.com/office/drawing/2014/main" id="{7EACF167-084B-69C7-560F-681E3D03BC1B}"/>
              </a:ext>
            </a:extLst>
          </p:cNvPr>
          <p:cNvSpPr txBox="1">
            <a:spLocks/>
          </p:cNvSpPr>
          <p:nvPr/>
        </p:nvSpPr>
        <p:spPr>
          <a:xfrm>
            <a:off x="3282825" y="2879929"/>
            <a:ext cx="5168247" cy="556642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50000"/>
              </a:lnSpc>
            </a:pPr>
            <a:r>
              <a:rPr lang="pt-BR" sz="1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VISÃO POR CICLO </a:t>
            </a:r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8AA406EF-B0FF-94AA-508B-3A4D36360BA4}"/>
              </a:ext>
            </a:extLst>
          </p:cNvPr>
          <p:cNvSpPr txBox="1"/>
          <p:nvPr/>
        </p:nvSpPr>
        <p:spPr>
          <a:xfrm>
            <a:off x="2750576" y="1683744"/>
            <a:ext cx="777384" cy="307777"/>
          </a:xfrm>
          <a:prstGeom prst="rect">
            <a:avLst/>
          </a:prstGeom>
          <a:solidFill>
            <a:srgbClr val="00B050"/>
          </a:solidFill>
        </p:spPr>
        <p:txBody>
          <a:bodyPr wrap="square" rtlCol="0">
            <a:spAutoFit/>
          </a:bodyPr>
          <a:lstStyle/>
          <a:p>
            <a:pPr algn="ctr"/>
            <a:r>
              <a:rPr lang="pt-BR" sz="7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5 monitorias </a:t>
            </a:r>
          </a:p>
          <a:p>
            <a:pPr algn="ctr"/>
            <a:r>
              <a:rPr lang="pt-BR" sz="7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justificadas*</a:t>
            </a:r>
          </a:p>
        </p:txBody>
      </p:sp>
      <p:sp>
        <p:nvSpPr>
          <p:cNvPr id="17" name="CaixaDeTexto 16">
            <a:extLst>
              <a:ext uri="{FF2B5EF4-FFF2-40B4-BE49-F238E27FC236}">
                <a16:creationId xmlns:a16="http://schemas.microsoft.com/office/drawing/2014/main" id="{29FFA084-6D7A-A320-51A8-1CD9667CB200}"/>
              </a:ext>
            </a:extLst>
          </p:cNvPr>
          <p:cNvSpPr txBox="1"/>
          <p:nvPr/>
        </p:nvSpPr>
        <p:spPr>
          <a:xfrm>
            <a:off x="10718949" y="1682038"/>
            <a:ext cx="777384" cy="307777"/>
          </a:xfrm>
          <a:prstGeom prst="rect">
            <a:avLst/>
          </a:prstGeom>
          <a:solidFill>
            <a:srgbClr val="00B050"/>
          </a:solidFill>
        </p:spPr>
        <p:txBody>
          <a:bodyPr wrap="square" rtlCol="0">
            <a:spAutoFit/>
          </a:bodyPr>
          <a:lstStyle/>
          <a:p>
            <a:pPr algn="ctr"/>
            <a:r>
              <a:rPr lang="pt-BR" sz="7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5 monitorias </a:t>
            </a:r>
          </a:p>
          <a:p>
            <a:pPr algn="ctr"/>
            <a:r>
              <a:rPr lang="pt-BR" sz="7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justificadas*</a:t>
            </a:r>
          </a:p>
        </p:txBody>
      </p:sp>
    </p:spTree>
    <p:extLst>
      <p:ext uri="{BB962C8B-B14F-4D97-AF65-F5344CB8AC3E}">
        <p14:creationId xmlns:p14="http://schemas.microsoft.com/office/powerpoint/2010/main" val="29387888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  <a:alpha val="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05C30D4-5FB0-2070-BA00-9E219C3148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tângulo: Cantos Arredondados 23">
            <a:extLst>
              <a:ext uri="{FF2B5EF4-FFF2-40B4-BE49-F238E27FC236}">
                <a16:creationId xmlns:a16="http://schemas.microsoft.com/office/drawing/2014/main" id="{40787C11-45D0-6551-6509-A1DB36261348}"/>
              </a:ext>
            </a:extLst>
          </p:cNvPr>
          <p:cNvSpPr/>
          <p:nvPr/>
        </p:nvSpPr>
        <p:spPr>
          <a:xfrm>
            <a:off x="3657162" y="1115083"/>
            <a:ext cx="4716379" cy="2358190"/>
          </a:xfrm>
          <a:prstGeom prst="roundRect">
            <a:avLst/>
          </a:prstGeom>
          <a:solidFill>
            <a:schemeClr val="bg1">
              <a:alpha val="76000"/>
            </a:schemeClr>
          </a:solidFill>
          <a:ln>
            <a:noFill/>
          </a:ln>
          <a:effectLst>
            <a:outerShdw blurRad="177800" dist="38100" dir="5400000" sx="107000" sy="107000" algn="t" rotWithShape="0">
              <a:prstClr val="black">
                <a:alpha val="11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4" name="Retângulo 3">
            <a:extLst>
              <a:ext uri="{FF2B5EF4-FFF2-40B4-BE49-F238E27FC236}">
                <a16:creationId xmlns:a16="http://schemas.microsoft.com/office/drawing/2014/main" id="{BD07A4D6-EB74-2360-B852-F04C5B507659}"/>
              </a:ext>
            </a:extLst>
          </p:cNvPr>
          <p:cNvSpPr/>
          <p:nvPr/>
        </p:nvSpPr>
        <p:spPr>
          <a:xfrm>
            <a:off x="0" y="-51217"/>
            <a:ext cx="12192000" cy="627321"/>
          </a:xfrm>
          <a:prstGeom prst="rect">
            <a:avLst/>
          </a:prstGeom>
          <a:gradFill>
            <a:gsLst>
              <a:gs pos="3000">
                <a:srgbClr val="002060"/>
              </a:gs>
              <a:gs pos="61000">
                <a:schemeClr val="accent5">
                  <a:lumMod val="75000"/>
                </a:schemeClr>
              </a:gs>
            </a:gsLst>
            <a:lin ang="108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19" name="Retângulo: Cantos Arredondados 18">
            <a:extLst>
              <a:ext uri="{FF2B5EF4-FFF2-40B4-BE49-F238E27FC236}">
                <a16:creationId xmlns:a16="http://schemas.microsoft.com/office/drawing/2014/main" id="{EC14DD09-7257-888A-71D8-5A0008C14CDF}"/>
              </a:ext>
            </a:extLst>
          </p:cNvPr>
          <p:cNvSpPr/>
          <p:nvPr/>
        </p:nvSpPr>
        <p:spPr>
          <a:xfrm>
            <a:off x="6739698" y="165898"/>
            <a:ext cx="1418303" cy="193089"/>
          </a:xfrm>
          <a:prstGeom prst="roundRect">
            <a:avLst>
              <a:gd name="adj" fmla="val 42683"/>
            </a:avLst>
          </a:prstGeom>
          <a:solidFill>
            <a:schemeClr val="bg1">
              <a:alpha val="21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16" name="Título 1">
            <a:extLst>
              <a:ext uri="{FF2B5EF4-FFF2-40B4-BE49-F238E27FC236}">
                <a16:creationId xmlns:a16="http://schemas.microsoft.com/office/drawing/2014/main" id="{0AEE683D-362E-878B-2369-5A1663B51BF1}"/>
              </a:ext>
            </a:extLst>
          </p:cNvPr>
          <p:cNvSpPr txBox="1">
            <a:spLocks/>
          </p:cNvSpPr>
          <p:nvPr/>
        </p:nvSpPr>
        <p:spPr>
          <a:xfrm>
            <a:off x="324876" y="0"/>
            <a:ext cx="9144000" cy="489098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pt-BR" sz="1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br>
              <a:rPr lang="pt-BR" sz="1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pt-BR" sz="1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Monitorias Realizadas </a:t>
            </a:r>
          </a:p>
        </p:txBody>
      </p:sp>
      <p:pic>
        <p:nvPicPr>
          <p:cNvPr id="20" name="Imagem 19">
            <a:extLst>
              <a:ext uri="{FF2B5EF4-FFF2-40B4-BE49-F238E27FC236}">
                <a16:creationId xmlns:a16="http://schemas.microsoft.com/office/drawing/2014/main" id="{85F5A0C0-7A54-42A8-B509-0D959EB5A65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27783" y="52504"/>
            <a:ext cx="6834659" cy="371724"/>
          </a:xfrm>
          <a:prstGeom prst="rect">
            <a:avLst/>
          </a:prstGeom>
        </p:spPr>
      </p:pic>
      <p:graphicFrame>
        <p:nvGraphicFramePr>
          <p:cNvPr id="11" name="Gráfico 10">
            <a:extLst>
              <a:ext uri="{FF2B5EF4-FFF2-40B4-BE49-F238E27FC236}">
                <a16:creationId xmlns:a16="http://schemas.microsoft.com/office/drawing/2014/main" id="{AF0FA4F4-D8E9-4061-A8E6-4292019307BB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100414002"/>
              </p:ext>
            </p:extLst>
          </p:nvPr>
        </p:nvGraphicFramePr>
        <p:xfrm>
          <a:off x="3933777" y="1198759"/>
          <a:ext cx="4157940" cy="234112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25" name="Título 1">
            <a:extLst>
              <a:ext uri="{FF2B5EF4-FFF2-40B4-BE49-F238E27FC236}">
                <a16:creationId xmlns:a16="http://schemas.microsoft.com/office/drawing/2014/main" id="{9A1B6907-BD84-CA9D-E82E-275FB2483BB5}"/>
              </a:ext>
            </a:extLst>
          </p:cNvPr>
          <p:cNvSpPr txBox="1">
            <a:spLocks/>
          </p:cNvSpPr>
          <p:nvPr/>
        </p:nvSpPr>
        <p:spPr>
          <a:xfrm>
            <a:off x="3415292" y="469863"/>
            <a:ext cx="5168247" cy="556642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50000"/>
              </a:lnSpc>
            </a:pPr>
            <a:r>
              <a:rPr lang="pt-BR" sz="1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VISÃO POR CICLO </a:t>
            </a:r>
          </a:p>
        </p:txBody>
      </p:sp>
      <p:sp>
        <p:nvSpPr>
          <p:cNvPr id="2" name="Retângulo: Cantos Arredondados 1">
            <a:extLst>
              <a:ext uri="{FF2B5EF4-FFF2-40B4-BE49-F238E27FC236}">
                <a16:creationId xmlns:a16="http://schemas.microsoft.com/office/drawing/2014/main" id="{78509E42-5362-7060-8841-46502B65AF52}"/>
              </a:ext>
            </a:extLst>
          </p:cNvPr>
          <p:cNvSpPr/>
          <p:nvPr/>
        </p:nvSpPr>
        <p:spPr>
          <a:xfrm>
            <a:off x="599637" y="3787144"/>
            <a:ext cx="10992725" cy="2358190"/>
          </a:xfrm>
          <a:prstGeom prst="roundRect">
            <a:avLst/>
          </a:prstGeom>
          <a:solidFill>
            <a:schemeClr val="bg1">
              <a:alpha val="76000"/>
            </a:schemeClr>
          </a:solidFill>
          <a:ln>
            <a:noFill/>
          </a:ln>
          <a:effectLst>
            <a:outerShdw blurRad="177800" dist="38100" dir="5400000" sx="103000" sy="103000" algn="t" rotWithShape="0">
              <a:prstClr val="black">
                <a:alpha val="14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graphicFrame>
        <p:nvGraphicFramePr>
          <p:cNvPr id="7" name="Gráfico 6">
            <a:extLst>
              <a:ext uri="{FF2B5EF4-FFF2-40B4-BE49-F238E27FC236}">
                <a16:creationId xmlns:a16="http://schemas.microsoft.com/office/drawing/2014/main" id="{595D4EFE-5ACD-294A-488D-43559A0CE5B0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059847881"/>
              </p:ext>
            </p:extLst>
          </p:nvPr>
        </p:nvGraphicFramePr>
        <p:xfrm>
          <a:off x="958190" y="3763451"/>
          <a:ext cx="4825219" cy="240557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9" name="Gráfico 8">
            <a:extLst>
              <a:ext uri="{FF2B5EF4-FFF2-40B4-BE49-F238E27FC236}">
                <a16:creationId xmlns:a16="http://schemas.microsoft.com/office/drawing/2014/main" id="{AB85BB87-1FF9-6918-FAF2-2FEAA5B392FD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79227241"/>
              </p:ext>
            </p:extLst>
          </p:nvPr>
        </p:nvGraphicFramePr>
        <p:xfrm>
          <a:off x="6624138" y="3707801"/>
          <a:ext cx="4825219" cy="240557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</p:spTree>
    <p:extLst>
      <p:ext uri="{BB962C8B-B14F-4D97-AF65-F5344CB8AC3E}">
        <p14:creationId xmlns:p14="http://schemas.microsoft.com/office/powerpoint/2010/main" val="114312364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3000">
              <a:srgbClr val="002060"/>
            </a:gs>
            <a:gs pos="61000">
              <a:schemeClr val="accent5">
                <a:lumMod val="75000"/>
              </a:schemeClr>
            </a:gs>
          </a:gsLst>
          <a:lin ang="108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Retângulo: Cantos Arredondados 20">
            <a:extLst>
              <a:ext uri="{FF2B5EF4-FFF2-40B4-BE49-F238E27FC236}">
                <a16:creationId xmlns:a16="http://schemas.microsoft.com/office/drawing/2014/main" id="{D9B7EF7A-7DD1-8797-9CDB-D42DC05CB1F6}"/>
              </a:ext>
            </a:extLst>
          </p:cNvPr>
          <p:cNvSpPr/>
          <p:nvPr/>
        </p:nvSpPr>
        <p:spPr>
          <a:xfrm>
            <a:off x="6201973" y="5968967"/>
            <a:ext cx="892304" cy="286357"/>
          </a:xfrm>
          <a:prstGeom prst="roundRect">
            <a:avLst>
              <a:gd name="adj" fmla="val 42683"/>
            </a:avLst>
          </a:prstGeom>
          <a:solidFill>
            <a:schemeClr val="bg1">
              <a:alpha val="21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11" name="Elipse 10">
            <a:extLst>
              <a:ext uri="{FF2B5EF4-FFF2-40B4-BE49-F238E27FC236}">
                <a16:creationId xmlns:a16="http://schemas.microsoft.com/office/drawing/2014/main" id="{BA24F666-9D27-8354-F7A0-97A1B18F7B3C}"/>
              </a:ext>
            </a:extLst>
          </p:cNvPr>
          <p:cNvSpPr/>
          <p:nvPr/>
        </p:nvSpPr>
        <p:spPr>
          <a:xfrm>
            <a:off x="7947377" y="-1082856"/>
            <a:ext cx="5000980" cy="5000980"/>
          </a:xfrm>
          <a:prstGeom prst="ellipse">
            <a:avLst/>
          </a:prstGeom>
          <a:solidFill>
            <a:srgbClr val="194E8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12" name="Título 1">
            <a:extLst>
              <a:ext uri="{FF2B5EF4-FFF2-40B4-BE49-F238E27FC236}">
                <a16:creationId xmlns:a16="http://schemas.microsoft.com/office/drawing/2014/main" id="{7606BDFD-9C72-0DB8-CE82-298C895D32A0}"/>
              </a:ext>
            </a:extLst>
          </p:cNvPr>
          <p:cNvSpPr txBox="1">
            <a:spLocks/>
          </p:cNvSpPr>
          <p:nvPr/>
        </p:nvSpPr>
        <p:spPr>
          <a:xfrm>
            <a:off x="1469486" y="5883696"/>
            <a:ext cx="1998133" cy="39053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pt-BR" sz="1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Operações Digital</a:t>
            </a:r>
          </a:p>
        </p:txBody>
      </p:sp>
      <p:sp>
        <p:nvSpPr>
          <p:cNvPr id="13" name="Título 1">
            <a:extLst>
              <a:ext uri="{FF2B5EF4-FFF2-40B4-BE49-F238E27FC236}">
                <a16:creationId xmlns:a16="http://schemas.microsoft.com/office/drawing/2014/main" id="{5BEFBB8C-5A76-76AF-878C-8F412CEEDF75}"/>
              </a:ext>
            </a:extLst>
          </p:cNvPr>
          <p:cNvSpPr txBox="1">
            <a:spLocks/>
          </p:cNvSpPr>
          <p:nvPr/>
        </p:nvSpPr>
        <p:spPr>
          <a:xfrm>
            <a:off x="3753556" y="5901265"/>
            <a:ext cx="1998133" cy="39053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endParaRPr lang="pt-BR" sz="160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4" name="Título 1">
            <a:extLst>
              <a:ext uri="{FF2B5EF4-FFF2-40B4-BE49-F238E27FC236}">
                <a16:creationId xmlns:a16="http://schemas.microsoft.com/office/drawing/2014/main" id="{CA7B92B7-C10C-9170-686C-619A358C3EDA}"/>
              </a:ext>
            </a:extLst>
          </p:cNvPr>
          <p:cNvSpPr txBox="1">
            <a:spLocks/>
          </p:cNvSpPr>
          <p:nvPr/>
        </p:nvSpPr>
        <p:spPr>
          <a:xfrm>
            <a:off x="4120444" y="5885738"/>
            <a:ext cx="1707442" cy="39053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pt-BR"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Central de Ajuda</a:t>
            </a:r>
          </a:p>
        </p:txBody>
      </p:sp>
      <p:sp>
        <p:nvSpPr>
          <p:cNvPr id="15" name="Título 1">
            <a:extLst>
              <a:ext uri="{FF2B5EF4-FFF2-40B4-BE49-F238E27FC236}">
                <a16:creationId xmlns:a16="http://schemas.microsoft.com/office/drawing/2014/main" id="{D8388B6F-26C0-E8B5-C3B2-F7B433F03866}"/>
              </a:ext>
            </a:extLst>
          </p:cNvPr>
          <p:cNvSpPr txBox="1">
            <a:spLocks/>
          </p:cNvSpPr>
          <p:nvPr/>
        </p:nvSpPr>
        <p:spPr>
          <a:xfrm>
            <a:off x="6386612" y="5864793"/>
            <a:ext cx="739420" cy="39053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pt-BR"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Chat</a:t>
            </a:r>
          </a:p>
        </p:txBody>
      </p:sp>
      <p:sp>
        <p:nvSpPr>
          <p:cNvPr id="16" name="Título 1">
            <a:extLst>
              <a:ext uri="{FF2B5EF4-FFF2-40B4-BE49-F238E27FC236}">
                <a16:creationId xmlns:a16="http://schemas.microsoft.com/office/drawing/2014/main" id="{D0F93BBA-E770-0B22-E5D8-7C404A0D454B}"/>
              </a:ext>
            </a:extLst>
          </p:cNvPr>
          <p:cNvSpPr txBox="1">
            <a:spLocks/>
          </p:cNvSpPr>
          <p:nvPr/>
        </p:nvSpPr>
        <p:spPr>
          <a:xfrm>
            <a:off x="7374461" y="5883695"/>
            <a:ext cx="1533870" cy="39053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pt-BR"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Consumidor.gov</a:t>
            </a:r>
          </a:p>
        </p:txBody>
      </p:sp>
      <p:sp>
        <p:nvSpPr>
          <p:cNvPr id="17" name="Retângulo: Cantos Arredondados 16">
            <a:extLst>
              <a:ext uri="{FF2B5EF4-FFF2-40B4-BE49-F238E27FC236}">
                <a16:creationId xmlns:a16="http://schemas.microsoft.com/office/drawing/2014/main" id="{E533871F-8317-6F72-69E0-F732373A9CF4}"/>
              </a:ext>
            </a:extLst>
          </p:cNvPr>
          <p:cNvSpPr/>
          <p:nvPr/>
        </p:nvSpPr>
        <p:spPr>
          <a:xfrm>
            <a:off x="1168400" y="5901265"/>
            <a:ext cx="9855200" cy="447587"/>
          </a:xfrm>
          <a:prstGeom prst="roundRect">
            <a:avLst>
              <a:gd name="adj" fmla="val 42683"/>
            </a:avLst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18" name="Título 1">
            <a:extLst>
              <a:ext uri="{FF2B5EF4-FFF2-40B4-BE49-F238E27FC236}">
                <a16:creationId xmlns:a16="http://schemas.microsoft.com/office/drawing/2014/main" id="{DE706286-D960-53B5-5D40-39BC04E97E30}"/>
              </a:ext>
            </a:extLst>
          </p:cNvPr>
          <p:cNvSpPr txBox="1">
            <a:spLocks/>
          </p:cNvSpPr>
          <p:nvPr/>
        </p:nvSpPr>
        <p:spPr>
          <a:xfrm>
            <a:off x="3590232" y="5822126"/>
            <a:ext cx="366888" cy="39053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|</a:t>
            </a:r>
          </a:p>
        </p:txBody>
      </p:sp>
      <p:sp>
        <p:nvSpPr>
          <p:cNvPr id="19" name="Título 1">
            <a:extLst>
              <a:ext uri="{FF2B5EF4-FFF2-40B4-BE49-F238E27FC236}">
                <a16:creationId xmlns:a16="http://schemas.microsoft.com/office/drawing/2014/main" id="{2289849F-2484-731C-FE10-24CF16AD49ED}"/>
              </a:ext>
            </a:extLst>
          </p:cNvPr>
          <p:cNvSpPr txBox="1">
            <a:spLocks/>
          </p:cNvSpPr>
          <p:nvPr/>
        </p:nvSpPr>
        <p:spPr>
          <a:xfrm>
            <a:off x="5827886" y="5822125"/>
            <a:ext cx="366888" cy="39053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|</a:t>
            </a:r>
          </a:p>
        </p:txBody>
      </p:sp>
      <p:sp>
        <p:nvSpPr>
          <p:cNvPr id="20" name="Título 1">
            <a:extLst>
              <a:ext uri="{FF2B5EF4-FFF2-40B4-BE49-F238E27FC236}">
                <a16:creationId xmlns:a16="http://schemas.microsoft.com/office/drawing/2014/main" id="{4C19BD5A-A221-916E-E0A9-367FCCE9030F}"/>
              </a:ext>
            </a:extLst>
          </p:cNvPr>
          <p:cNvSpPr txBox="1">
            <a:spLocks/>
          </p:cNvSpPr>
          <p:nvPr/>
        </p:nvSpPr>
        <p:spPr>
          <a:xfrm>
            <a:off x="7066802" y="5865298"/>
            <a:ext cx="366888" cy="39053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|</a:t>
            </a:r>
          </a:p>
        </p:txBody>
      </p:sp>
      <p:pic>
        <p:nvPicPr>
          <p:cNvPr id="26" name="Imagem 25">
            <a:extLst>
              <a:ext uri="{FF2B5EF4-FFF2-40B4-BE49-F238E27FC236}">
                <a16:creationId xmlns:a16="http://schemas.microsoft.com/office/drawing/2014/main" id="{925310E8-91AC-2334-EEC2-64368966EC1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10000" b="90000" l="10000" r="9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7374460" y="1237010"/>
            <a:ext cx="5480601" cy="4019107"/>
          </a:xfrm>
          <a:prstGeom prst="rect">
            <a:avLst/>
          </a:prstGeom>
        </p:spPr>
      </p:pic>
      <p:pic>
        <p:nvPicPr>
          <p:cNvPr id="28" name="Imagem 27">
            <a:extLst>
              <a:ext uri="{FF2B5EF4-FFF2-40B4-BE49-F238E27FC236}">
                <a16:creationId xmlns:a16="http://schemas.microsoft.com/office/drawing/2014/main" id="{C51CC3E6-5A2B-3343-12E9-8389B370397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80290" y="2236217"/>
            <a:ext cx="5332261" cy="3435813"/>
          </a:xfrm>
          <a:prstGeom prst="rect">
            <a:avLst/>
          </a:prstGeom>
        </p:spPr>
      </p:pic>
      <p:pic>
        <p:nvPicPr>
          <p:cNvPr id="25" name="Imagem 24">
            <a:extLst>
              <a:ext uri="{FF2B5EF4-FFF2-40B4-BE49-F238E27FC236}">
                <a16:creationId xmlns:a16="http://schemas.microsoft.com/office/drawing/2014/main" id="{8F103DBD-DAD2-4FE4-B5CC-941177F86FC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03156" y="368559"/>
            <a:ext cx="1505175" cy="598854"/>
          </a:xfrm>
          <a:prstGeom prst="rect">
            <a:avLst/>
          </a:prstGeom>
        </p:spPr>
      </p:pic>
      <p:sp>
        <p:nvSpPr>
          <p:cNvPr id="27" name="Título 1">
            <a:extLst>
              <a:ext uri="{FF2B5EF4-FFF2-40B4-BE49-F238E27FC236}">
                <a16:creationId xmlns:a16="http://schemas.microsoft.com/office/drawing/2014/main" id="{3F01F83B-7291-417E-871C-D603E30F3474}"/>
              </a:ext>
            </a:extLst>
          </p:cNvPr>
          <p:cNvSpPr txBox="1">
            <a:spLocks/>
          </p:cNvSpPr>
          <p:nvPr/>
        </p:nvSpPr>
        <p:spPr>
          <a:xfrm>
            <a:off x="8804667" y="5864793"/>
            <a:ext cx="366888" cy="39053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|</a:t>
            </a:r>
          </a:p>
        </p:txBody>
      </p:sp>
      <p:sp>
        <p:nvSpPr>
          <p:cNvPr id="34" name="Título 1">
            <a:extLst>
              <a:ext uri="{FF2B5EF4-FFF2-40B4-BE49-F238E27FC236}">
                <a16:creationId xmlns:a16="http://schemas.microsoft.com/office/drawing/2014/main" id="{41076838-B3CC-46F4-A4D5-71B4EFE8A007}"/>
              </a:ext>
            </a:extLst>
          </p:cNvPr>
          <p:cNvSpPr txBox="1">
            <a:spLocks/>
          </p:cNvSpPr>
          <p:nvPr/>
        </p:nvSpPr>
        <p:spPr>
          <a:xfrm>
            <a:off x="9156760" y="5901265"/>
            <a:ext cx="1533870" cy="39053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pt-BR"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Reclame Aqui</a:t>
            </a:r>
          </a:p>
        </p:txBody>
      </p:sp>
      <p:sp>
        <p:nvSpPr>
          <p:cNvPr id="29" name="Título 1">
            <a:extLst>
              <a:ext uri="{FF2B5EF4-FFF2-40B4-BE49-F238E27FC236}">
                <a16:creationId xmlns:a16="http://schemas.microsoft.com/office/drawing/2014/main" id="{C6A5BAFA-62F4-453C-BB5C-2A2F4BAD3D3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22318" y="2466134"/>
            <a:ext cx="9144000" cy="1181350"/>
          </a:xfrm>
        </p:spPr>
        <p:txBody>
          <a:bodyPr>
            <a:normAutofit/>
          </a:bodyPr>
          <a:lstStyle/>
          <a:p>
            <a:pPr algn="l"/>
            <a:r>
              <a:rPr lang="pt-BR" sz="6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CHAT</a:t>
            </a:r>
          </a:p>
        </p:txBody>
      </p:sp>
      <p:sp>
        <p:nvSpPr>
          <p:cNvPr id="30" name="Título 1">
            <a:extLst>
              <a:ext uri="{FF2B5EF4-FFF2-40B4-BE49-F238E27FC236}">
                <a16:creationId xmlns:a16="http://schemas.microsoft.com/office/drawing/2014/main" id="{D1BEED2F-D67A-406D-AAC9-4E04E6A7AFD4}"/>
              </a:ext>
            </a:extLst>
          </p:cNvPr>
          <p:cNvSpPr txBox="1">
            <a:spLocks/>
          </p:cNvSpPr>
          <p:nvPr/>
        </p:nvSpPr>
        <p:spPr>
          <a:xfrm>
            <a:off x="1122318" y="1911623"/>
            <a:ext cx="9144000" cy="2219149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pt-BR" sz="3600" b="1" dirty="0">
                <a:solidFill>
                  <a:schemeClr val="accent4">
                    <a:lumMod val="60000"/>
                    <a:lumOff val="4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SEMANAL</a:t>
            </a:r>
            <a:endParaRPr lang="pt-BR" sz="4800" b="1" dirty="0">
              <a:solidFill>
                <a:schemeClr val="accent4">
                  <a:lumMod val="60000"/>
                  <a:lumOff val="40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3" name="Título 1">
            <a:extLst>
              <a:ext uri="{FF2B5EF4-FFF2-40B4-BE49-F238E27FC236}">
                <a16:creationId xmlns:a16="http://schemas.microsoft.com/office/drawing/2014/main" id="{6B5C9D76-8ED2-41A9-A3C0-F7C350550EDE}"/>
              </a:ext>
            </a:extLst>
          </p:cNvPr>
          <p:cNvSpPr txBox="1">
            <a:spLocks/>
          </p:cNvSpPr>
          <p:nvPr/>
        </p:nvSpPr>
        <p:spPr>
          <a:xfrm>
            <a:off x="2090824" y="3987434"/>
            <a:ext cx="2375911" cy="55686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pt-BR" sz="20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Setembro 2026</a:t>
            </a:r>
            <a:endParaRPr lang="pt-BR" sz="320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5" name="Título 1">
            <a:extLst>
              <a:ext uri="{FF2B5EF4-FFF2-40B4-BE49-F238E27FC236}">
                <a16:creationId xmlns:a16="http://schemas.microsoft.com/office/drawing/2014/main" id="{FBD498E5-221B-4306-B453-B3A298B7F7DB}"/>
              </a:ext>
            </a:extLst>
          </p:cNvPr>
          <p:cNvSpPr txBox="1">
            <a:spLocks/>
          </p:cNvSpPr>
          <p:nvPr/>
        </p:nvSpPr>
        <p:spPr>
          <a:xfrm>
            <a:off x="1179689" y="2068978"/>
            <a:ext cx="9144000" cy="55686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pt-BR" sz="18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Monitorias e Feedbacks</a:t>
            </a:r>
          </a:p>
        </p:txBody>
      </p:sp>
      <p:cxnSp>
        <p:nvCxnSpPr>
          <p:cNvPr id="36" name="Conector reto 35">
            <a:extLst>
              <a:ext uri="{FF2B5EF4-FFF2-40B4-BE49-F238E27FC236}">
                <a16:creationId xmlns:a16="http://schemas.microsoft.com/office/drawing/2014/main" id="{80A74A16-AC57-4EA7-BCC5-E9E4331EBF22}"/>
              </a:ext>
            </a:extLst>
          </p:cNvPr>
          <p:cNvCxnSpPr>
            <a:cxnSpLocks/>
          </p:cNvCxnSpPr>
          <p:nvPr/>
        </p:nvCxnSpPr>
        <p:spPr>
          <a:xfrm>
            <a:off x="770663" y="2347408"/>
            <a:ext cx="0" cy="1934725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Elipse 36">
            <a:extLst>
              <a:ext uri="{FF2B5EF4-FFF2-40B4-BE49-F238E27FC236}">
                <a16:creationId xmlns:a16="http://schemas.microsoft.com/office/drawing/2014/main" id="{1BB0E9B2-068C-4781-BB2D-A1F4E665AB69}"/>
              </a:ext>
            </a:extLst>
          </p:cNvPr>
          <p:cNvSpPr/>
          <p:nvPr/>
        </p:nvSpPr>
        <p:spPr>
          <a:xfrm>
            <a:off x="690919" y="3166819"/>
            <a:ext cx="159488" cy="159488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cxnSp>
        <p:nvCxnSpPr>
          <p:cNvPr id="38" name="Conector reto 37">
            <a:extLst>
              <a:ext uri="{FF2B5EF4-FFF2-40B4-BE49-F238E27FC236}">
                <a16:creationId xmlns:a16="http://schemas.microsoft.com/office/drawing/2014/main" id="{92510A62-527F-4B44-B9F7-89B582399421}"/>
              </a:ext>
            </a:extLst>
          </p:cNvPr>
          <p:cNvCxnSpPr>
            <a:cxnSpLocks/>
          </p:cNvCxnSpPr>
          <p:nvPr/>
        </p:nvCxnSpPr>
        <p:spPr>
          <a:xfrm>
            <a:off x="1321818" y="4365828"/>
            <a:ext cx="769006" cy="0"/>
          </a:xfrm>
          <a:prstGeom prst="line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Elipse 38">
            <a:extLst>
              <a:ext uri="{FF2B5EF4-FFF2-40B4-BE49-F238E27FC236}">
                <a16:creationId xmlns:a16="http://schemas.microsoft.com/office/drawing/2014/main" id="{4CF56CBF-F5BC-4D5A-91D3-EB4B6E6D4D85}"/>
              </a:ext>
            </a:extLst>
          </p:cNvPr>
          <p:cNvSpPr/>
          <p:nvPr/>
        </p:nvSpPr>
        <p:spPr>
          <a:xfrm>
            <a:off x="1242074" y="4282133"/>
            <a:ext cx="159488" cy="159488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24737810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4942C4-360A-CA40-D07F-93ED55A4B2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tângulo: Cantos Arredondados 24">
            <a:extLst>
              <a:ext uri="{FF2B5EF4-FFF2-40B4-BE49-F238E27FC236}">
                <a16:creationId xmlns:a16="http://schemas.microsoft.com/office/drawing/2014/main" id="{D11EAAB7-2A87-0DFB-808D-0F95247425CF}"/>
              </a:ext>
            </a:extLst>
          </p:cNvPr>
          <p:cNvSpPr/>
          <p:nvPr/>
        </p:nvSpPr>
        <p:spPr>
          <a:xfrm>
            <a:off x="505325" y="1034715"/>
            <a:ext cx="3236495" cy="1515979"/>
          </a:xfrm>
          <a:prstGeom prst="roundRect">
            <a:avLst/>
          </a:prstGeom>
          <a:solidFill>
            <a:schemeClr val="bg1">
              <a:alpha val="76000"/>
            </a:schemeClr>
          </a:solidFill>
          <a:ln>
            <a:noFill/>
          </a:ln>
          <a:effectLst>
            <a:outerShdw blurRad="177800" dist="38100" dir="5400000" sx="107000" sy="107000" algn="t" rotWithShape="0">
              <a:prstClr val="black">
                <a:alpha val="11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0" name="Retângulo: Cantos Arredondados 19">
            <a:extLst>
              <a:ext uri="{FF2B5EF4-FFF2-40B4-BE49-F238E27FC236}">
                <a16:creationId xmlns:a16="http://schemas.microsoft.com/office/drawing/2014/main" id="{85C5BEB5-2B76-8918-22A4-D8EF6ACC2936}"/>
              </a:ext>
            </a:extLst>
          </p:cNvPr>
          <p:cNvSpPr/>
          <p:nvPr/>
        </p:nvSpPr>
        <p:spPr>
          <a:xfrm>
            <a:off x="505326" y="1034716"/>
            <a:ext cx="3236495" cy="1515979"/>
          </a:xfrm>
          <a:prstGeom prst="roundRect">
            <a:avLst/>
          </a:prstGeom>
          <a:solidFill>
            <a:schemeClr val="bg1"/>
          </a:solidFill>
          <a:ln>
            <a:noFill/>
          </a:ln>
          <a:effectLst>
            <a:outerShdw dist="101600" dir="10740000" algn="t" rotWithShape="0">
              <a:srgbClr val="2E75B6"/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4" name="CaixaDeTexto 23">
            <a:extLst>
              <a:ext uri="{FF2B5EF4-FFF2-40B4-BE49-F238E27FC236}">
                <a16:creationId xmlns:a16="http://schemas.microsoft.com/office/drawing/2014/main" id="{3A827915-CB23-2EF5-CDCC-A7D4748F56B1}"/>
              </a:ext>
            </a:extLst>
          </p:cNvPr>
          <p:cNvSpPr txBox="1"/>
          <p:nvPr/>
        </p:nvSpPr>
        <p:spPr>
          <a:xfrm>
            <a:off x="860256" y="1118934"/>
            <a:ext cx="252663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1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MONITORIAS REALIZADAS </a:t>
            </a:r>
          </a:p>
        </p:txBody>
      </p:sp>
      <p:sp>
        <p:nvSpPr>
          <p:cNvPr id="26" name="Retângulo: Cantos Arredondados 25">
            <a:extLst>
              <a:ext uri="{FF2B5EF4-FFF2-40B4-BE49-F238E27FC236}">
                <a16:creationId xmlns:a16="http://schemas.microsoft.com/office/drawing/2014/main" id="{9DB21D64-0782-7C39-83E7-31BA261C2C40}"/>
              </a:ext>
            </a:extLst>
          </p:cNvPr>
          <p:cNvSpPr/>
          <p:nvPr/>
        </p:nvSpPr>
        <p:spPr>
          <a:xfrm>
            <a:off x="8394702" y="1034714"/>
            <a:ext cx="3236495" cy="1515979"/>
          </a:xfrm>
          <a:prstGeom prst="roundRect">
            <a:avLst/>
          </a:prstGeom>
          <a:solidFill>
            <a:schemeClr val="bg1">
              <a:alpha val="76000"/>
            </a:schemeClr>
          </a:solidFill>
          <a:ln>
            <a:noFill/>
          </a:ln>
          <a:effectLst>
            <a:outerShdw blurRad="177800" dist="38100" dir="5400000" sx="107000" sy="107000" algn="t" rotWithShape="0">
              <a:prstClr val="black">
                <a:alpha val="11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7" name="Retângulo: Cantos Arredondados 26">
            <a:extLst>
              <a:ext uri="{FF2B5EF4-FFF2-40B4-BE49-F238E27FC236}">
                <a16:creationId xmlns:a16="http://schemas.microsoft.com/office/drawing/2014/main" id="{6E0DF0E2-8B2B-9359-94E2-CBCDA0AB3EF9}"/>
              </a:ext>
            </a:extLst>
          </p:cNvPr>
          <p:cNvSpPr/>
          <p:nvPr/>
        </p:nvSpPr>
        <p:spPr>
          <a:xfrm>
            <a:off x="8399103" y="1033039"/>
            <a:ext cx="3236495" cy="1515979"/>
          </a:xfrm>
          <a:prstGeom prst="roundRect">
            <a:avLst/>
          </a:prstGeom>
          <a:solidFill>
            <a:schemeClr val="bg1"/>
          </a:solidFill>
          <a:ln>
            <a:noFill/>
          </a:ln>
          <a:effectLst>
            <a:outerShdw dist="101600" dir="10740000" algn="t" rotWithShape="0">
              <a:srgbClr val="00B050"/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8" name="CaixaDeTexto 27">
            <a:extLst>
              <a:ext uri="{FF2B5EF4-FFF2-40B4-BE49-F238E27FC236}">
                <a16:creationId xmlns:a16="http://schemas.microsoft.com/office/drawing/2014/main" id="{9CEE9B60-CACA-DA9B-95A4-7FC33F8C999E}"/>
              </a:ext>
            </a:extLst>
          </p:cNvPr>
          <p:cNvSpPr txBox="1"/>
          <p:nvPr/>
        </p:nvSpPr>
        <p:spPr>
          <a:xfrm>
            <a:off x="9030967" y="1173396"/>
            <a:ext cx="214922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1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FEEDBACKS  REALIZADOS </a:t>
            </a:r>
          </a:p>
        </p:txBody>
      </p:sp>
      <p:sp>
        <p:nvSpPr>
          <p:cNvPr id="38" name="CaixaDeTexto 37">
            <a:extLst>
              <a:ext uri="{FF2B5EF4-FFF2-40B4-BE49-F238E27FC236}">
                <a16:creationId xmlns:a16="http://schemas.microsoft.com/office/drawing/2014/main" id="{F0D0413F-1302-4951-BA58-5FCEB97A18C2}"/>
              </a:ext>
            </a:extLst>
          </p:cNvPr>
          <p:cNvSpPr txBox="1"/>
          <p:nvPr/>
        </p:nvSpPr>
        <p:spPr>
          <a:xfrm>
            <a:off x="1176258" y="1258032"/>
            <a:ext cx="1723730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60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316</a:t>
            </a:r>
          </a:p>
        </p:txBody>
      </p:sp>
      <p:sp>
        <p:nvSpPr>
          <p:cNvPr id="39" name="CaixaDeTexto 38">
            <a:extLst>
              <a:ext uri="{FF2B5EF4-FFF2-40B4-BE49-F238E27FC236}">
                <a16:creationId xmlns:a16="http://schemas.microsoft.com/office/drawing/2014/main" id="{4264D1BE-81D1-4DD0-9406-41D070E956B1}"/>
              </a:ext>
            </a:extLst>
          </p:cNvPr>
          <p:cNvSpPr txBox="1"/>
          <p:nvPr/>
        </p:nvSpPr>
        <p:spPr>
          <a:xfrm>
            <a:off x="8426782" y="1289278"/>
            <a:ext cx="3160305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60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308</a:t>
            </a:r>
          </a:p>
        </p:txBody>
      </p:sp>
      <p:sp>
        <p:nvSpPr>
          <p:cNvPr id="49" name="Retângulo: Cantos Arredondados 48">
            <a:extLst>
              <a:ext uri="{FF2B5EF4-FFF2-40B4-BE49-F238E27FC236}">
                <a16:creationId xmlns:a16="http://schemas.microsoft.com/office/drawing/2014/main" id="{14B57E3F-A289-454E-9606-9DE2D5AEF48E}"/>
              </a:ext>
            </a:extLst>
          </p:cNvPr>
          <p:cNvSpPr/>
          <p:nvPr/>
        </p:nvSpPr>
        <p:spPr>
          <a:xfrm>
            <a:off x="4250327" y="1034714"/>
            <a:ext cx="3236495" cy="1515979"/>
          </a:xfrm>
          <a:prstGeom prst="roundRect">
            <a:avLst/>
          </a:prstGeom>
          <a:solidFill>
            <a:schemeClr val="bg1">
              <a:alpha val="76000"/>
            </a:schemeClr>
          </a:solidFill>
          <a:ln>
            <a:noFill/>
          </a:ln>
          <a:effectLst>
            <a:outerShdw blurRad="177800" dist="38100" dir="5400000" sx="107000" sy="107000" algn="t" rotWithShape="0">
              <a:prstClr val="black">
                <a:alpha val="11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56" name="Retângulo: Cantos Arredondados 55">
            <a:extLst>
              <a:ext uri="{FF2B5EF4-FFF2-40B4-BE49-F238E27FC236}">
                <a16:creationId xmlns:a16="http://schemas.microsoft.com/office/drawing/2014/main" id="{32AC41D8-CA97-4638-86E6-CF10F8020902}"/>
              </a:ext>
            </a:extLst>
          </p:cNvPr>
          <p:cNvSpPr/>
          <p:nvPr/>
        </p:nvSpPr>
        <p:spPr>
          <a:xfrm>
            <a:off x="4250328" y="1034715"/>
            <a:ext cx="3236495" cy="1515979"/>
          </a:xfrm>
          <a:prstGeom prst="roundRect">
            <a:avLst/>
          </a:prstGeom>
          <a:solidFill>
            <a:schemeClr val="bg1"/>
          </a:solidFill>
          <a:ln>
            <a:noFill/>
          </a:ln>
          <a:effectLst>
            <a:outerShdw dist="101600" dir="10740000" algn="t" rotWithShape="0">
              <a:srgbClr val="00B050"/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57" name="CaixaDeTexto 56">
            <a:extLst>
              <a:ext uri="{FF2B5EF4-FFF2-40B4-BE49-F238E27FC236}">
                <a16:creationId xmlns:a16="http://schemas.microsoft.com/office/drawing/2014/main" id="{27F2EC3F-B6FB-4FEF-9F8E-F02B9B08CA70}"/>
              </a:ext>
            </a:extLst>
          </p:cNvPr>
          <p:cNvSpPr txBox="1"/>
          <p:nvPr/>
        </p:nvSpPr>
        <p:spPr>
          <a:xfrm>
            <a:off x="4928589" y="1118934"/>
            <a:ext cx="181110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1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MÉDIA  DO MÊS</a:t>
            </a:r>
          </a:p>
        </p:txBody>
      </p:sp>
      <p:sp>
        <p:nvSpPr>
          <p:cNvPr id="58" name="CaixaDeTexto 57">
            <a:extLst>
              <a:ext uri="{FF2B5EF4-FFF2-40B4-BE49-F238E27FC236}">
                <a16:creationId xmlns:a16="http://schemas.microsoft.com/office/drawing/2014/main" id="{B2E6552C-25E5-4A50-BE6E-0CCABD0AB438}"/>
              </a:ext>
            </a:extLst>
          </p:cNvPr>
          <p:cNvSpPr txBox="1"/>
          <p:nvPr/>
        </p:nvSpPr>
        <p:spPr>
          <a:xfrm>
            <a:off x="4250326" y="1269642"/>
            <a:ext cx="3160305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60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83,87</a:t>
            </a:r>
          </a:p>
        </p:txBody>
      </p:sp>
      <p:sp>
        <p:nvSpPr>
          <p:cNvPr id="59" name="CaixaDeTexto 58">
            <a:extLst>
              <a:ext uri="{FF2B5EF4-FFF2-40B4-BE49-F238E27FC236}">
                <a16:creationId xmlns:a16="http://schemas.microsoft.com/office/drawing/2014/main" id="{FFA7B38D-33D4-44A2-A850-4CE694DBF118}"/>
              </a:ext>
            </a:extLst>
          </p:cNvPr>
          <p:cNvSpPr txBox="1"/>
          <p:nvPr/>
        </p:nvSpPr>
        <p:spPr>
          <a:xfrm>
            <a:off x="4501413" y="2187491"/>
            <a:ext cx="265812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0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(Qualidade + Operação)</a:t>
            </a:r>
          </a:p>
        </p:txBody>
      </p:sp>
      <p:sp>
        <p:nvSpPr>
          <p:cNvPr id="43" name="Google Shape;2081;p50">
            <a:extLst>
              <a:ext uri="{FF2B5EF4-FFF2-40B4-BE49-F238E27FC236}">
                <a16:creationId xmlns:a16="http://schemas.microsoft.com/office/drawing/2014/main" id="{2FAE6210-2975-4948-B144-3AC5F39539B9}"/>
              </a:ext>
            </a:extLst>
          </p:cNvPr>
          <p:cNvSpPr/>
          <p:nvPr/>
        </p:nvSpPr>
        <p:spPr>
          <a:xfrm>
            <a:off x="717771" y="1090898"/>
            <a:ext cx="179751" cy="284697"/>
          </a:xfrm>
          <a:custGeom>
            <a:avLst/>
            <a:gdLst/>
            <a:ahLst/>
            <a:cxnLst/>
            <a:rect l="l" t="t" r="r" b="b"/>
            <a:pathLst>
              <a:path w="7240" h="11467" extrusionOk="0">
                <a:moveTo>
                  <a:pt x="1048" y="346"/>
                </a:moveTo>
                <a:cubicBezTo>
                  <a:pt x="1156" y="346"/>
                  <a:pt x="1239" y="441"/>
                  <a:pt x="1239" y="537"/>
                </a:cubicBezTo>
                <a:cubicBezTo>
                  <a:pt x="1239" y="644"/>
                  <a:pt x="1156" y="727"/>
                  <a:pt x="1048" y="727"/>
                </a:cubicBezTo>
                <a:cubicBezTo>
                  <a:pt x="941" y="727"/>
                  <a:pt x="858" y="644"/>
                  <a:pt x="858" y="537"/>
                </a:cubicBezTo>
                <a:cubicBezTo>
                  <a:pt x="858" y="429"/>
                  <a:pt x="941" y="346"/>
                  <a:pt x="1048" y="346"/>
                </a:cubicBezTo>
                <a:close/>
                <a:moveTo>
                  <a:pt x="3549" y="1203"/>
                </a:moveTo>
                <a:lnTo>
                  <a:pt x="3906" y="1453"/>
                </a:lnTo>
                <a:lnTo>
                  <a:pt x="3549" y="1453"/>
                </a:lnTo>
                <a:lnTo>
                  <a:pt x="3549" y="1203"/>
                </a:lnTo>
                <a:close/>
                <a:moveTo>
                  <a:pt x="6883" y="1060"/>
                </a:moveTo>
                <a:lnTo>
                  <a:pt x="6883" y="1072"/>
                </a:lnTo>
                <a:lnTo>
                  <a:pt x="6097" y="2799"/>
                </a:lnTo>
                <a:cubicBezTo>
                  <a:pt x="6085" y="2846"/>
                  <a:pt x="6085" y="2894"/>
                  <a:pt x="6097" y="2942"/>
                </a:cubicBezTo>
                <a:lnTo>
                  <a:pt x="6883" y="4680"/>
                </a:lnTo>
                <a:lnTo>
                  <a:pt x="4620" y="4680"/>
                </a:lnTo>
                <a:lnTo>
                  <a:pt x="4620" y="1608"/>
                </a:lnTo>
                <a:cubicBezTo>
                  <a:pt x="4620" y="1549"/>
                  <a:pt x="4597" y="1501"/>
                  <a:pt x="4549" y="1477"/>
                </a:cubicBezTo>
                <a:lnTo>
                  <a:pt x="3942" y="1060"/>
                </a:lnTo>
                <a:close/>
                <a:moveTo>
                  <a:pt x="6883" y="4680"/>
                </a:moveTo>
                <a:cubicBezTo>
                  <a:pt x="6883" y="4686"/>
                  <a:pt x="6880" y="4689"/>
                  <a:pt x="6878" y="4689"/>
                </a:cubicBezTo>
                <a:cubicBezTo>
                  <a:pt x="6877" y="4689"/>
                  <a:pt x="6877" y="4686"/>
                  <a:pt x="6883" y="4680"/>
                </a:cubicBezTo>
                <a:close/>
                <a:moveTo>
                  <a:pt x="4299" y="1787"/>
                </a:moveTo>
                <a:lnTo>
                  <a:pt x="4299" y="5394"/>
                </a:lnTo>
                <a:lnTo>
                  <a:pt x="1941" y="5406"/>
                </a:lnTo>
                <a:lnTo>
                  <a:pt x="1941" y="2692"/>
                </a:lnTo>
                <a:cubicBezTo>
                  <a:pt x="1941" y="2608"/>
                  <a:pt x="1870" y="2537"/>
                  <a:pt x="1787" y="2537"/>
                </a:cubicBezTo>
                <a:cubicBezTo>
                  <a:pt x="1691" y="2537"/>
                  <a:pt x="1620" y="2608"/>
                  <a:pt x="1620" y="2692"/>
                </a:cubicBezTo>
                <a:lnTo>
                  <a:pt x="1620" y="5406"/>
                </a:lnTo>
                <a:lnTo>
                  <a:pt x="1227" y="5406"/>
                </a:lnTo>
                <a:lnTo>
                  <a:pt x="1227" y="1787"/>
                </a:lnTo>
                <a:lnTo>
                  <a:pt x="1620" y="1787"/>
                </a:lnTo>
                <a:lnTo>
                  <a:pt x="1620" y="1989"/>
                </a:lnTo>
                <a:cubicBezTo>
                  <a:pt x="1620" y="2072"/>
                  <a:pt x="1691" y="2144"/>
                  <a:pt x="1787" y="2144"/>
                </a:cubicBezTo>
                <a:cubicBezTo>
                  <a:pt x="1870" y="2144"/>
                  <a:pt x="1941" y="2072"/>
                  <a:pt x="1941" y="1989"/>
                </a:cubicBezTo>
                <a:lnTo>
                  <a:pt x="1941" y="1787"/>
                </a:lnTo>
                <a:close/>
                <a:moveTo>
                  <a:pt x="1584" y="10764"/>
                </a:moveTo>
                <a:cubicBezTo>
                  <a:pt x="1691" y="10764"/>
                  <a:pt x="1787" y="10859"/>
                  <a:pt x="1787" y="10954"/>
                </a:cubicBezTo>
                <a:lnTo>
                  <a:pt x="1787" y="11145"/>
                </a:lnTo>
                <a:lnTo>
                  <a:pt x="322" y="11145"/>
                </a:lnTo>
                <a:lnTo>
                  <a:pt x="322" y="10954"/>
                </a:lnTo>
                <a:cubicBezTo>
                  <a:pt x="322" y="10847"/>
                  <a:pt x="417" y="10764"/>
                  <a:pt x="513" y="10764"/>
                </a:cubicBezTo>
                <a:close/>
                <a:moveTo>
                  <a:pt x="1048" y="1"/>
                </a:moveTo>
                <a:cubicBezTo>
                  <a:pt x="775" y="1"/>
                  <a:pt x="536" y="239"/>
                  <a:pt x="536" y="525"/>
                </a:cubicBezTo>
                <a:cubicBezTo>
                  <a:pt x="536" y="763"/>
                  <a:pt x="679" y="953"/>
                  <a:pt x="894" y="1037"/>
                </a:cubicBezTo>
                <a:lnTo>
                  <a:pt x="894" y="10419"/>
                </a:lnTo>
                <a:lnTo>
                  <a:pt x="513" y="10419"/>
                </a:lnTo>
                <a:cubicBezTo>
                  <a:pt x="215" y="10419"/>
                  <a:pt x="1" y="10657"/>
                  <a:pt x="1" y="10943"/>
                </a:cubicBezTo>
                <a:lnTo>
                  <a:pt x="1" y="11300"/>
                </a:lnTo>
                <a:cubicBezTo>
                  <a:pt x="1" y="11395"/>
                  <a:pt x="72" y="11466"/>
                  <a:pt x="155" y="11466"/>
                </a:cubicBezTo>
                <a:lnTo>
                  <a:pt x="1965" y="11466"/>
                </a:lnTo>
                <a:cubicBezTo>
                  <a:pt x="2049" y="11466"/>
                  <a:pt x="2120" y="11395"/>
                  <a:pt x="2120" y="11300"/>
                </a:cubicBezTo>
                <a:lnTo>
                  <a:pt x="2120" y="10943"/>
                </a:lnTo>
                <a:cubicBezTo>
                  <a:pt x="2120" y="10645"/>
                  <a:pt x="1882" y="10419"/>
                  <a:pt x="1608" y="10419"/>
                </a:cubicBezTo>
                <a:lnTo>
                  <a:pt x="1227" y="10419"/>
                </a:lnTo>
                <a:lnTo>
                  <a:pt x="1227" y="5740"/>
                </a:lnTo>
                <a:lnTo>
                  <a:pt x="4299" y="5740"/>
                </a:lnTo>
                <a:cubicBezTo>
                  <a:pt x="4489" y="5740"/>
                  <a:pt x="4632" y="5585"/>
                  <a:pt x="4632" y="5394"/>
                </a:cubicBezTo>
                <a:lnTo>
                  <a:pt x="4632" y="5025"/>
                </a:lnTo>
                <a:lnTo>
                  <a:pt x="6883" y="5025"/>
                </a:lnTo>
                <a:cubicBezTo>
                  <a:pt x="7002" y="5025"/>
                  <a:pt x="7109" y="4966"/>
                  <a:pt x="7180" y="4859"/>
                </a:cubicBezTo>
                <a:cubicBezTo>
                  <a:pt x="7228" y="4763"/>
                  <a:pt x="7240" y="4632"/>
                  <a:pt x="7180" y="4525"/>
                </a:cubicBezTo>
                <a:lnTo>
                  <a:pt x="6442" y="2882"/>
                </a:lnTo>
                <a:lnTo>
                  <a:pt x="7180" y="1227"/>
                </a:lnTo>
                <a:cubicBezTo>
                  <a:pt x="7228" y="1120"/>
                  <a:pt x="7228" y="989"/>
                  <a:pt x="7156" y="894"/>
                </a:cubicBezTo>
                <a:cubicBezTo>
                  <a:pt x="7097" y="787"/>
                  <a:pt x="6978" y="727"/>
                  <a:pt x="6859" y="727"/>
                </a:cubicBezTo>
                <a:lnTo>
                  <a:pt x="3358" y="727"/>
                </a:lnTo>
                <a:cubicBezTo>
                  <a:pt x="3275" y="727"/>
                  <a:pt x="3192" y="810"/>
                  <a:pt x="3192" y="894"/>
                </a:cubicBezTo>
                <a:lnTo>
                  <a:pt x="3192" y="1453"/>
                </a:lnTo>
                <a:lnTo>
                  <a:pt x="1215" y="1453"/>
                </a:lnTo>
                <a:lnTo>
                  <a:pt x="1215" y="1037"/>
                </a:lnTo>
                <a:cubicBezTo>
                  <a:pt x="1429" y="953"/>
                  <a:pt x="1572" y="763"/>
                  <a:pt x="1572" y="525"/>
                </a:cubicBezTo>
                <a:cubicBezTo>
                  <a:pt x="1572" y="227"/>
                  <a:pt x="1334" y="1"/>
                  <a:pt x="1048" y="1"/>
                </a:cubicBezTo>
                <a:close/>
              </a:path>
            </a:pathLst>
          </a:cu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60" name="Google Shape;2561;p51">
            <a:extLst>
              <a:ext uri="{FF2B5EF4-FFF2-40B4-BE49-F238E27FC236}">
                <a16:creationId xmlns:a16="http://schemas.microsoft.com/office/drawing/2014/main" id="{FA05CF1A-469F-455B-BEDE-0FEB762402FB}"/>
              </a:ext>
            </a:extLst>
          </p:cNvPr>
          <p:cNvGrpSpPr/>
          <p:nvPr/>
        </p:nvGrpSpPr>
        <p:grpSpPr>
          <a:xfrm>
            <a:off x="4567373" y="1161052"/>
            <a:ext cx="230870" cy="230118"/>
            <a:chOff x="852385" y="1510916"/>
            <a:chExt cx="353145" cy="351998"/>
          </a:xfrm>
          <a:solidFill>
            <a:schemeClr val="tx1">
              <a:lumMod val="85000"/>
              <a:lumOff val="15000"/>
            </a:schemeClr>
          </a:solidFill>
        </p:grpSpPr>
        <p:sp>
          <p:nvSpPr>
            <p:cNvPr id="63" name="Google Shape;2562;p51">
              <a:extLst>
                <a:ext uri="{FF2B5EF4-FFF2-40B4-BE49-F238E27FC236}">
                  <a16:creationId xmlns:a16="http://schemas.microsoft.com/office/drawing/2014/main" id="{B8E3C87E-7523-4330-9AC2-B6D3C7D4141E}"/>
                </a:ext>
              </a:extLst>
            </p:cNvPr>
            <p:cNvSpPr/>
            <p:nvPr/>
          </p:nvSpPr>
          <p:spPr>
            <a:xfrm>
              <a:off x="852385" y="1510916"/>
              <a:ext cx="353145" cy="187785"/>
            </a:xfrm>
            <a:custGeom>
              <a:avLst/>
              <a:gdLst/>
              <a:ahLst/>
              <a:cxnLst/>
              <a:rect l="l" t="t" r="r" b="b"/>
              <a:pathLst>
                <a:path w="11086" h="5895" extrusionOk="0">
                  <a:moveTo>
                    <a:pt x="6145" y="334"/>
                  </a:moveTo>
                  <a:lnTo>
                    <a:pt x="6145" y="703"/>
                  </a:lnTo>
                  <a:lnTo>
                    <a:pt x="4942" y="703"/>
                  </a:lnTo>
                  <a:lnTo>
                    <a:pt x="4942" y="334"/>
                  </a:lnTo>
                  <a:close/>
                  <a:moveTo>
                    <a:pt x="10764" y="1025"/>
                  </a:moveTo>
                  <a:lnTo>
                    <a:pt x="10764" y="1596"/>
                  </a:lnTo>
                  <a:lnTo>
                    <a:pt x="346" y="1596"/>
                  </a:lnTo>
                  <a:lnTo>
                    <a:pt x="346" y="1025"/>
                  </a:lnTo>
                  <a:close/>
                  <a:moveTo>
                    <a:pt x="4775" y="1"/>
                  </a:moveTo>
                  <a:cubicBezTo>
                    <a:pt x="4692" y="1"/>
                    <a:pt x="4621" y="84"/>
                    <a:pt x="4621" y="167"/>
                  </a:cubicBezTo>
                  <a:lnTo>
                    <a:pt x="4621" y="703"/>
                  </a:lnTo>
                  <a:lnTo>
                    <a:pt x="168" y="703"/>
                  </a:lnTo>
                  <a:cubicBezTo>
                    <a:pt x="72" y="703"/>
                    <a:pt x="1" y="775"/>
                    <a:pt x="1" y="870"/>
                  </a:cubicBezTo>
                  <a:lnTo>
                    <a:pt x="1" y="1751"/>
                  </a:lnTo>
                  <a:cubicBezTo>
                    <a:pt x="1" y="1834"/>
                    <a:pt x="72" y="1906"/>
                    <a:pt x="168" y="1906"/>
                  </a:cubicBezTo>
                  <a:lnTo>
                    <a:pt x="656" y="1906"/>
                  </a:lnTo>
                  <a:lnTo>
                    <a:pt x="656" y="2620"/>
                  </a:lnTo>
                  <a:cubicBezTo>
                    <a:pt x="656" y="2715"/>
                    <a:pt x="727" y="2787"/>
                    <a:pt x="822" y="2787"/>
                  </a:cubicBezTo>
                  <a:cubicBezTo>
                    <a:pt x="906" y="2787"/>
                    <a:pt x="989" y="2715"/>
                    <a:pt x="989" y="2620"/>
                  </a:cubicBezTo>
                  <a:lnTo>
                    <a:pt x="989" y="1906"/>
                  </a:lnTo>
                  <a:lnTo>
                    <a:pt x="10109" y="1906"/>
                  </a:lnTo>
                  <a:lnTo>
                    <a:pt x="10109" y="5740"/>
                  </a:lnTo>
                  <a:cubicBezTo>
                    <a:pt x="10109" y="5823"/>
                    <a:pt x="10181" y="5894"/>
                    <a:pt x="10276" y="5894"/>
                  </a:cubicBezTo>
                  <a:cubicBezTo>
                    <a:pt x="10359" y="5894"/>
                    <a:pt x="10431" y="5823"/>
                    <a:pt x="10431" y="5740"/>
                  </a:cubicBezTo>
                  <a:lnTo>
                    <a:pt x="10431" y="1918"/>
                  </a:lnTo>
                  <a:lnTo>
                    <a:pt x="10931" y="1918"/>
                  </a:lnTo>
                  <a:cubicBezTo>
                    <a:pt x="11014" y="1918"/>
                    <a:pt x="11086" y="1846"/>
                    <a:pt x="11086" y="1763"/>
                  </a:cubicBezTo>
                  <a:lnTo>
                    <a:pt x="11086" y="882"/>
                  </a:lnTo>
                  <a:cubicBezTo>
                    <a:pt x="11086" y="775"/>
                    <a:pt x="11014" y="703"/>
                    <a:pt x="10931" y="703"/>
                  </a:cubicBezTo>
                  <a:lnTo>
                    <a:pt x="6478" y="703"/>
                  </a:lnTo>
                  <a:lnTo>
                    <a:pt x="6478" y="167"/>
                  </a:lnTo>
                  <a:cubicBezTo>
                    <a:pt x="6478" y="84"/>
                    <a:pt x="6406" y="1"/>
                    <a:pt x="6311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" name="Google Shape;2563;p51">
              <a:extLst>
                <a:ext uri="{FF2B5EF4-FFF2-40B4-BE49-F238E27FC236}">
                  <a16:creationId xmlns:a16="http://schemas.microsoft.com/office/drawing/2014/main" id="{1919F32F-8FE3-4E2C-B0FC-28AAAB49DEF6}"/>
                </a:ext>
              </a:extLst>
            </p:cNvPr>
            <p:cNvSpPr/>
            <p:nvPr/>
          </p:nvSpPr>
          <p:spPr>
            <a:xfrm>
              <a:off x="852385" y="1609921"/>
              <a:ext cx="353145" cy="252992"/>
            </a:xfrm>
            <a:custGeom>
              <a:avLst/>
              <a:gdLst/>
              <a:ahLst/>
              <a:cxnLst/>
              <a:rect l="l" t="t" r="r" b="b"/>
              <a:pathLst>
                <a:path w="11086" h="7942" extrusionOk="0">
                  <a:moveTo>
                    <a:pt x="10764" y="4382"/>
                  </a:moveTo>
                  <a:lnTo>
                    <a:pt x="10764" y="4953"/>
                  </a:lnTo>
                  <a:lnTo>
                    <a:pt x="346" y="4953"/>
                  </a:lnTo>
                  <a:lnTo>
                    <a:pt x="346" y="4382"/>
                  </a:lnTo>
                  <a:close/>
                  <a:moveTo>
                    <a:pt x="6406" y="5275"/>
                  </a:moveTo>
                  <a:lnTo>
                    <a:pt x="6895" y="6168"/>
                  </a:lnTo>
                  <a:lnTo>
                    <a:pt x="4228" y="6168"/>
                  </a:lnTo>
                  <a:lnTo>
                    <a:pt x="4716" y="5275"/>
                  </a:lnTo>
                  <a:close/>
                  <a:moveTo>
                    <a:pt x="4335" y="5275"/>
                  </a:moveTo>
                  <a:lnTo>
                    <a:pt x="3049" y="7608"/>
                  </a:lnTo>
                  <a:lnTo>
                    <a:pt x="2573" y="7608"/>
                  </a:lnTo>
                  <a:lnTo>
                    <a:pt x="3859" y="5275"/>
                  </a:lnTo>
                  <a:close/>
                  <a:moveTo>
                    <a:pt x="7240" y="5275"/>
                  </a:moveTo>
                  <a:lnTo>
                    <a:pt x="8514" y="7608"/>
                  </a:lnTo>
                  <a:lnTo>
                    <a:pt x="8038" y="7608"/>
                  </a:lnTo>
                  <a:lnTo>
                    <a:pt x="6764" y="5275"/>
                  </a:lnTo>
                  <a:close/>
                  <a:moveTo>
                    <a:pt x="822" y="0"/>
                  </a:moveTo>
                  <a:cubicBezTo>
                    <a:pt x="727" y="0"/>
                    <a:pt x="656" y="84"/>
                    <a:pt x="656" y="167"/>
                  </a:cubicBezTo>
                  <a:lnTo>
                    <a:pt x="656" y="4072"/>
                  </a:lnTo>
                  <a:lnTo>
                    <a:pt x="168" y="4072"/>
                  </a:lnTo>
                  <a:cubicBezTo>
                    <a:pt x="72" y="4072"/>
                    <a:pt x="1" y="4144"/>
                    <a:pt x="1" y="4239"/>
                  </a:cubicBezTo>
                  <a:lnTo>
                    <a:pt x="1" y="5108"/>
                  </a:lnTo>
                  <a:cubicBezTo>
                    <a:pt x="1" y="5203"/>
                    <a:pt x="72" y="5275"/>
                    <a:pt x="168" y="5275"/>
                  </a:cubicBezTo>
                  <a:lnTo>
                    <a:pt x="3489" y="5275"/>
                  </a:lnTo>
                  <a:lnTo>
                    <a:pt x="2144" y="7704"/>
                  </a:lnTo>
                  <a:cubicBezTo>
                    <a:pt x="2120" y="7751"/>
                    <a:pt x="2120" y="7811"/>
                    <a:pt x="2144" y="7870"/>
                  </a:cubicBezTo>
                  <a:cubicBezTo>
                    <a:pt x="2180" y="7906"/>
                    <a:pt x="2239" y="7942"/>
                    <a:pt x="2275" y="7942"/>
                  </a:cubicBezTo>
                  <a:lnTo>
                    <a:pt x="3132" y="7942"/>
                  </a:lnTo>
                  <a:cubicBezTo>
                    <a:pt x="3192" y="7942"/>
                    <a:pt x="3251" y="7906"/>
                    <a:pt x="3275" y="7846"/>
                  </a:cubicBezTo>
                  <a:lnTo>
                    <a:pt x="3644" y="7168"/>
                  </a:lnTo>
                  <a:lnTo>
                    <a:pt x="4644" y="7168"/>
                  </a:lnTo>
                  <a:cubicBezTo>
                    <a:pt x="4728" y="7168"/>
                    <a:pt x="4811" y="7096"/>
                    <a:pt x="4811" y="7001"/>
                  </a:cubicBezTo>
                  <a:cubicBezTo>
                    <a:pt x="4811" y="6906"/>
                    <a:pt x="4728" y="6834"/>
                    <a:pt x="4644" y="6834"/>
                  </a:cubicBezTo>
                  <a:lnTo>
                    <a:pt x="3823" y="6834"/>
                  </a:lnTo>
                  <a:lnTo>
                    <a:pt x="4037" y="6465"/>
                  </a:lnTo>
                  <a:lnTo>
                    <a:pt x="7061" y="6465"/>
                  </a:lnTo>
                  <a:lnTo>
                    <a:pt x="7252" y="6834"/>
                  </a:lnTo>
                  <a:lnTo>
                    <a:pt x="5299" y="6834"/>
                  </a:lnTo>
                  <a:cubicBezTo>
                    <a:pt x="5216" y="6834"/>
                    <a:pt x="5133" y="6906"/>
                    <a:pt x="5133" y="7001"/>
                  </a:cubicBezTo>
                  <a:cubicBezTo>
                    <a:pt x="5133" y="7096"/>
                    <a:pt x="5216" y="7168"/>
                    <a:pt x="5299" y="7168"/>
                  </a:cubicBezTo>
                  <a:lnTo>
                    <a:pt x="7430" y="7168"/>
                  </a:lnTo>
                  <a:lnTo>
                    <a:pt x="7800" y="7846"/>
                  </a:lnTo>
                  <a:cubicBezTo>
                    <a:pt x="7835" y="7894"/>
                    <a:pt x="7895" y="7942"/>
                    <a:pt x="7954" y="7942"/>
                  </a:cubicBezTo>
                  <a:lnTo>
                    <a:pt x="8800" y="7942"/>
                  </a:lnTo>
                  <a:cubicBezTo>
                    <a:pt x="8859" y="7942"/>
                    <a:pt x="8907" y="7906"/>
                    <a:pt x="8931" y="7870"/>
                  </a:cubicBezTo>
                  <a:cubicBezTo>
                    <a:pt x="8966" y="7823"/>
                    <a:pt x="8966" y="7763"/>
                    <a:pt x="8931" y="7704"/>
                  </a:cubicBezTo>
                  <a:lnTo>
                    <a:pt x="7597" y="5275"/>
                  </a:lnTo>
                  <a:lnTo>
                    <a:pt x="10931" y="5275"/>
                  </a:lnTo>
                  <a:cubicBezTo>
                    <a:pt x="11014" y="5275"/>
                    <a:pt x="11086" y="5203"/>
                    <a:pt x="11086" y="5108"/>
                  </a:cubicBezTo>
                  <a:lnTo>
                    <a:pt x="11086" y="4239"/>
                  </a:lnTo>
                  <a:cubicBezTo>
                    <a:pt x="11086" y="4144"/>
                    <a:pt x="11014" y="4072"/>
                    <a:pt x="10931" y="4072"/>
                  </a:cubicBezTo>
                  <a:lnTo>
                    <a:pt x="10431" y="4072"/>
                  </a:lnTo>
                  <a:lnTo>
                    <a:pt x="10431" y="3263"/>
                  </a:lnTo>
                  <a:cubicBezTo>
                    <a:pt x="10431" y="3179"/>
                    <a:pt x="10359" y="3108"/>
                    <a:pt x="10276" y="3108"/>
                  </a:cubicBezTo>
                  <a:cubicBezTo>
                    <a:pt x="10181" y="3108"/>
                    <a:pt x="10109" y="3179"/>
                    <a:pt x="10109" y="3263"/>
                  </a:cubicBezTo>
                  <a:lnTo>
                    <a:pt x="10109" y="4072"/>
                  </a:lnTo>
                  <a:lnTo>
                    <a:pt x="989" y="4072"/>
                  </a:lnTo>
                  <a:lnTo>
                    <a:pt x="989" y="167"/>
                  </a:lnTo>
                  <a:cubicBezTo>
                    <a:pt x="989" y="84"/>
                    <a:pt x="906" y="0"/>
                    <a:pt x="822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" name="Google Shape;2564;p51">
              <a:extLst>
                <a:ext uri="{FF2B5EF4-FFF2-40B4-BE49-F238E27FC236}">
                  <a16:creationId xmlns:a16="http://schemas.microsoft.com/office/drawing/2014/main" id="{CA4BE8FC-BFBD-4665-AB35-B56061B229F9}"/>
                </a:ext>
              </a:extLst>
            </p:cNvPr>
            <p:cNvSpPr/>
            <p:nvPr/>
          </p:nvSpPr>
          <p:spPr>
            <a:xfrm>
              <a:off x="928264" y="1584501"/>
              <a:ext cx="198775" cy="140735"/>
            </a:xfrm>
            <a:custGeom>
              <a:avLst/>
              <a:gdLst/>
              <a:ahLst/>
              <a:cxnLst/>
              <a:rect l="l" t="t" r="r" b="b"/>
              <a:pathLst>
                <a:path w="6240" h="4418" extrusionOk="0">
                  <a:moveTo>
                    <a:pt x="5608" y="322"/>
                  </a:moveTo>
                  <a:cubicBezTo>
                    <a:pt x="5787" y="322"/>
                    <a:pt x="5929" y="465"/>
                    <a:pt x="5929" y="643"/>
                  </a:cubicBezTo>
                  <a:cubicBezTo>
                    <a:pt x="5929" y="798"/>
                    <a:pt x="5775" y="953"/>
                    <a:pt x="5608" y="953"/>
                  </a:cubicBezTo>
                  <a:cubicBezTo>
                    <a:pt x="5453" y="953"/>
                    <a:pt x="5298" y="822"/>
                    <a:pt x="5298" y="643"/>
                  </a:cubicBezTo>
                  <a:cubicBezTo>
                    <a:pt x="5298" y="477"/>
                    <a:pt x="5429" y="322"/>
                    <a:pt x="5608" y="322"/>
                  </a:cubicBezTo>
                  <a:close/>
                  <a:moveTo>
                    <a:pt x="2131" y="1334"/>
                  </a:moveTo>
                  <a:cubicBezTo>
                    <a:pt x="2310" y="1334"/>
                    <a:pt x="2441" y="1477"/>
                    <a:pt x="2441" y="1656"/>
                  </a:cubicBezTo>
                  <a:cubicBezTo>
                    <a:pt x="2441" y="1834"/>
                    <a:pt x="2310" y="1965"/>
                    <a:pt x="2131" y="1965"/>
                  </a:cubicBezTo>
                  <a:cubicBezTo>
                    <a:pt x="1965" y="1965"/>
                    <a:pt x="1822" y="1834"/>
                    <a:pt x="1822" y="1656"/>
                  </a:cubicBezTo>
                  <a:cubicBezTo>
                    <a:pt x="1822" y="1489"/>
                    <a:pt x="1953" y="1334"/>
                    <a:pt x="2131" y="1334"/>
                  </a:cubicBezTo>
                  <a:close/>
                  <a:moveTo>
                    <a:pt x="4036" y="2429"/>
                  </a:moveTo>
                  <a:cubicBezTo>
                    <a:pt x="4215" y="2429"/>
                    <a:pt x="4346" y="2560"/>
                    <a:pt x="4346" y="2739"/>
                  </a:cubicBezTo>
                  <a:cubicBezTo>
                    <a:pt x="4346" y="2918"/>
                    <a:pt x="4203" y="3049"/>
                    <a:pt x="4036" y="3049"/>
                  </a:cubicBezTo>
                  <a:cubicBezTo>
                    <a:pt x="3870" y="3049"/>
                    <a:pt x="3727" y="2918"/>
                    <a:pt x="3727" y="2739"/>
                  </a:cubicBezTo>
                  <a:cubicBezTo>
                    <a:pt x="3727" y="2572"/>
                    <a:pt x="3858" y="2429"/>
                    <a:pt x="4036" y="2429"/>
                  </a:cubicBezTo>
                  <a:close/>
                  <a:moveTo>
                    <a:pt x="595" y="3501"/>
                  </a:moveTo>
                  <a:cubicBezTo>
                    <a:pt x="774" y="3501"/>
                    <a:pt x="905" y="3632"/>
                    <a:pt x="905" y="3811"/>
                  </a:cubicBezTo>
                  <a:cubicBezTo>
                    <a:pt x="905" y="3989"/>
                    <a:pt x="762" y="4120"/>
                    <a:pt x="595" y="4120"/>
                  </a:cubicBezTo>
                  <a:cubicBezTo>
                    <a:pt x="429" y="4120"/>
                    <a:pt x="286" y="3989"/>
                    <a:pt x="286" y="3811"/>
                  </a:cubicBezTo>
                  <a:cubicBezTo>
                    <a:pt x="286" y="3644"/>
                    <a:pt x="417" y="3501"/>
                    <a:pt x="595" y="3501"/>
                  </a:cubicBezTo>
                  <a:close/>
                  <a:moveTo>
                    <a:pt x="5608" y="1"/>
                  </a:moveTo>
                  <a:cubicBezTo>
                    <a:pt x="5275" y="1"/>
                    <a:pt x="4989" y="286"/>
                    <a:pt x="4989" y="632"/>
                  </a:cubicBezTo>
                  <a:cubicBezTo>
                    <a:pt x="4989" y="786"/>
                    <a:pt x="5048" y="941"/>
                    <a:pt x="5156" y="1048"/>
                  </a:cubicBezTo>
                  <a:lnTo>
                    <a:pt x="4239" y="2132"/>
                  </a:lnTo>
                  <a:cubicBezTo>
                    <a:pt x="4179" y="2120"/>
                    <a:pt x="4108" y="2096"/>
                    <a:pt x="4048" y="2096"/>
                  </a:cubicBezTo>
                  <a:cubicBezTo>
                    <a:pt x="3858" y="2096"/>
                    <a:pt x="3679" y="2191"/>
                    <a:pt x="3560" y="2334"/>
                  </a:cubicBezTo>
                  <a:lnTo>
                    <a:pt x="2739" y="1882"/>
                  </a:lnTo>
                  <a:cubicBezTo>
                    <a:pt x="2774" y="1798"/>
                    <a:pt x="2786" y="1727"/>
                    <a:pt x="2786" y="1656"/>
                  </a:cubicBezTo>
                  <a:cubicBezTo>
                    <a:pt x="2786" y="1310"/>
                    <a:pt x="2500" y="1024"/>
                    <a:pt x="2155" y="1024"/>
                  </a:cubicBezTo>
                  <a:cubicBezTo>
                    <a:pt x="1822" y="1024"/>
                    <a:pt x="1536" y="1310"/>
                    <a:pt x="1536" y="1656"/>
                  </a:cubicBezTo>
                  <a:cubicBezTo>
                    <a:pt x="1536" y="1822"/>
                    <a:pt x="1596" y="1953"/>
                    <a:pt x="1703" y="2072"/>
                  </a:cubicBezTo>
                  <a:lnTo>
                    <a:pt x="834" y="3203"/>
                  </a:lnTo>
                  <a:cubicBezTo>
                    <a:pt x="774" y="3191"/>
                    <a:pt x="703" y="3168"/>
                    <a:pt x="631" y="3168"/>
                  </a:cubicBezTo>
                  <a:cubicBezTo>
                    <a:pt x="286" y="3168"/>
                    <a:pt x="0" y="3453"/>
                    <a:pt x="0" y="3799"/>
                  </a:cubicBezTo>
                  <a:cubicBezTo>
                    <a:pt x="0" y="4144"/>
                    <a:pt x="286" y="4418"/>
                    <a:pt x="631" y="4418"/>
                  </a:cubicBezTo>
                  <a:cubicBezTo>
                    <a:pt x="965" y="4418"/>
                    <a:pt x="1250" y="4144"/>
                    <a:pt x="1250" y="3799"/>
                  </a:cubicBezTo>
                  <a:cubicBezTo>
                    <a:pt x="1250" y="3632"/>
                    <a:pt x="1191" y="3501"/>
                    <a:pt x="1084" y="3382"/>
                  </a:cubicBezTo>
                  <a:lnTo>
                    <a:pt x="1953" y="2251"/>
                  </a:lnTo>
                  <a:cubicBezTo>
                    <a:pt x="2012" y="2263"/>
                    <a:pt x="2084" y="2275"/>
                    <a:pt x="2155" y="2275"/>
                  </a:cubicBezTo>
                  <a:cubicBezTo>
                    <a:pt x="2310" y="2275"/>
                    <a:pt x="2441" y="2215"/>
                    <a:pt x="2560" y="2144"/>
                  </a:cubicBezTo>
                  <a:lnTo>
                    <a:pt x="3441" y="2632"/>
                  </a:lnTo>
                  <a:cubicBezTo>
                    <a:pt x="3441" y="2668"/>
                    <a:pt x="3429" y="2691"/>
                    <a:pt x="3429" y="2739"/>
                  </a:cubicBezTo>
                  <a:cubicBezTo>
                    <a:pt x="3429" y="3084"/>
                    <a:pt x="3703" y="3370"/>
                    <a:pt x="4048" y="3370"/>
                  </a:cubicBezTo>
                  <a:cubicBezTo>
                    <a:pt x="4394" y="3370"/>
                    <a:pt x="4679" y="3084"/>
                    <a:pt x="4679" y="2739"/>
                  </a:cubicBezTo>
                  <a:cubicBezTo>
                    <a:pt x="4679" y="2572"/>
                    <a:pt x="4620" y="2429"/>
                    <a:pt x="4513" y="2322"/>
                  </a:cubicBezTo>
                  <a:lnTo>
                    <a:pt x="5418" y="1239"/>
                  </a:lnTo>
                  <a:cubicBezTo>
                    <a:pt x="5477" y="1251"/>
                    <a:pt x="5548" y="1263"/>
                    <a:pt x="5608" y="1263"/>
                  </a:cubicBezTo>
                  <a:cubicBezTo>
                    <a:pt x="5953" y="1263"/>
                    <a:pt x="6239" y="989"/>
                    <a:pt x="6239" y="643"/>
                  </a:cubicBezTo>
                  <a:cubicBezTo>
                    <a:pt x="6239" y="286"/>
                    <a:pt x="5953" y="1"/>
                    <a:pt x="5608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66" name="Google Shape;3637;p53">
            <a:extLst>
              <a:ext uri="{FF2B5EF4-FFF2-40B4-BE49-F238E27FC236}">
                <a16:creationId xmlns:a16="http://schemas.microsoft.com/office/drawing/2014/main" id="{4AD75BB9-FA08-4795-8951-1D6FAE49B1F3}"/>
              </a:ext>
            </a:extLst>
          </p:cNvPr>
          <p:cNvGrpSpPr/>
          <p:nvPr/>
        </p:nvGrpSpPr>
        <p:grpSpPr>
          <a:xfrm>
            <a:off x="8649695" y="1169935"/>
            <a:ext cx="286642" cy="288164"/>
            <a:chOff x="7098912" y="1969392"/>
            <a:chExt cx="359651" cy="361560"/>
          </a:xfrm>
          <a:solidFill>
            <a:schemeClr val="tx1">
              <a:lumMod val="85000"/>
              <a:lumOff val="15000"/>
            </a:schemeClr>
          </a:solidFill>
        </p:grpSpPr>
        <p:sp>
          <p:nvSpPr>
            <p:cNvPr id="67" name="Google Shape;3638;p53">
              <a:extLst>
                <a:ext uri="{FF2B5EF4-FFF2-40B4-BE49-F238E27FC236}">
                  <a16:creationId xmlns:a16="http://schemas.microsoft.com/office/drawing/2014/main" id="{720044B5-7EC5-459E-A6AE-048C2133F775}"/>
                </a:ext>
              </a:extLst>
            </p:cNvPr>
            <p:cNvSpPr/>
            <p:nvPr/>
          </p:nvSpPr>
          <p:spPr>
            <a:xfrm>
              <a:off x="7098912" y="2127607"/>
              <a:ext cx="134567" cy="202582"/>
            </a:xfrm>
            <a:custGeom>
              <a:avLst/>
              <a:gdLst/>
              <a:ahLst/>
              <a:cxnLst/>
              <a:rect l="l" t="t" r="r" b="b"/>
              <a:pathLst>
                <a:path w="4228" h="6365" extrusionOk="0">
                  <a:moveTo>
                    <a:pt x="2108" y="331"/>
                  </a:moveTo>
                  <a:cubicBezTo>
                    <a:pt x="2153" y="331"/>
                    <a:pt x="2198" y="334"/>
                    <a:pt x="2239" y="340"/>
                  </a:cubicBezTo>
                  <a:cubicBezTo>
                    <a:pt x="2978" y="399"/>
                    <a:pt x="3537" y="1042"/>
                    <a:pt x="3537" y="1780"/>
                  </a:cubicBezTo>
                  <a:cubicBezTo>
                    <a:pt x="3537" y="2483"/>
                    <a:pt x="3704" y="3138"/>
                    <a:pt x="3847" y="3483"/>
                  </a:cubicBezTo>
                  <a:lnTo>
                    <a:pt x="3847" y="3495"/>
                  </a:lnTo>
                  <a:cubicBezTo>
                    <a:pt x="3656" y="3602"/>
                    <a:pt x="3335" y="3793"/>
                    <a:pt x="2787" y="3912"/>
                  </a:cubicBezTo>
                  <a:lnTo>
                    <a:pt x="2787" y="3864"/>
                  </a:lnTo>
                  <a:lnTo>
                    <a:pt x="2787" y="3531"/>
                  </a:lnTo>
                  <a:cubicBezTo>
                    <a:pt x="3001" y="3412"/>
                    <a:pt x="3180" y="3233"/>
                    <a:pt x="3299" y="3007"/>
                  </a:cubicBezTo>
                  <a:cubicBezTo>
                    <a:pt x="3537" y="2590"/>
                    <a:pt x="3454" y="2066"/>
                    <a:pt x="3108" y="1745"/>
                  </a:cubicBezTo>
                  <a:cubicBezTo>
                    <a:pt x="2870" y="1518"/>
                    <a:pt x="2430" y="1245"/>
                    <a:pt x="1727" y="1245"/>
                  </a:cubicBezTo>
                  <a:cubicBezTo>
                    <a:pt x="1680" y="1245"/>
                    <a:pt x="1632" y="1268"/>
                    <a:pt x="1608" y="1292"/>
                  </a:cubicBezTo>
                  <a:lnTo>
                    <a:pt x="1251" y="1649"/>
                  </a:lnTo>
                  <a:cubicBezTo>
                    <a:pt x="1192" y="1709"/>
                    <a:pt x="1192" y="1816"/>
                    <a:pt x="1251" y="1888"/>
                  </a:cubicBezTo>
                  <a:cubicBezTo>
                    <a:pt x="1281" y="1917"/>
                    <a:pt x="1323" y="1932"/>
                    <a:pt x="1366" y="1932"/>
                  </a:cubicBezTo>
                  <a:cubicBezTo>
                    <a:pt x="1409" y="1932"/>
                    <a:pt x="1454" y="1917"/>
                    <a:pt x="1489" y="1888"/>
                  </a:cubicBezTo>
                  <a:lnTo>
                    <a:pt x="1799" y="1578"/>
                  </a:lnTo>
                  <a:cubicBezTo>
                    <a:pt x="2239" y="1590"/>
                    <a:pt x="2608" y="1721"/>
                    <a:pt x="2882" y="1983"/>
                  </a:cubicBezTo>
                  <a:cubicBezTo>
                    <a:pt x="3120" y="2185"/>
                    <a:pt x="3180" y="2542"/>
                    <a:pt x="3025" y="2828"/>
                  </a:cubicBezTo>
                  <a:cubicBezTo>
                    <a:pt x="2823" y="3173"/>
                    <a:pt x="2466" y="3376"/>
                    <a:pt x="2085" y="3376"/>
                  </a:cubicBezTo>
                  <a:cubicBezTo>
                    <a:pt x="1489" y="3376"/>
                    <a:pt x="1013" y="2900"/>
                    <a:pt x="1013" y="2304"/>
                  </a:cubicBezTo>
                  <a:cubicBezTo>
                    <a:pt x="1013" y="2209"/>
                    <a:pt x="942" y="2138"/>
                    <a:pt x="846" y="2138"/>
                  </a:cubicBezTo>
                  <a:cubicBezTo>
                    <a:pt x="763" y="2138"/>
                    <a:pt x="680" y="2209"/>
                    <a:pt x="680" y="2304"/>
                  </a:cubicBezTo>
                  <a:cubicBezTo>
                    <a:pt x="680" y="2828"/>
                    <a:pt x="965" y="3292"/>
                    <a:pt x="1394" y="3519"/>
                  </a:cubicBezTo>
                  <a:lnTo>
                    <a:pt x="1394" y="3852"/>
                  </a:lnTo>
                  <a:lnTo>
                    <a:pt x="1394" y="3900"/>
                  </a:lnTo>
                  <a:cubicBezTo>
                    <a:pt x="834" y="3781"/>
                    <a:pt x="501" y="3602"/>
                    <a:pt x="370" y="3495"/>
                  </a:cubicBezTo>
                  <a:cubicBezTo>
                    <a:pt x="370" y="3495"/>
                    <a:pt x="358" y="3495"/>
                    <a:pt x="370" y="3483"/>
                  </a:cubicBezTo>
                  <a:cubicBezTo>
                    <a:pt x="525" y="3138"/>
                    <a:pt x="680" y="2483"/>
                    <a:pt x="680" y="1780"/>
                  </a:cubicBezTo>
                  <a:cubicBezTo>
                    <a:pt x="680" y="1042"/>
                    <a:pt x="1251" y="399"/>
                    <a:pt x="1977" y="340"/>
                  </a:cubicBezTo>
                  <a:cubicBezTo>
                    <a:pt x="2019" y="334"/>
                    <a:pt x="2064" y="331"/>
                    <a:pt x="2108" y="331"/>
                  </a:cubicBezTo>
                  <a:close/>
                  <a:moveTo>
                    <a:pt x="2442" y="3662"/>
                  </a:moveTo>
                  <a:lnTo>
                    <a:pt x="2442" y="3852"/>
                  </a:lnTo>
                  <a:cubicBezTo>
                    <a:pt x="2442" y="4043"/>
                    <a:pt x="2549" y="4221"/>
                    <a:pt x="2727" y="4316"/>
                  </a:cubicBezTo>
                  <a:lnTo>
                    <a:pt x="2823" y="4376"/>
                  </a:lnTo>
                  <a:cubicBezTo>
                    <a:pt x="2680" y="4626"/>
                    <a:pt x="2382" y="4793"/>
                    <a:pt x="2073" y="4793"/>
                  </a:cubicBezTo>
                  <a:cubicBezTo>
                    <a:pt x="1751" y="4793"/>
                    <a:pt x="1477" y="4626"/>
                    <a:pt x="1311" y="4376"/>
                  </a:cubicBezTo>
                  <a:lnTo>
                    <a:pt x="1418" y="4316"/>
                  </a:lnTo>
                  <a:cubicBezTo>
                    <a:pt x="1596" y="4221"/>
                    <a:pt x="1692" y="4043"/>
                    <a:pt x="1692" y="3852"/>
                  </a:cubicBezTo>
                  <a:lnTo>
                    <a:pt x="1692" y="3662"/>
                  </a:lnTo>
                  <a:cubicBezTo>
                    <a:pt x="1811" y="3685"/>
                    <a:pt x="1930" y="3709"/>
                    <a:pt x="2073" y="3709"/>
                  </a:cubicBezTo>
                  <a:cubicBezTo>
                    <a:pt x="2192" y="3709"/>
                    <a:pt x="2323" y="3685"/>
                    <a:pt x="2442" y="3662"/>
                  </a:cubicBezTo>
                  <a:close/>
                  <a:moveTo>
                    <a:pt x="2096" y="0"/>
                  </a:moveTo>
                  <a:cubicBezTo>
                    <a:pt x="2040" y="0"/>
                    <a:pt x="1983" y="6"/>
                    <a:pt x="1930" y="18"/>
                  </a:cubicBezTo>
                  <a:cubicBezTo>
                    <a:pt x="1037" y="102"/>
                    <a:pt x="334" y="875"/>
                    <a:pt x="334" y="1780"/>
                  </a:cubicBezTo>
                  <a:cubicBezTo>
                    <a:pt x="334" y="2435"/>
                    <a:pt x="180" y="3042"/>
                    <a:pt x="60" y="3364"/>
                  </a:cubicBezTo>
                  <a:cubicBezTo>
                    <a:pt x="1" y="3507"/>
                    <a:pt x="37" y="3673"/>
                    <a:pt x="180" y="3781"/>
                  </a:cubicBezTo>
                  <a:cubicBezTo>
                    <a:pt x="311" y="3888"/>
                    <a:pt x="596" y="4043"/>
                    <a:pt x="1037" y="4162"/>
                  </a:cubicBezTo>
                  <a:lnTo>
                    <a:pt x="382" y="4495"/>
                  </a:lnTo>
                  <a:cubicBezTo>
                    <a:pt x="144" y="4614"/>
                    <a:pt x="1" y="4852"/>
                    <a:pt x="1" y="5114"/>
                  </a:cubicBezTo>
                  <a:lnTo>
                    <a:pt x="1" y="6209"/>
                  </a:lnTo>
                  <a:cubicBezTo>
                    <a:pt x="1" y="6293"/>
                    <a:pt x="72" y="6364"/>
                    <a:pt x="156" y="6364"/>
                  </a:cubicBezTo>
                  <a:cubicBezTo>
                    <a:pt x="251" y="6364"/>
                    <a:pt x="322" y="6293"/>
                    <a:pt x="322" y="6209"/>
                  </a:cubicBezTo>
                  <a:lnTo>
                    <a:pt x="322" y="5114"/>
                  </a:lnTo>
                  <a:cubicBezTo>
                    <a:pt x="322" y="4983"/>
                    <a:pt x="394" y="4852"/>
                    <a:pt x="537" y="4793"/>
                  </a:cubicBezTo>
                  <a:lnTo>
                    <a:pt x="1049" y="4519"/>
                  </a:lnTo>
                  <a:cubicBezTo>
                    <a:pt x="1275" y="4900"/>
                    <a:pt x="1680" y="5138"/>
                    <a:pt x="2108" y="5138"/>
                  </a:cubicBezTo>
                  <a:cubicBezTo>
                    <a:pt x="2561" y="5138"/>
                    <a:pt x="2942" y="4900"/>
                    <a:pt x="3168" y="4519"/>
                  </a:cubicBezTo>
                  <a:lnTo>
                    <a:pt x="3692" y="4793"/>
                  </a:lnTo>
                  <a:cubicBezTo>
                    <a:pt x="3811" y="4852"/>
                    <a:pt x="3894" y="4983"/>
                    <a:pt x="3894" y="5114"/>
                  </a:cubicBezTo>
                  <a:lnTo>
                    <a:pt x="3894" y="6209"/>
                  </a:lnTo>
                  <a:cubicBezTo>
                    <a:pt x="3894" y="6293"/>
                    <a:pt x="3966" y="6364"/>
                    <a:pt x="4061" y="6364"/>
                  </a:cubicBezTo>
                  <a:cubicBezTo>
                    <a:pt x="4144" y="6364"/>
                    <a:pt x="4228" y="6293"/>
                    <a:pt x="4228" y="6209"/>
                  </a:cubicBezTo>
                  <a:lnTo>
                    <a:pt x="4228" y="5114"/>
                  </a:lnTo>
                  <a:cubicBezTo>
                    <a:pt x="4192" y="4852"/>
                    <a:pt x="4049" y="4614"/>
                    <a:pt x="3811" y="4495"/>
                  </a:cubicBezTo>
                  <a:lnTo>
                    <a:pt x="3156" y="4162"/>
                  </a:lnTo>
                  <a:cubicBezTo>
                    <a:pt x="3597" y="4043"/>
                    <a:pt x="3870" y="3888"/>
                    <a:pt x="4013" y="3781"/>
                  </a:cubicBezTo>
                  <a:cubicBezTo>
                    <a:pt x="4156" y="3685"/>
                    <a:pt x="4192" y="3507"/>
                    <a:pt x="4132" y="3364"/>
                  </a:cubicBezTo>
                  <a:cubicBezTo>
                    <a:pt x="4001" y="3042"/>
                    <a:pt x="3847" y="2435"/>
                    <a:pt x="3847" y="1780"/>
                  </a:cubicBezTo>
                  <a:cubicBezTo>
                    <a:pt x="3847" y="875"/>
                    <a:pt x="3156" y="90"/>
                    <a:pt x="2263" y="18"/>
                  </a:cubicBezTo>
                  <a:cubicBezTo>
                    <a:pt x="2210" y="6"/>
                    <a:pt x="2153" y="0"/>
                    <a:pt x="209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68" name="Google Shape;3639;p53">
              <a:extLst>
                <a:ext uri="{FF2B5EF4-FFF2-40B4-BE49-F238E27FC236}">
                  <a16:creationId xmlns:a16="http://schemas.microsoft.com/office/drawing/2014/main" id="{FC9BBF50-6DDB-4E90-BFCE-9AE41ECC7DCE}"/>
                </a:ext>
              </a:extLst>
            </p:cNvPr>
            <p:cNvSpPr/>
            <p:nvPr/>
          </p:nvSpPr>
          <p:spPr>
            <a:xfrm>
              <a:off x="7120141" y="2297184"/>
              <a:ext cx="10662" cy="33005"/>
            </a:xfrm>
            <a:custGeom>
              <a:avLst/>
              <a:gdLst/>
              <a:ahLst/>
              <a:cxnLst/>
              <a:rect l="l" t="t" r="r" b="b"/>
              <a:pathLst>
                <a:path w="335" h="1037" extrusionOk="0">
                  <a:moveTo>
                    <a:pt x="167" y="0"/>
                  </a:moveTo>
                  <a:cubicBezTo>
                    <a:pt x="72" y="0"/>
                    <a:pt x="1" y="72"/>
                    <a:pt x="1" y="167"/>
                  </a:cubicBezTo>
                  <a:lnTo>
                    <a:pt x="1" y="881"/>
                  </a:lnTo>
                  <a:cubicBezTo>
                    <a:pt x="1" y="965"/>
                    <a:pt x="72" y="1036"/>
                    <a:pt x="167" y="1036"/>
                  </a:cubicBezTo>
                  <a:cubicBezTo>
                    <a:pt x="251" y="1036"/>
                    <a:pt x="334" y="965"/>
                    <a:pt x="334" y="881"/>
                  </a:cubicBezTo>
                  <a:lnTo>
                    <a:pt x="334" y="167"/>
                  </a:lnTo>
                  <a:cubicBezTo>
                    <a:pt x="334" y="72"/>
                    <a:pt x="251" y="0"/>
                    <a:pt x="167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69" name="Google Shape;3640;p53">
              <a:extLst>
                <a:ext uri="{FF2B5EF4-FFF2-40B4-BE49-F238E27FC236}">
                  <a16:creationId xmlns:a16="http://schemas.microsoft.com/office/drawing/2014/main" id="{CFF6D3A9-9607-469D-811B-FCB4162826D3}"/>
                </a:ext>
              </a:extLst>
            </p:cNvPr>
            <p:cNvSpPr/>
            <p:nvPr/>
          </p:nvSpPr>
          <p:spPr>
            <a:xfrm>
              <a:off x="7199360" y="2297184"/>
              <a:ext cx="10248" cy="33005"/>
            </a:xfrm>
            <a:custGeom>
              <a:avLst/>
              <a:gdLst/>
              <a:ahLst/>
              <a:cxnLst/>
              <a:rect l="l" t="t" r="r" b="b"/>
              <a:pathLst>
                <a:path w="322" h="1037" extrusionOk="0">
                  <a:moveTo>
                    <a:pt x="167" y="0"/>
                  </a:moveTo>
                  <a:cubicBezTo>
                    <a:pt x="72" y="0"/>
                    <a:pt x="0" y="72"/>
                    <a:pt x="0" y="167"/>
                  </a:cubicBezTo>
                  <a:lnTo>
                    <a:pt x="0" y="881"/>
                  </a:lnTo>
                  <a:cubicBezTo>
                    <a:pt x="0" y="965"/>
                    <a:pt x="72" y="1036"/>
                    <a:pt x="167" y="1036"/>
                  </a:cubicBezTo>
                  <a:cubicBezTo>
                    <a:pt x="250" y="1036"/>
                    <a:pt x="322" y="965"/>
                    <a:pt x="322" y="881"/>
                  </a:cubicBezTo>
                  <a:lnTo>
                    <a:pt x="322" y="167"/>
                  </a:lnTo>
                  <a:cubicBezTo>
                    <a:pt x="322" y="72"/>
                    <a:pt x="250" y="0"/>
                    <a:pt x="167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70" name="Google Shape;3641;p53">
              <a:extLst>
                <a:ext uri="{FF2B5EF4-FFF2-40B4-BE49-F238E27FC236}">
                  <a16:creationId xmlns:a16="http://schemas.microsoft.com/office/drawing/2014/main" id="{DB651687-7563-4694-B26B-5A783AE845C3}"/>
                </a:ext>
              </a:extLst>
            </p:cNvPr>
            <p:cNvSpPr/>
            <p:nvPr/>
          </p:nvSpPr>
          <p:spPr>
            <a:xfrm>
              <a:off x="7357001" y="2165704"/>
              <a:ext cx="56876" cy="17823"/>
            </a:xfrm>
            <a:custGeom>
              <a:avLst/>
              <a:gdLst/>
              <a:ahLst/>
              <a:cxnLst/>
              <a:rect l="l" t="t" r="r" b="b"/>
              <a:pathLst>
                <a:path w="1787" h="560" extrusionOk="0">
                  <a:moveTo>
                    <a:pt x="630" y="0"/>
                  </a:moveTo>
                  <a:cubicBezTo>
                    <a:pt x="478" y="0"/>
                    <a:pt x="311" y="14"/>
                    <a:pt x="131" y="48"/>
                  </a:cubicBezTo>
                  <a:cubicBezTo>
                    <a:pt x="60" y="71"/>
                    <a:pt x="0" y="143"/>
                    <a:pt x="0" y="214"/>
                  </a:cubicBezTo>
                  <a:lnTo>
                    <a:pt x="0" y="393"/>
                  </a:lnTo>
                  <a:cubicBezTo>
                    <a:pt x="0" y="488"/>
                    <a:pt x="72" y="560"/>
                    <a:pt x="167" y="560"/>
                  </a:cubicBezTo>
                  <a:cubicBezTo>
                    <a:pt x="250" y="560"/>
                    <a:pt x="322" y="488"/>
                    <a:pt x="322" y="393"/>
                  </a:cubicBezTo>
                  <a:lnTo>
                    <a:pt x="322" y="345"/>
                  </a:lnTo>
                  <a:cubicBezTo>
                    <a:pt x="436" y="334"/>
                    <a:pt x="543" y="328"/>
                    <a:pt x="642" y="328"/>
                  </a:cubicBezTo>
                  <a:cubicBezTo>
                    <a:pt x="851" y="328"/>
                    <a:pt x="1022" y="352"/>
                    <a:pt x="1143" y="393"/>
                  </a:cubicBezTo>
                  <a:cubicBezTo>
                    <a:pt x="1369" y="452"/>
                    <a:pt x="1488" y="524"/>
                    <a:pt x="1488" y="524"/>
                  </a:cubicBezTo>
                  <a:cubicBezTo>
                    <a:pt x="1512" y="548"/>
                    <a:pt x="1548" y="560"/>
                    <a:pt x="1572" y="560"/>
                  </a:cubicBezTo>
                  <a:cubicBezTo>
                    <a:pt x="1631" y="560"/>
                    <a:pt x="1679" y="524"/>
                    <a:pt x="1715" y="488"/>
                  </a:cubicBezTo>
                  <a:cubicBezTo>
                    <a:pt x="1786" y="405"/>
                    <a:pt x="1762" y="310"/>
                    <a:pt x="1679" y="262"/>
                  </a:cubicBezTo>
                  <a:cubicBezTo>
                    <a:pt x="1660" y="252"/>
                    <a:pt x="1280" y="0"/>
                    <a:pt x="630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71" name="Google Shape;3642;p53">
              <a:extLst>
                <a:ext uri="{FF2B5EF4-FFF2-40B4-BE49-F238E27FC236}">
                  <a16:creationId xmlns:a16="http://schemas.microsoft.com/office/drawing/2014/main" id="{865F944F-1BF6-4B63-9342-8FF534273A68}"/>
                </a:ext>
              </a:extLst>
            </p:cNvPr>
            <p:cNvSpPr/>
            <p:nvPr/>
          </p:nvSpPr>
          <p:spPr>
            <a:xfrm>
              <a:off x="7312666" y="2133113"/>
              <a:ext cx="145897" cy="197840"/>
            </a:xfrm>
            <a:custGeom>
              <a:avLst/>
              <a:gdLst/>
              <a:ahLst/>
              <a:cxnLst/>
              <a:rect l="l" t="t" r="r" b="b"/>
              <a:pathLst>
                <a:path w="4584" h="6216" extrusionOk="0">
                  <a:moveTo>
                    <a:pt x="3536" y="345"/>
                  </a:moveTo>
                  <a:lnTo>
                    <a:pt x="3536" y="1167"/>
                  </a:lnTo>
                  <a:cubicBezTo>
                    <a:pt x="3536" y="1298"/>
                    <a:pt x="3512" y="1453"/>
                    <a:pt x="3453" y="1572"/>
                  </a:cubicBezTo>
                  <a:lnTo>
                    <a:pt x="3393" y="1703"/>
                  </a:lnTo>
                  <a:cubicBezTo>
                    <a:pt x="3370" y="1726"/>
                    <a:pt x="3370" y="1750"/>
                    <a:pt x="3370" y="1774"/>
                  </a:cubicBezTo>
                  <a:lnTo>
                    <a:pt x="3370" y="2131"/>
                  </a:lnTo>
                  <a:cubicBezTo>
                    <a:pt x="3358" y="2417"/>
                    <a:pt x="3239" y="2703"/>
                    <a:pt x="3036" y="2905"/>
                  </a:cubicBezTo>
                  <a:cubicBezTo>
                    <a:pt x="2834" y="3108"/>
                    <a:pt x="2568" y="3204"/>
                    <a:pt x="2288" y="3204"/>
                  </a:cubicBezTo>
                  <a:cubicBezTo>
                    <a:pt x="2271" y="3204"/>
                    <a:pt x="2255" y="3203"/>
                    <a:pt x="2238" y="3203"/>
                  </a:cubicBezTo>
                  <a:cubicBezTo>
                    <a:pt x="1667" y="3191"/>
                    <a:pt x="1203" y="2679"/>
                    <a:pt x="1203" y="2072"/>
                  </a:cubicBezTo>
                  <a:lnTo>
                    <a:pt x="1203" y="1774"/>
                  </a:lnTo>
                  <a:cubicBezTo>
                    <a:pt x="1203" y="1750"/>
                    <a:pt x="1203" y="1726"/>
                    <a:pt x="1191" y="1703"/>
                  </a:cubicBezTo>
                  <a:lnTo>
                    <a:pt x="1131" y="1572"/>
                  </a:lnTo>
                  <a:cubicBezTo>
                    <a:pt x="1072" y="1453"/>
                    <a:pt x="1036" y="1298"/>
                    <a:pt x="1036" y="1167"/>
                  </a:cubicBezTo>
                  <a:cubicBezTo>
                    <a:pt x="1036" y="702"/>
                    <a:pt x="1405" y="345"/>
                    <a:pt x="1857" y="345"/>
                  </a:cubicBezTo>
                  <a:close/>
                  <a:moveTo>
                    <a:pt x="1726" y="3417"/>
                  </a:moveTo>
                  <a:cubicBezTo>
                    <a:pt x="1869" y="3489"/>
                    <a:pt x="2048" y="3512"/>
                    <a:pt x="2227" y="3536"/>
                  </a:cubicBezTo>
                  <a:lnTo>
                    <a:pt x="2274" y="3536"/>
                  </a:lnTo>
                  <a:cubicBezTo>
                    <a:pt x="2465" y="3536"/>
                    <a:pt x="2643" y="3489"/>
                    <a:pt x="2822" y="3429"/>
                  </a:cubicBezTo>
                  <a:lnTo>
                    <a:pt x="2822" y="3655"/>
                  </a:lnTo>
                  <a:cubicBezTo>
                    <a:pt x="2822" y="3691"/>
                    <a:pt x="2834" y="3750"/>
                    <a:pt x="2834" y="3798"/>
                  </a:cubicBezTo>
                  <a:lnTo>
                    <a:pt x="2274" y="4227"/>
                  </a:lnTo>
                  <a:lnTo>
                    <a:pt x="1703" y="3798"/>
                  </a:lnTo>
                  <a:cubicBezTo>
                    <a:pt x="1726" y="3750"/>
                    <a:pt x="1726" y="3715"/>
                    <a:pt x="1726" y="3655"/>
                  </a:cubicBezTo>
                  <a:lnTo>
                    <a:pt x="1726" y="3417"/>
                  </a:lnTo>
                  <a:close/>
                  <a:moveTo>
                    <a:pt x="1857" y="0"/>
                  </a:moveTo>
                  <a:cubicBezTo>
                    <a:pt x="1215" y="0"/>
                    <a:pt x="691" y="524"/>
                    <a:pt x="691" y="1167"/>
                  </a:cubicBezTo>
                  <a:cubicBezTo>
                    <a:pt x="691" y="1357"/>
                    <a:pt x="738" y="1548"/>
                    <a:pt x="834" y="1715"/>
                  </a:cubicBezTo>
                  <a:lnTo>
                    <a:pt x="869" y="1810"/>
                  </a:lnTo>
                  <a:lnTo>
                    <a:pt x="869" y="2072"/>
                  </a:lnTo>
                  <a:cubicBezTo>
                    <a:pt x="869" y="2536"/>
                    <a:pt x="1084" y="2941"/>
                    <a:pt x="1405" y="3215"/>
                  </a:cubicBezTo>
                  <a:lnTo>
                    <a:pt x="1405" y="3667"/>
                  </a:lnTo>
                  <a:cubicBezTo>
                    <a:pt x="1405" y="3739"/>
                    <a:pt x="1369" y="3810"/>
                    <a:pt x="1286" y="3846"/>
                  </a:cubicBezTo>
                  <a:lnTo>
                    <a:pt x="441" y="4155"/>
                  </a:lnTo>
                  <a:cubicBezTo>
                    <a:pt x="179" y="4262"/>
                    <a:pt x="0" y="4512"/>
                    <a:pt x="0" y="4810"/>
                  </a:cubicBezTo>
                  <a:lnTo>
                    <a:pt x="0" y="6048"/>
                  </a:lnTo>
                  <a:cubicBezTo>
                    <a:pt x="0" y="6132"/>
                    <a:pt x="72" y="6215"/>
                    <a:pt x="155" y="6215"/>
                  </a:cubicBezTo>
                  <a:cubicBezTo>
                    <a:pt x="250" y="6215"/>
                    <a:pt x="322" y="6132"/>
                    <a:pt x="322" y="6048"/>
                  </a:cubicBezTo>
                  <a:lnTo>
                    <a:pt x="322" y="4810"/>
                  </a:lnTo>
                  <a:cubicBezTo>
                    <a:pt x="322" y="4655"/>
                    <a:pt x="417" y="4524"/>
                    <a:pt x="560" y="4465"/>
                  </a:cubicBezTo>
                  <a:lnTo>
                    <a:pt x="1405" y="4155"/>
                  </a:lnTo>
                  <a:cubicBezTo>
                    <a:pt x="1453" y="4143"/>
                    <a:pt x="1500" y="4108"/>
                    <a:pt x="1524" y="4084"/>
                  </a:cubicBezTo>
                  <a:lnTo>
                    <a:pt x="2119" y="4524"/>
                  </a:lnTo>
                  <a:lnTo>
                    <a:pt x="2119" y="6036"/>
                  </a:lnTo>
                  <a:cubicBezTo>
                    <a:pt x="2119" y="6120"/>
                    <a:pt x="2203" y="6191"/>
                    <a:pt x="2286" y="6191"/>
                  </a:cubicBezTo>
                  <a:cubicBezTo>
                    <a:pt x="2369" y="6191"/>
                    <a:pt x="2453" y="6120"/>
                    <a:pt x="2453" y="6036"/>
                  </a:cubicBezTo>
                  <a:lnTo>
                    <a:pt x="2453" y="4512"/>
                  </a:lnTo>
                  <a:lnTo>
                    <a:pt x="3048" y="4072"/>
                  </a:lnTo>
                  <a:cubicBezTo>
                    <a:pt x="3084" y="4096"/>
                    <a:pt x="3120" y="4108"/>
                    <a:pt x="3167" y="4143"/>
                  </a:cubicBezTo>
                  <a:lnTo>
                    <a:pt x="4012" y="4453"/>
                  </a:lnTo>
                  <a:cubicBezTo>
                    <a:pt x="4155" y="4512"/>
                    <a:pt x="4251" y="4643"/>
                    <a:pt x="4251" y="4798"/>
                  </a:cubicBezTo>
                  <a:lnTo>
                    <a:pt x="4251" y="6036"/>
                  </a:lnTo>
                  <a:cubicBezTo>
                    <a:pt x="4251" y="6120"/>
                    <a:pt x="4322" y="6191"/>
                    <a:pt x="4417" y="6191"/>
                  </a:cubicBezTo>
                  <a:cubicBezTo>
                    <a:pt x="4501" y="6191"/>
                    <a:pt x="4572" y="6120"/>
                    <a:pt x="4572" y="6036"/>
                  </a:cubicBezTo>
                  <a:lnTo>
                    <a:pt x="4572" y="4798"/>
                  </a:lnTo>
                  <a:cubicBezTo>
                    <a:pt x="4584" y="4512"/>
                    <a:pt x="4382" y="4251"/>
                    <a:pt x="4120" y="4143"/>
                  </a:cubicBezTo>
                  <a:lnTo>
                    <a:pt x="3274" y="3834"/>
                  </a:lnTo>
                  <a:cubicBezTo>
                    <a:pt x="3191" y="3798"/>
                    <a:pt x="3155" y="3727"/>
                    <a:pt x="3155" y="3655"/>
                  </a:cubicBezTo>
                  <a:lnTo>
                    <a:pt x="3155" y="3215"/>
                  </a:lnTo>
                  <a:cubicBezTo>
                    <a:pt x="3179" y="3191"/>
                    <a:pt x="3227" y="3155"/>
                    <a:pt x="3250" y="3131"/>
                  </a:cubicBezTo>
                  <a:cubicBezTo>
                    <a:pt x="3536" y="2858"/>
                    <a:pt x="3691" y="2500"/>
                    <a:pt x="3691" y="2119"/>
                  </a:cubicBezTo>
                  <a:lnTo>
                    <a:pt x="3691" y="1810"/>
                  </a:lnTo>
                  <a:lnTo>
                    <a:pt x="3727" y="1715"/>
                  </a:lnTo>
                  <a:cubicBezTo>
                    <a:pt x="3822" y="1548"/>
                    <a:pt x="3870" y="1357"/>
                    <a:pt x="3870" y="1167"/>
                  </a:cubicBezTo>
                  <a:lnTo>
                    <a:pt x="3870" y="167"/>
                  </a:lnTo>
                  <a:cubicBezTo>
                    <a:pt x="3870" y="71"/>
                    <a:pt x="3786" y="0"/>
                    <a:pt x="370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72" name="Google Shape;3643;p53">
              <a:extLst>
                <a:ext uri="{FF2B5EF4-FFF2-40B4-BE49-F238E27FC236}">
                  <a16:creationId xmlns:a16="http://schemas.microsoft.com/office/drawing/2014/main" id="{E1A349CE-F0AF-49B1-AF89-7EBC145FD517}"/>
                </a:ext>
              </a:extLst>
            </p:cNvPr>
            <p:cNvSpPr/>
            <p:nvPr/>
          </p:nvSpPr>
          <p:spPr>
            <a:xfrm>
              <a:off x="7340324" y="2291486"/>
              <a:ext cx="10630" cy="38702"/>
            </a:xfrm>
            <a:custGeom>
              <a:avLst/>
              <a:gdLst/>
              <a:ahLst/>
              <a:cxnLst/>
              <a:rect l="l" t="t" r="r" b="b"/>
              <a:pathLst>
                <a:path w="334" h="1216" extrusionOk="0">
                  <a:moveTo>
                    <a:pt x="167" y="1"/>
                  </a:moveTo>
                  <a:cubicBezTo>
                    <a:pt x="84" y="1"/>
                    <a:pt x="0" y="72"/>
                    <a:pt x="0" y="167"/>
                  </a:cubicBezTo>
                  <a:lnTo>
                    <a:pt x="0" y="1060"/>
                  </a:lnTo>
                  <a:cubicBezTo>
                    <a:pt x="0" y="1144"/>
                    <a:pt x="84" y="1215"/>
                    <a:pt x="167" y="1215"/>
                  </a:cubicBezTo>
                  <a:cubicBezTo>
                    <a:pt x="262" y="1215"/>
                    <a:pt x="334" y="1144"/>
                    <a:pt x="334" y="1060"/>
                  </a:cubicBezTo>
                  <a:lnTo>
                    <a:pt x="334" y="167"/>
                  </a:lnTo>
                  <a:cubicBezTo>
                    <a:pt x="334" y="72"/>
                    <a:pt x="262" y="1"/>
                    <a:pt x="16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73" name="Google Shape;3644;p53">
              <a:extLst>
                <a:ext uri="{FF2B5EF4-FFF2-40B4-BE49-F238E27FC236}">
                  <a16:creationId xmlns:a16="http://schemas.microsoft.com/office/drawing/2014/main" id="{544C8F6D-6685-4C1E-A1FC-7D7F95AE4AD9}"/>
                </a:ext>
              </a:extLst>
            </p:cNvPr>
            <p:cNvSpPr/>
            <p:nvPr/>
          </p:nvSpPr>
          <p:spPr>
            <a:xfrm>
              <a:off x="7419511" y="2291486"/>
              <a:ext cx="10630" cy="38702"/>
            </a:xfrm>
            <a:custGeom>
              <a:avLst/>
              <a:gdLst/>
              <a:ahLst/>
              <a:cxnLst/>
              <a:rect l="l" t="t" r="r" b="b"/>
              <a:pathLst>
                <a:path w="334" h="1216" extrusionOk="0">
                  <a:moveTo>
                    <a:pt x="167" y="1"/>
                  </a:moveTo>
                  <a:cubicBezTo>
                    <a:pt x="72" y="1"/>
                    <a:pt x="1" y="72"/>
                    <a:pt x="1" y="167"/>
                  </a:cubicBezTo>
                  <a:lnTo>
                    <a:pt x="1" y="1060"/>
                  </a:lnTo>
                  <a:cubicBezTo>
                    <a:pt x="1" y="1144"/>
                    <a:pt x="72" y="1215"/>
                    <a:pt x="167" y="1215"/>
                  </a:cubicBezTo>
                  <a:cubicBezTo>
                    <a:pt x="251" y="1215"/>
                    <a:pt x="334" y="1144"/>
                    <a:pt x="334" y="1060"/>
                  </a:cubicBezTo>
                  <a:lnTo>
                    <a:pt x="334" y="167"/>
                  </a:lnTo>
                  <a:cubicBezTo>
                    <a:pt x="334" y="72"/>
                    <a:pt x="251" y="1"/>
                    <a:pt x="16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74" name="Google Shape;3645;p53">
              <a:extLst>
                <a:ext uri="{FF2B5EF4-FFF2-40B4-BE49-F238E27FC236}">
                  <a16:creationId xmlns:a16="http://schemas.microsoft.com/office/drawing/2014/main" id="{74FC2806-F583-402D-A48B-18F4122BA020}"/>
                </a:ext>
              </a:extLst>
            </p:cNvPr>
            <p:cNvSpPr/>
            <p:nvPr/>
          </p:nvSpPr>
          <p:spPr>
            <a:xfrm>
              <a:off x="7153878" y="1969392"/>
              <a:ext cx="225498" cy="188355"/>
            </a:xfrm>
            <a:custGeom>
              <a:avLst/>
              <a:gdLst/>
              <a:ahLst/>
              <a:cxnLst/>
              <a:rect l="l" t="t" r="r" b="b"/>
              <a:pathLst>
                <a:path w="7085" h="5918" extrusionOk="0">
                  <a:moveTo>
                    <a:pt x="2441" y="4227"/>
                  </a:moveTo>
                  <a:lnTo>
                    <a:pt x="2346" y="4608"/>
                  </a:lnTo>
                  <a:lnTo>
                    <a:pt x="2132" y="4608"/>
                  </a:lnTo>
                  <a:cubicBezTo>
                    <a:pt x="1917" y="4608"/>
                    <a:pt x="1751" y="4442"/>
                    <a:pt x="1751" y="4239"/>
                  </a:cubicBezTo>
                  <a:lnTo>
                    <a:pt x="1751" y="4227"/>
                  </a:lnTo>
                  <a:close/>
                  <a:moveTo>
                    <a:pt x="5668" y="310"/>
                  </a:moveTo>
                  <a:cubicBezTo>
                    <a:pt x="5882" y="310"/>
                    <a:pt x="6037" y="477"/>
                    <a:pt x="6037" y="679"/>
                  </a:cubicBezTo>
                  <a:lnTo>
                    <a:pt x="6037" y="3525"/>
                  </a:lnTo>
                  <a:cubicBezTo>
                    <a:pt x="6037" y="3739"/>
                    <a:pt x="5882" y="3894"/>
                    <a:pt x="5668" y="3894"/>
                  </a:cubicBezTo>
                  <a:lnTo>
                    <a:pt x="4251" y="3894"/>
                  </a:lnTo>
                  <a:cubicBezTo>
                    <a:pt x="4227" y="3894"/>
                    <a:pt x="4179" y="3918"/>
                    <a:pt x="4156" y="3930"/>
                  </a:cubicBezTo>
                  <a:lnTo>
                    <a:pt x="2572" y="5084"/>
                  </a:lnTo>
                  <a:lnTo>
                    <a:pt x="2810" y="4108"/>
                  </a:lnTo>
                  <a:cubicBezTo>
                    <a:pt x="2822" y="4061"/>
                    <a:pt x="2810" y="4001"/>
                    <a:pt x="2786" y="3953"/>
                  </a:cubicBezTo>
                  <a:cubicBezTo>
                    <a:pt x="2751" y="3918"/>
                    <a:pt x="2703" y="3894"/>
                    <a:pt x="2644" y="3894"/>
                  </a:cubicBezTo>
                  <a:lnTo>
                    <a:pt x="703" y="3894"/>
                  </a:lnTo>
                  <a:cubicBezTo>
                    <a:pt x="489" y="3894"/>
                    <a:pt x="322" y="3739"/>
                    <a:pt x="322" y="3525"/>
                  </a:cubicBezTo>
                  <a:lnTo>
                    <a:pt x="322" y="679"/>
                  </a:lnTo>
                  <a:cubicBezTo>
                    <a:pt x="322" y="477"/>
                    <a:pt x="489" y="310"/>
                    <a:pt x="703" y="310"/>
                  </a:cubicBezTo>
                  <a:close/>
                  <a:moveTo>
                    <a:pt x="6382" y="1036"/>
                  </a:moveTo>
                  <a:cubicBezTo>
                    <a:pt x="6585" y="1036"/>
                    <a:pt x="6751" y="1203"/>
                    <a:pt x="6751" y="1417"/>
                  </a:cubicBezTo>
                  <a:lnTo>
                    <a:pt x="6751" y="4251"/>
                  </a:lnTo>
                  <a:lnTo>
                    <a:pt x="6739" y="4251"/>
                  </a:lnTo>
                  <a:cubicBezTo>
                    <a:pt x="6739" y="4465"/>
                    <a:pt x="6573" y="4632"/>
                    <a:pt x="6370" y="4632"/>
                  </a:cubicBezTo>
                  <a:lnTo>
                    <a:pt x="4953" y="4632"/>
                  </a:lnTo>
                  <a:cubicBezTo>
                    <a:pt x="4906" y="4632"/>
                    <a:pt x="4870" y="4644"/>
                    <a:pt x="4822" y="4692"/>
                  </a:cubicBezTo>
                  <a:cubicBezTo>
                    <a:pt x="4787" y="4727"/>
                    <a:pt x="4775" y="4775"/>
                    <a:pt x="4787" y="4823"/>
                  </a:cubicBezTo>
                  <a:lnTo>
                    <a:pt x="4906" y="5501"/>
                  </a:lnTo>
                  <a:lnTo>
                    <a:pt x="3691" y="4692"/>
                  </a:lnTo>
                  <a:lnTo>
                    <a:pt x="4299" y="4239"/>
                  </a:lnTo>
                  <a:lnTo>
                    <a:pt x="5668" y="4239"/>
                  </a:lnTo>
                  <a:cubicBezTo>
                    <a:pt x="6049" y="4239"/>
                    <a:pt x="6370" y="3930"/>
                    <a:pt x="6370" y="3537"/>
                  </a:cubicBezTo>
                  <a:lnTo>
                    <a:pt x="6370" y="1036"/>
                  </a:lnTo>
                  <a:close/>
                  <a:moveTo>
                    <a:pt x="703" y="1"/>
                  </a:moveTo>
                  <a:cubicBezTo>
                    <a:pt x="310" y="1"/>
                    <a:pt x="0" y="310"/>
                    <a:pt x="0" y="703"/>
                  </a:cubicBezTo>
                  <a:lnTo>
                    <a:pt x="0" y="3537"/>
                  </a:lnTo>
                  <a:cubicBezTo>
                    <a:pt x="0" y="3930"/>
                    <a:pt x="310" y="4239"/>
                    <a:pt x="703" y="4239"/>
                  </a:cubicBezTo>
                  <a:lnTo>
                    <a:pt x="1405" y="4239"/>
                  </a:lnTo>
                  <a:lnTo>
                    <a:pt x="1405" y="4251"/>
                  </a:lnTo>
                  <a:cubicBezTo>
                    <a:pt x="1405" y="4644"/>
                    <a:pt x="1727" y="4954"/>
                    <a:pt x="2108" y="4954"/>
                  </a:cubicBezTo>
                  <a:lnTo>
                    <a:pt x="2263" y="4954"/>
                  </a:lnTo>
                  <a:lnTo>
                    <a:pt x="2203" y="5227"/>
                  </a:lnTo>
                  <a:cubicBezTo>
                    <a:pt x="2167" y="5323"/>
                    <a:pt x="2215" y="5430"/>
                    <a:pt x="2298" y="5489"/>
                  </a:cubicBezTo>
                  <a:cubicBezTo>
                    <a:pt x="2346" y="5525"/>
                    <a:pt x="2394" y="5537"/>
                    <a:pt x="2453" y="5537"/>
                  </a:cubicBezTo>
                  <a:cubicBezTo>
                    <a:pt x="2513" y="5537"/>
                    <a:pt x="2560" y="5525"/>
                    <a:pt x="2596" y="5489"/>
                  </a:cubicBezTo>
                  <a:lnTo>
                    <a:pt x="3334" y="4954"/>
                  </a:lnTo>
                  <a:lnTo>
                    <a:pt x="3489" y="4954"/>
                  </a:lnTo>
                  <a:lnTo>
                    <a:pt x="4882" y="5882"/>
                  </a:lnTo>
                  <a:cubicBezTo>
                    <a:pt x="4918" y="5906"/>
                    <a:pt x="4965" y="5918"/>
                    <a:pt x="5013" y="5918"/>
                  </a:cubicBezTo>
                  <a:cubicBezTo>
                    <a:pt x="5061" y="5918"/>
                    <a:pt x="5096" y="5906"/>
                    <a:pt x="5144" y="5882"/>
                  </a:cubicBezTo>
                  <a:cubicBezTo>
                    <a:pt x="5239" y="5823"/>
                    <a:pt x="5287" y="5727"/>
                    <a:pt x="5263" y="5620"/>
                  </a:cubicBezTo>
                  <a:lnTo>
                    <a:pt x="5168" y="4954"/>
                  </a:lnTo>
                  <a:lnTo>
                    <a:pt x="6382" y="4954"/>
                  </a:lnTo>
                  <a:cubicBezTo>
                    <a:pt x="6763" y="4954"/>
                    <a:pt x="7085" y="4644"/>
                    <a:pt x="7085" y="4251"/>
                  </a:cubicBezTo>
                  <a:lnTo>
                    <a:pt x="7085" y="1417"/>
                  </a:lnTo>
                  <a:cubicBezTo>
                    <a:pt x="7085" y="1024"/>
                    <a:pt x="6775" y="715"/>
                    <a:pt x="6382" y="715"/>
                  </a:cubicBezTo>
                  <a:cubicBezTo>
                    <a:pt x="6370" y="310"/>
                    <a:pt x="6061" y="1"/>
                    <a:pt x="5668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75" name="Google Shape;3646;p53">
              <a:extLst>
                <a:ext uri="{FF2B5EF4-FFF2-40B4-BE49-F238E27FC236}">
                  <a16:creationId xmlns:a16="http://schemas.microsoft.com/office/drawing/2014/main" id="{6FC96592-2A6E-4DB9-9131-CD4DC2115BB0}"/>
                </a:ext>
              </a:extLst>
            </p:cNvPr>
            <p:cNvSpPr/>
            <p:nvPr/>
          </p:nvSpPr>
          <p:spPr>
            <a:xfrm>
              <a:off x="7193663" y="2003511"/>
              <a:ext cx="27308" cy="10248"/>
            </a:xfrm>
            <a:custGeom>
              <a:avLst/>
              <a:gdLst/>
              <a:ahLst/>
              <a:cxnLst/>
              <a:rect l="l" t="t" r="r" b="b"/>
              <a:pathLst>
                <a:path w="858" h="322" extrusionOk="0">
                  <a:moveTo>
                    <a:pt x="167" y="0"/>
                  </a:moveTo>
                  <a:cubicBezTo>
                    <a:pt x="72" y="0"/>
                    <a:pt x="1" y="72"/>
                    <a:pt x="1" y="167"/>
                  </a:cubicBezTo>
                  <a:cubicBezTo>
                    <a:pt x="1" y="250"/>
                    <a:pt x="72" y="322"/>
                    <a:pt x="167" y="322"/>
                  </a:cubicBezTo>
                  <a:lnTo>
                    <a:pt x="703" y="322"/>
                  </a:lnTo>
                  <a:cubicBezTo>
                    <a:pt x="786" y="322"/>
                    <a:pt x="858" y="250"/>
                    <a:pt x="858" y="167"/>
                  </a:cubicBezTo>
                  <a:cubicBezTo>
                    <a:pt x="858" y="72"/>
                    <a:pt x="786" y="0"/>
                    <a:pt x="70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76" name="Google Shape;3647;p53">
              <a:extLst>
                <a:ext uri="{FF2B5EF4-FFF2-40B4-BE49-F238E27FC236}">
                  <a16:creationId xmlns:a16="http://schemas.microsoft.com/office/drawing/2014/main" id="{90596896-1DCC-415F-9A2F-919E17534953}"/>
                </a:ext>
              </a:extLst>
            </p:cNvPr>
            <p:cNvSpPr/>
            <p:nvPr/>
          </p:nvSpPr>
          <p:spPr>
            <a:xfrm>
              <a:off x="7233065" y="2003511"/>
              <a:ext cx="83802" cy="10248"/>
            </a:xfrm>
            <a:custGeom>
              <a:avLst/>
              <a:gdLst/>
              <a:ahLst/>
              <a:cxnLst/>
              <a:rect l="l" t="t" r="r" b="b"/>
              <a:pathLst>
                <a:path w="2633" h="322" extrusionOk="0">
                  <a:moveTo>
                    <a:pt x="156" y="0"/>
                  </a:moveTo>
                  <a:cubicBezTo>
                    <a:pt x="72" y="0"/>
                    <a:pt x="1" y="72"/>
                    <a:pt x="1" y="167"/>
                  </a:cubicBezTo>
                  <a:cubicBezTo>
                    <a:pt x="1" y="250"/>
                    <a:pt x="72" y="322"/>
                    <a:pt x="156" y="322"/>
                  </a:cubicBezTo>
                  <a:lnTo>
                    <a:pt x="2465" y="322"/>
                  </a:lnTo>
                  <a:cubicBezTo>
                    <a:pt x="2561" y="322"/>
                    <a:pt x="2632" y="250"/>
                    <a:pt x="2632" y="167"/>
                  </a:cubicBezTo>
                  <a:cubicBezTo>
                    <a:pt x="2632" y="72"/>
                    <a:pt x="2573" y="0"/>
                    <a:pt x="24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77" name="Google Shape;3648;p53">
              <a:extLst>
                <a:ext uri="{FF2B5EF4-FFF2-40B4-BE49-F238E27FC236}">
                  <a16:creationId xmlns:a16="http://schemas.microsoft.com/office/drawing/2014/main" id="{71CF477D-1DB6-4289-B06B-1FEC11D46A4E}"/>
                </a:ext>
              </a:extLst>
            </p:cNvPr>
            <p:cNvSpPr/>
            <p:nvPr/>
          </p:nvSpPr>
          <p:spPr>
            <a:xfrm>
              <a:off x="7193281" y="2031933"/>
              <a:ext cx="123936" cy="10248"/>
            </a:xfrm>
            <a:custGeom>
              <a:avLst/>
              <a:gdLst/>
              <a:ahLst/>
              <a:cxnLst/>
              <a:rect l="l" t="t" r="r" b="b"/>
              <a:pathLst>
                <a:path w="3894" h="322" extrusionOk="0">
                  <a:moveTo>
                    <a:pt x="155" y="0"/>
                  </a:moveTo>
                  <a:cubicBezTo>
                    <a:pt x="72" y="0"/>
                    <a:pt x="1" y="71"/>
                    <a:pt x="1" y="167"/>
                  </a:cubicBezTo>
                  <a:cubicBezTo>
                    <a:pt x="1" y="250"/>
                    <a:pt x="72" y="322"/>
                    <a:pt x="155" y="322"/>
                  </a:cubicBezTo>
                  <a:lnTo>
                    <a:pt x="3715" y="322"/>
                  </a:lnTo>
                  <a:cubicBezTo>
                    <a:pt x="3811" y="322"/>
                    <a:pt x="3882" y="250"/>
                    <a:pt x="3882" y="167"/>
                  </a:cubicBezTo>
                  <a:cubicBezTo>
                    <a:pt x="3894" y="71"/>
                    <a:pt x="3823" y="0"/>
                    <a:pt x="371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78" name="Google Shape;3649;p53">
              <a:extLst>
                <a:ext uri="{FF2B5EF4-FFF2-40B4-BE49-F238E27FC236}">
                  <a16:creationId xmlns:a16="http://schemas.microsoft.com/office/drawing/2014/main" id="{2A31E7BC-0C90-475A-BA8F-0DD0E5DA2140}"/>
                </a:ext>
              </a:extLst>
            </p:cNvPr>
            <p:cNvSpPr/>
            <p:nvPr/>
          </p:nvSpPr>
          <p:spPr>
            <a:xfrm>
              <a:off x="7193663" y="2059973"/>
              <a:ext cx="83770" cy="10248"/>
            </a:xfrm>
            <a:custGeom>
              <a:avLst/>
              <a:gdLst/>
              <a:ahLst/>
              <a:cxnLst/>
              <a:rect l="l" t="t" r="r" b="b"/>
              <a:pathLst>
                <a:path w="2632" h="322" extrusionOk="0">
                  <a:moveTo>
                    <a:pt x="167" y="0"/>
                  </a:moveTo>
                  <a:cubicBezTo>
                    <a:pt x="72" y="0"/>
                    <a:pt x="1" y="72"/>
                    <a:pt x="1" y="155"/>
                  </a:cubicBezTo>
                  <a:cubicBezTo>
                    <a:pt x="1" y="250"/>
                    <a:pt x="72" y="322"/>
                    <a:pt x="167" y="322"/>
                  </a:cubicBezTo>
                  <a:lnTo>
                    <a:pt x="2465" y="322"/>
                  </a:lnTo>
                  <a:cubicBezTo>
                    <a:pt x="2560" y="322"/>
                    <a:pt x="2632" y="250"/>
                    <a:pt x="2632" y="155"/>
                  </a:cubicBezTo>
                  <a:cubicBezTo>
                    <a:pt x="2632" y="72"/>
                    <a:pt x="2560" y="0"/>
                    <a:pt x="24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79" name="Google Shape;3650;p53">
              <a:extLst>
                <a:ext uri="{FF2B5EF4-FFF2-40B4-BE49-F238E27FC236}">
                  <a16:creationId xmlns:a16="http://schemas.microsoft.com/office/drawing/2014/main" id="{61E3588D-84A4-4DAD-A606-CF0D951733BC}"/>
                </a:ext>
              </a:extLst>
            </p:cNvPr>
            <p:cNvSpPr/>
            <p:nvPr/>
          </p:nvSpPr>
          <p:spPr>
            <a:xfrm>
              <a:off x="7289145" y="2059973"/>
              <a:ext cx="27722" cy="10248"/>
            </a:xfrm>
            <a:custGeom>
              <a:avLst/>
              <a:gdLst/>
              <a:ahLst/>
              <a:cxnLst/>
              <a:rect l="l" t="t" r="r" b="b"/>
              <a:pathLst>
                <a:path w="871" h="322" extrusionOk="0">
                  <a:moveTo>
                    <a:pt x="168" y="0"/>
                  </a:moveTo>
                  <a:cubicBezTo>
                    <a:pt x="84" y="0"/>
                    <a:pt x="1" y="72"/>
                    <a:pt x="1" y="155"/>
                  </a:cubicBezTo>
                  <a:cubicBezTo>
                    <a:pt x="1" y="250"/>
                    <a:pt x="84" y="322"/>
                    <a:pt x="168" y="322"/>
                  </a:cubicBezTo>
                  <a:lnTo>
                    <a:pt x="703" y="322"/>
                  </a:lnTo>
                  <a:cubicBezTo>
                    <a:pt x="799" y="322"/>
                    <a:pt x="870" y="250"/>
                    <a:pt x="870" y="155"/>
                  </a:cubicBezTo>
                  <a:cubicBezTo>
                    <a:pt x="870" y="72"/>
                    <a:pt x="811" y="0"/>
                    <a:pt x="70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</p:grpSp>
      <p:sp>
        <p:nvSpPr>
          <p:cNvPr id="95" name="CaixaDeTexto 94">
            <a:extLst>
              <a:ext uri="{FF2B5EF4-FFF2-40B4-BE49-F238E27FC236}">
                <a16:creationId xmlns:a16="http://schemas.microsoft.com/office/drawing/2014/main" id="{26FE4117-0B31-45D8-BB3E-B9DCE4B9D21F}"/>
              </a:ext>
            </a:extLst>
          </p:cNvPr>
          <p:cNvSpPr txBox="1"/>
          <p:nvPr/>
        </p:nvSpPr>
        <p:spPr>
          <a:xfrm>
            <a:off x="8677869" y="2165311"/>
            <a:ext cx="265812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0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(Qualidade + Operação)</a:t>
            </a:r>
          </a:p>
        </p:txBody>
      </p:sp>
      <p:sp>
        <p:nvSpPr>
          <p:cNvPr id="103" name="CaixaDeTexto 102">
            <a:extLst>
              <a:ext uri="{FF2B5EF4-FFF2-40B4-BE49-F238E27FC236}">
                <a16:creationId xmlns:a16="http://schemas.microsoft.com/office/drawing/2014/main" id="{52AD7D11-7E76-41F2-A6E5-6FFDF70046B7}"/>
              </a:ext>
            </a:extLst>
          </p:cNvPr>
          <p:cNvSpPr txBox="1"/>
          <p:nvPr/>
        </p:nvSpPr>
        <p:spPr>
          <a:xfrm>
            <a:off x="794506" y="2177941"/>
            <a:ext cx="265812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0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(Qualidade + Operação)</a:t>
            </a:r>
          </a:p>
        </p:txBody>
      </p:sp>
      <p:sp>
        <p:nvSpPr>
          <p:cNvPr id="7" name="Retângulo 6">
            <a:extLst>
              <a:ext uri="{FF2B5EF4-FFF2-40B4-BE49-F238E27FC236}">
                <a16:creationId xmlns:a16="http://schemas.microsoft.com/office/drawing/2014/main" id="{6F127340-46BD-DEE7-6F1A-C4540983181A}"/>
              </a:ext>
            </a:extLst>
          </p:cNvPr>
          <p:cNvSpPr/>
          <p:nvPr/>
        </p:nvSpPr>
        <p:spPr>
          <a:xfrm>
            <a:off x="0" y="-51217"/>
            <a:ext cx="12192000" cy="627321"/>
          </a:xfrm>
          <a:prstGeom prst="rect">
            <a:avLst/>
          </a:prstGeom>
          <a:gradFill>
            <a:gsLst>
              <a:gs pos="3000">
                <a:srgbClr val="002060"/>
              </a:gs>
              <a:gs pos="61000">
                <a:schemeClr val="accent5">
                  <a:lumMod val="75000"/>
                </a:schemeClr>
              </a:gs>
            </a:gsLst>
            <a:lin ang="108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8" name="Título 1">
            <a:extLst>
              <a:ext uri="{FF2B5EF4-FFF2-40B4-BE49-F238E27FC236}">
                <a16:creationId xmlns:a16="http://schemas.microsoft.com/office/drawing/2014/main" id="{44C133F3-B550-25E9-6D16-003409C42B81}"/>
              </a:ext>
            </a:extLst>
          </p:cNvPr>
          <p:cNvSpPr txBox="1">
            <a:spLocks/>
          </p:cNvSpPr>
          <p:nvPr/>
        </p:nvSpPr>
        <p:spPr>
          <a:xfrm>
            <a:off x="324876" y="0"/>
            <a:ext cx="9144000" cy="489098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pt-BR" sz="1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br>
              <a:rPr lang="pt-BR" sz="1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pt-BR" sz="1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Monitorias Realizadas </a:t>
            </a:r>
          </a:p>
        </p:txBody>
      </p:sp>
      <p:pic>
        <p:nvPicPr>
          <p:cNvPr id="9" name="Imagem 8">
            <a:extLst>
              <a:ext uri="{FF2B5EF4-FFF2-40B4-BE49-F238E27FC236}">
                <a16:creationId xmlns:a16="http://schemas.microsoft.com/office/drawing/2014/main" id="{DB2CC684-6328-B0ED-B812-7C57D36CA04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7372" y="35856"/>
            <a:ext cx="6834659" cy="371724"/>
          </a:xfrm>
          <a:prstGeom prst="rect">
            <a:avLst/>
          </a:prstGeom>
        </p:spPr>
      </p:pic>
      <p:sp>
        <p:nvSpPr>
          <p:cNvPr id="10" name="Retângulo: Cantos Arredondados 9">
            <a:extLst>
              <a:ext uri="{FF2B5EF4-FFF2-40B4-BE49-F238E27FC236}">
                <a16:creationId xmlns:a16="http://schemas.microsoft.com/office/drawing/2014/main" id="{603F555A-3398-84E4-EAC0-1132C41F4326}"/>
              </a:ext>
            </a:extLst>
          </p:cNvPr>
          <p:cNvSpPr/>
          <p:nvPr/>
        </p:nvSpPr>
        <p:spPr>
          <a:xfrm>
            <a:off x="8394702" y="148005"/>
            <a:ext cx="741231" cy="168902"/>
          </a:xfrm>
          <a:prstGeom prst="roundRect">
            <a:avLst>
              <a:gd name="adj" fmla="val 42683"/>
            </a:avLst>
          </a:prstGeom>
          <a:solidFill>
            <a:schemeClr val="bg1">
              <a:alpha val="21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4" name="Retângulo: Cantos Arredondados 3">
            <a:extLst>
              <a:ext uri="{FF2B5EF4-FFF2-40B4-BE49-F238E27FC236}">
                <a16:creationId xmlns:a16="http://schemas.microsoft.com/office/drawing/2014/main" id="{BB764E04-9799-48D9-1C5D-19487B2D0BA0}"/>
              </a:ext>
            </a:extLst>
          </p:cNvPr>
          <p:cNvSpPr/>
          <p:nvPr/>
        </p:nvSpPr>
        <p:spPr>
          <a:xfrm>
            <a:off x="6433787" y="3692243"/>
            <a:ext cx="4716379" cy="2358190"/>
          </a:xfrm>
          <a:prstGeom prst="roundRect">
            <a:avLst/>
          </a:prstGeom>
          <a:solidFill>
            <a:schemeClr val="bg1">
              <a:alpha val="76000"/>
            </a:schemeClr>
          </a:solidFill>
          <a:ln>
            <a:noFill/>
          </a:ln>
          <a:effectLst>
            <a:outerShdw blurRad="177800" dist="38100" dir="5400000" sx="107000" sy="107000" algn="t" rotWithShape="0">
              <a:prstClr val="black">
                <a:alpha val="11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12" name="Retângulo: Cantos Arredondados 11">
            <a:extLst>
              <a:ext uri="{FF2B5EF4-FFF2-40B4-BE49-F238E27FC236}">
                <a16:creationId xmlns:a16="http://schemas.microsoft.com/office/drawing/2014/main" id="{E349252F-EFBD-36ED-6599-D1DC8F6063B1}"/>
              </a:ext>
            </a:extLst>
          </p:cNvPr>
          <p:cNvSpPr/>
          <p:nvPr/>
        </p:nvSpPr>
        <p:spPr>
          <a:xfrm>
            <a:off x="616259" y="3692243"/>
            <a:ext cx="4716379" cy="2358190"/>
          </a:xfrm>
          <a:prstGeom prst="roundRect">
            <a:avLst/>
          </a:prstGeom>
          <a:solidFill>
            <a:schemeClr val="bg1">
              <a:alpha val="76000"/>
            </a:schemeClr>
          </a:solidFill>
          <a:ln>
            <a:noFill/>
          </a:ln>
          <a:effectLst>
            <a:outerShdw blurRad="177800" dist="38100" dir="5400000" sx="107000" sy="107000" algn="t" rotWithShape="0">
              <a:prstClr val="black">
                <a:alpha val="11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graphicFrame>
        <p:nvGraphicFramePr>
          <p:cNvPr id="13" name="Gráfico 12">
            <a:extLst>
              <a:ext uri="{FF2B5EF4-FFF2-40B4-BE49-F238E27FC236}">
                <a16:creationId xmlns:a16="http://schemas.microsoft.com/office/drawing/2014/main" id="{55FB1950-0ACA-1FCE-1DF5-8B77FC735ABE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972282358"/>
              </p:ext>
            </p:extLst>
          </p:nvPr>
        </p:nvGraphicFramePr>
        <p:xfrm>
          <a:off x="6713007" y="3841523"/>
          <a:ext cx="4157940" cy="205962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14" name="Gráfico 13">
            <a:extLst>
              <a:ext uri="{FF2B5EF4-FFF2-40B4-BE49-F238E27FC236}">
                <a16:creationId xmlns:a16="http://schemas.microsoft.com/office/drawing/2014/main" id="{50FC1854-B884-22EF-2603-142F89053D24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347850630"/>
              </p:ext>
            </p:extLst>
          </p:nvPr>
        </p:nvGraphicFramePr>
        <p:xfrm>
          <a:off x="768805" y="3841523"/>
          <a:ext cx="4157940" cy="205962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15" name="Título 1">
            <a:extLst>
              <a:ext uri="{FF2B5EF4-FFF2-40B4-BE49-F238E27FC236}">
                <a16:creationId xmlns:a16="http://schemas.microsoft.com/office/drawing/2014/main" id="{B27EA90C-37F8-42B1-0DFE-0C911BE1789A}"/>
              </a:ext>
            </a:extLst>
          </p:cNvPr>
          <p:cNvSpPr txBox="1">
            <a:spLocks/>
          </p:cNvSpPr>
          <p:nvPr/>
        </p:nvSpPr>
        <p:spPr>
          <a:xfrm>
            <a:off x="3139268" y="532473"/>
            <a:ext cx="5168247" cy="43718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50000"/>
              </a:lnSpc>
            </a:pPr>
            <a:r>
              <a:rPr lang="pt-BR" sz="1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VISÃO MENSAL </a:t>
            </a:r>
          </a:p>
        </p:txBody>
      </p:sp>
      <p:sp>
        <p:nvSpPr>
          <p:cNvPr id="16" name="Título 1">
            <a:extLst>
              <a:ext uri="{FF2B5EF4-FFF2-40B4-BE49-F238E27FC236}">
                <a16:creationId xmlns:a16="http://schemas.microsoft.com/office/drawing/2014/main" id="{E25A136E-EB1F-651A-9BD6-B83FCE65A0AA}"/>
              </a:ext>
            </a:extLst>
          </p:cNvPr>
          <p:cNvSpPr txBox="1">
            <a:spLocks/>
          </p:cNvSpPr>
          <p:nvPr/>
        </p:nvSpPr>
        <p:spPr>
          <a:xfrm>
            <a:off x="3282825" y="2879929"/>
            <a:ext cx="5168247" cy="556642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50000"/>
              </a:lnSpc>
            </a:pPr>
            <a:r>
              <a:rPr lang="pt-BR" sz="1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VISÃO POR CICLO </a:t>
            </a:r>
          </a:p>
        </p:txBody>
      </p:sp>
      <p:sp>
        <p:nvSpPr>
          <p:cNvPr id="2" name="CaixaDeTexto 1">
            <a:extLst>
              <a:ext uri="{FF2B5EF4-FFF2-40B4-BE49-F238E27FC236}">
                <a16:creationId xmlns:a16="http://schemas.microsoft.com/office/drawing/2014/main" id="{736AF1F8-661A-44EE-C163-111BFF041BD3}"/>
              </a:ext>
            </a:extLst>
          </p:cNvPr>
          <p:cNvSpPr txBox="1"/>
          <p:nvPr/>
        </p:nvSpPr>
        <p:spPr>
          <a:xfrm>
            <a:off x="2750576" y="1683744"/>
            <a:ext cx="777384" cy="307777"/>
          </a:xfrm>
          <a:prstGeom prst="rect">
            <a:avLst/>
          </a:prstGeom>
          <a:solidFill>
            <a:srgbClr val="00B050"/>
          </a:solidFill>
        </p:spPr>
        <p:txBody>
          <a:bodyPr wrap="square" rtlCol="0">
            <a:spAutoFit/>
          </a:bodyPr>
          <a:lstStyle/>
          <a:p>
            <a:pPr algn="ctr"/>
            <a:r>
              <a:rPr lang="pt-BR" sz="7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15 monitorias </a:t>
            </a:r>
          </a:p>
          <a:p>
            <a:pPr algn="ctr"/>
            <a:r>
              <a:rPr lang="pt-BR" sz="7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justificadas*</a:t>
            </a:r>
          </a:p>
        </p:txBody>
      </p:sp>
      <p:sp>
        <p:nvSpPr>
          <p:cNvPr id="17" name="CaixaDeTexto 16">
            <a:extLst>
              <a:ext uri="{FF2B5EF4-FFF2-40B4-BE49-F238E27FC236}">
                <a16:creationId xmlns:a16="http://schemas.microsoft.com/office/drawing/2014/main" id="{BA8CA652-EF22-B5DB-507A-C7AC0C6460C4}"/>
              </a:ext>
            </a:extLst>
          </p:cNvPr>
          <p:cNvSpPr txBox="1"/>
          <p:nvPr/>
        </p:nvSpPr>
        <p:spPr>
          <a:xfrm>
            <a:off x="10718949" y="1682038"/>
            <a:ext cx="777384" cy="307777"/>
          </a:xfrm>
          <a:prstGeom prst="rect">
            <a:avLst/>
          </a:prstGeom>
          <a:solidFill>
            <a:srgbClr val="00B050"/>
          </a:solidFill>
        </p:spPr>
        <p:txBody>
          <a:bodyPr wrap="square" rtlCol="0">
            <a:spAutoFit/>
          </a:bodyPr>
          <a:lstStyle/>
          <a:p>
            <a:pPr algn="ctr"/>
            <a:r>
              <a:rPr lang="pt-BR" sz="7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15 monitorias </a:t>
            </a:r>
          </a:p>
          <a:p>
            <a:pPr algn="ctr"/>
            <a:r>
              <a:rPr lang="pt-BR" sz="7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justificadas*</a:t>
            </a:r>
          </a:p>
        </p:txBody>
      </p:sp>
    </p:spTree>
    <p:extLst>
      <p:ext uri="{BB962C8B-B14F-4D97-AF65-F5344CB8AC3E}">
        <p14:creationId xmlns:p14="http://schemas.microsoft.com/office/powerpoint/2010/main" val="250024575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  <a:alpha val="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95D185B-3446-D0A3-0114-7DBEBE0B60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Retângulo: Cantos Arredondados 32">
            <a:extLst>
              <a:ext uri="{FF2B5EF4-FFF2-40B4-BE49-F238E27FC236}">
                <a16:creationId xmlns:a16="http://schemas.microsoft.com/office/drawing/2014/main" id="{3CBDF75C-51B5-23F5-D8FD-6C33C59773A6}"/>
              </a:ext>
            </a:extLst>
          </p:cNvPr>
          <p:cNvSpPr/>
          <p:nvPr/>
        </p:nvSpPr>
        <p:spPr>
          <a:xfrm>
            <a:off x="3737809" y="1108547"/>
            <a:ext cx="4716379" cy="2358190"/>
          </a:xfrm>
          <a:prstGeom prst="roundRect">
            <a:avLst/>
          </a:prstGeom>
          <a:solidFill>
            <a:schemeClr val="bg1">
              <a:alpha val="76000"/>
            </a:schemeClr>
          </a:solidFill>
          <a:ln>
            <a:noFill/>
          </a:ln>
          <a:effectLst>
            <a:outerShdw blurRad="177800" dist="38100" dir="5400000" sx="107000" sy="107000" algn="t" rotWithShape="0">
              <a:prstClr val="black">
                <a:alpha val="11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4" name="Retângulo 3">
            <a:extLst>
              <a:ext uri="{FF2B5EF4-FFF2-40B4-BE49-F238E27FC236}">
                <a16:creationId xmlns:a16="http://schemas.microsoft.com/office/drawing/2014/main" id="{EAE25273-4FB8-CB88-A4FF-A5A42A3106F1}"/>
              </a:ext>
            </a:extLst>
          </p:cNvPr>
          <p:cNvSpPr/>
          <p:nvPr/>
        </p:nvSpPr>
        <p:spPr>
          <a:xfrm>
            <a:off x="0" y="-51217"/>
            <a:ext cx="12192000" cy="627321"/>
          </a:xfrm>
          <a:prstGeom prst="rect">
            <a:avLst/>
          </a:prstGeom>
          <a:gradFill>
            <a:gsLst>
              <a:gs pos="3000">
                <a:srgbClr val="002060"/>
              </a:gs>
              <a:gs pos="61000">
                <a:schemeClr val="accent5">
                  <a:lumMod val="75000"/>
                </a:schemeClr>
              </a:gs>
            </a:gsLst>
            <a:lin ang="108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16" name="Título 1">
            <a:extLst>
              <a:ext uri="{FF2B5EF4-FFF2-40B4-BE49-F238E27FC236}">
                <a16:creationId xmlns:a16="http://schemas.microsoft.com/office/drawing/2014/main" id="{8EDA2541-3257-186A-CCE0-C1EDC0C18E2E}"/>
              </a:ext>
            </a:extLst>
          </p:cNvPr>
          <p:cNvSpPr txBox="1">
            <a:spLocks/>
          </p:cNvSpPr>
          <p:nvPr/>
        </p:nvSpPr>
        <p:spPr>
          <a:xfrm>
            <a:off x="324876" y="0"/>
            <a:ext cx="9144000" cy="489098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pt-BR" sz="1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br>
              <a:rPr lang="pt-BR" sz="1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pt-BR" sz="1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Monitorias Realizadas </a:t>
            </a:r>
          </a:p>
        </p:txBody>
      </p:sp>
      <p:pic>
        <p:nvPicPr>
          <p:cNvPr id="20" name="Imagem 19">
            <a:extLst>
              <a:ext uri="{FF2B5EF4-FFF2-40B4-BE49-F238E27FC236}">
                <a16:creationId xmlns:a16="http://schemas.microsoft.com/office/drawing/2014/main" id="{DE532A01-1288-EB64-3EC3-E483CE6F515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7372" y="35856"/>
            <a:ext cx="6834659" cy="371724"/>
          </a:xfrm>
          <a:prstGeom prst="rect">
            <a:avLst/>
          </a:prstGeom>
        </p:spPr>
      </p:pic>
      <p:sp>
        <p:nvSpPr>
          <p:cNvPr id="22" name="Retângulo: Cantos Arredondados 21">
            <a:extLst>
              <a:ext uri="{FF2B5EF4-FFF2-40B4-BE49-F238E27FC236}">
                <a16:creationId xmlns:a16="http://schemas.microsoft.com/office/drawing/2014/main" id="{8C5A1D70-E421-9490-1BF7-DF0AD74DD0DE}"/>
              </a:ext>
            </a:extLst>
          </p:cNvPr>
          <p:cNvSpPr/>
          <p:nvPr/>
        </p:nvSpPr>
        <p:spPr>
          <a:xfrm>
            <a:off x="8394702" y="148005"/>
            <a:ext cx="741231" cy="168902"/>
          </a:xfrm>
          <a:prstGeom prst="roundRect">
            <a:avLst>
              <a:gd name="adj" fmla="val 42683"/>
            </a:avLst>
          </a:prstGeom>
          <a:solidFill>
            <a:schemeClr val="bg1">
              <a:alpha val="21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graphicFrame>
        <p:nvGraphicFramePr>
          <p:cNvPr id="11" name="Gráfico 10">
            <a:extLst>
              <a:ext uri="{FF2B5EF4-FFF2-40B4-BE49-F238E27FC236}">
                <a16:creationId xmlns:a16="http://schemas.microsoft.com/office/drawing/2014/main" id="{0D1E34C9-1C05-6A6A-3F0F-7927A3804FF7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773102304"/>
              </p:ext>
            </p:extLst>
          </p:nvPr>
        </p:nvGraphicFramePr>
        <p:xfrm>
          <a:off x="3937187" y="1182013"/>
          <a:ext cx="4157940" cy="234112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32" name="Título 1">
            <a:extLst>
              <a:ext uri="{FF2B5EF4-FFF2-40B4-BE49-F238E27FC236}">
                <a16:creationId xmlns:a16="http://schemas.microsoft.com/office/drawing/2014/main" id="{F18BEA2B-734E-AA0C-988B-A473BB16D8B8}"/>
              </a:ext>
            </a:extLst>
          </p:cNvPr>
          <p:cNvSpPr txBox="1">
            <a:spLocks/>
          </p:cNvSpPr>
          <p:nvPr/>
        </p:nvSpPr>
        <p:spPr>
          <a:xfrm>
            <a:off x="3415292" y="469863"/>
            <a:ext cx="5168247" cy="556642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50000"/>
              </a:lnSpc>
            </a:pPr>
            <a:r>
              <a:rPr lang="pt-BR" sz="1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VISÃO POR CICLO </a:t>
            </a:r>
          </a:p>
        </p:txBody>
      </p:sp>
      <p:sp>
        <p:nvSpPr>
          <p:cNvPr id="3" name="Retângulo: Cantos Arredondados 2">
            <a:extLst>
              <a:ext uri="{FF2B5EF4-FFF2-40B4-BE49-F238E27FC236}">
                <a16:creationId xmlns:a16="http://schemas.microsoft.com/office/drawing/2014/main" id="{191BBB11-2F44-7B0E-C37C-656E27232E3D}"/>
              </a:ext>
            </a:extLst>
          </p:cNvPr>
          <p:cNvSpPr/>
          <p:nvPr/>
        </p:nvSpPr>
        <p:spPr>
          <a:xfrm>
            <a:off x="599637" y="3787144"/>
            <a:ext cx="10992725" cy="2358190"/>
          </a:xfrm>
          <a:prstGeom prst="roundRect">
            <a:avLst/>
          </a:prstGeom>
          <a:solidFill>
            <a:schemeClr val="bg1">
              <a:alpha val="76000"/>
            </a:schemeClr>
          </a:solidFill>
          <a:ln>
            <a:noFill/>
          </a:ln>
          <a:effectLst>
            <a:outerShdw blurRad="177800" dist="38100" dir="5400000" sx="103000" sy="103000" algn="t" rotWithShape="0">
              <a:prstClr val="black">
                <a:alpha val="14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9D3EE40F-A0AC-85B4-6EF7-6A0DEB98D276}"/>
              </a:ext>
            </a:extLst>
          </p:cNvPr>
          <p:cNvSpPr txBox="1"/>
          <p:nvPr/>
        </p:nvSpPr>
        <p:spPr>
          <a:xfrm>
            <a:off x="9391791" y="4620379"/>
            <a:ext cx="54863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800" dirty="0">
                <a:solidFill>
                  <a:schemeClr val="bg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100%</a:t>
            </a:r>
          </a:p>
        </p:txBody>
      </p:sp>
      <p:sp>
        <p:nvSpPr>
          <p:cNvPr id="13" name="CaixaDeTexto 12">
            <a:extLst>
              <a:ext uri="{FF2B5EF4-FFF2-40B4-BE49-F238E27FC236}">
                <a16:creationId xmlns:a16="http://schemas.microsoft.com/office/drawing/2014/main" id="{92936D5E-14AC-7686-88BB-F41D483F95A1}"/>
              </a:ext>
            </a:extLst>
          </p:cNvPr>
          <p:cNvSpPr txBox="1"/>
          <p:nvPr/>
        </p:nvSpPr>
        <p:spPr>
          <a:xfrm>
            <a:off x="1843705" y="4870200"/>
            <a:ext cx="54863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800" dirty="0">
                <a:solidFill>
                  <a:schemeClr val="bg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82,93%</a:t>
            </a:r>
          </a:p>
        </p:txBody>
      </p:sp>
      <p:sp>
        <p:nvSpPr>
          <p:cNvPr id="15" name="CaixaDeTexto 14">
            <a:extLst>
              <a:ext uri="{FF2B5EF4-FFF2-40B4-BE49-F238E27FC236}">
                <a16:creationId xmlns:a16="http://schemas.microsoft.com/office/drawing/2014/main" id="{74E01773-A6DF-EC75-B477-FBE45AB99C1D}"/>
              </a:ext>
            </a:extLst>
          </p:cNvPr>
          <p:cNvSpPr txBox="1"/>
          <p:nvPr/>
        </p:nvSpPr>
        <p:spPr>
          <a:xfrm>
            <a:off x="2849592" y="4977922"/>
            <a:ext cx="54863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800" dirty="0">
                <a:solidFill>
                  <a:schemeClr val="bg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90,91%</a:t>
            </a:r>
          </a:p>
        </p:txBody>
      </p:sp>
      <p:sp>
        <p:nvSpPr>
          <p:cNvPr id="19" name="CaixaDeTexto 18">
            <a:extLst>
              <a:ext uri="{FF2B5EF4-FFF2-40B4-BE49-F238E27FC236}">
                <a16:creationId xmlns:a16="http://schemas.microsoft.com/office/drawing/2014/main" id="{7CC3C933-4496-7397-EC01-4BF702DD3278}"/>
              </a:ext>
            </a:extLst>
          </p:cNvPr>
          <p:cNvSpPr txBox="1"/>
          <p:nvPr/>
        </p:nvSpPr>
        <p:spPr>
          <a:xfrm>
            <a:off x="3877274" y="4774488"/>
            <a:ext cx="54863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800" dirty="0">
                <a:solidFill>
                  <a:schemeClr val="bg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94,44%</a:t>
            </a:r>
          </a:p>
        </p:txBody>
      </p:sp>
      <p:sp>
        <p:nvSpPr>
          <p:cNvPr id="23" name="CaixaDeTexto 22">
            <a:extLst>
              <a:ext uri="{FF2B5EF4-FFF2-40B4-BE49-F238E27FC236}">
                <a16:creationId xmlns:a16="http://schemas.microsoft.com/office/drawing/2014/main" id="{9C4C9F48-0B6C-99F8-981A-4C82AEF0FFC7}"/>
              </a:ext>
            </a:extLst>
          </p:cNvPr>
          <p:cNvSpPr txBox="1"/>
          <p:nvPr/>
        </p:nvSpPr>
        <p:spPr>
          <a:xfrm>
            <a:off x="4897033" y="4654756"/>
            <a:ext cx="54863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800" dirty="0">
                <a:solidFill>
                  <a:schemeClr val="bg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92,68%</a:t>
            </a:r>
          </a:p>
        </p:txBody>
      </p:sp>
      <p:sp>
        <p:nvSpPr>
          <p:cNvPr id="25" name="CaixaDeTexto 24">
            <a:extLst>
              <a:ext uri="{FF2B5EF4-FFF2-40B4-BE49-F238E27FC236}">
                <a16:creationId xmlns:a16="http://schemas.microsoft.com/office/drawing/2014/main" id="{A05A147E-008F-8FD6-FFAF-EA3A56866320}"/>
              </a:ext>
            </a:extLst>
          </p:cNvPr>
          <p:cNvSpPr txBox="1"/>
          <p:nvPr/>
        </p:nvSpPr>
        <p:spPr>
          <a:xfrm>
            <a:off x="7012634" y="4693808"/>
            <a:ext cx="54863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800" dirty="0">
                <a:solidFill>
                  <a:schemeClr val="bg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66,67%</a:t>
            </a:r>
          </a:p>
        </p:txBody>
      </p:sp>
      <p:sp>
        <p:nvSpPr>
          <p:cNvPr id="27" name="CaixaDeTexto 26">
            <a:extLst>
              <a:ext uri="{FF2B5EF4-FFF2-40B4-BE49-F238E27FC236}">
                <a16:creationId xmlns:a16="http://schemas.microsoft.com/office/drawing/2014/main" id="{C218C925-F1D5-11B6-574F-28420FDF5F76}"/>
              </a:ext>
            </a:extLst>
          </p:cNvPr>
          <p:cNvSpPr txBox="1"/>
          <p:nvPr/>
        </p:nvSpPr>
        <p:spPr>
          <a:xfrm>
            <a:off x="8032683" y="4586086"/>
            <a:ext cx="54863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800" dirty="0">
                <a:solidFill>
                  <a:schemeClr val="bg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100%</a:t>
            </a:r>
          </a:p>
        </p:txBody>
      </p:sp>
      <p:sp>
        <p:nvSpPr>
          <p:cNvPr id="29" name="CaixaDeTexto 28">
            <a:extLst>
              <a:ext uri="{FF2B5EF4-FFF2-40B4-BE49-F238E27FC236}">
                <a16:creationId xmlns:a16="http://schemas.microsoft.com/office/drawing/2014/main" id="{9C9B4D17-F87C-824B-3BA3-09295A8AB239}"/>
              </a:ext>
            </a:extLst>
          </p:cNvPr>
          <p:cNvSpPr txBox="1"/>
          <p:nvPr/>
        </p:nvSpPr>
        <p:spPr>
          <a:xfrm>
            <a:off x="9063509" y="4693808"/>
            <a:ext cx="54863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800" dirty="0">
                <a:solidFill>
                  <a:schemeClr val="bg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100%</a:t>
            </a:r>
          </a:p>
        </p:txBody>
      </p:sp>
      <p:sp>
        <p:nvSpPr>
          <p:cNvPr id="30" name="CaixaDeTexto 29">
            <a:extLst>
              <a:ext uri="{FF2B5EF4-FFF2-40B4-BE49-F238E27FC236}">
                <a16:creationId xmlns:a16="http://schemas.microsoft.com/office/drawing/2014/main" id="{55896731-1722-7819-53A0-213247FB1124}"/>
              </a:ext>
            </a:extLst>
          </p:cNvPr>
          <p:cNvSpPr txBox="1"/>
          <p:nvPr/>
        </p:nvSpPr>
        <p:spPr>
          <a:xfrm>
            <a:off x="10097416" y="4624367"/>
            <a:ext cx="54863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800" dirty="0">
                <a:solidFill>
                  <a:schemeClr val="bg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100%</a:t>
            </a:r>
          </a:p>
        </p:txBody>
      </p:sp>
      <p:graphicFrame>
        <p:nvGraphicFramePr>
          <p:cNvPr id="2" name="Gráfico 1">
            <a:extLst>
              <a:ext uri="{FF2B5EF4-FFF2-40B4-BE49-F238E27FC236}">
                <a16:creationId xmlns:a16="http://schemas.microsoft.com/office/drawing/2014/main" id="{830FF880-65A8-57EF-E548-580BBB0BFFD0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958348964"/>
              </p:ext>
            </p:extLst>
          </p:nvPr>
        </p:nvGraphicFramePr>
        <p:xfrm>
          <a:off x="958190" y="3763451"/>
          <a:ext cx="4825219" cy="240557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6" name="Gráfico 5">
            <a:extLst>
              <a:ext uri="{FF2B5EF4-FFF2-40B4-BE49-F238E27FC236}">
                <a16:creationId xmlns:a16="http://schemas.microsoft.com/office/drawing/2014/main" id="{89249B1D-DDAD-8813-BE3A-36D9AC3FDBDB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520926044"/>
              </p:ext>
            </p:extLst>
          </p:nvPr>
        </p:nvGraphicFramePr>
        <p:xfrm>
          <a:off x="6624138" y="3707801"/>
          <a:ext cx="4825219" cy="240557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</p:spTree>
    <p:extLst>
      <p:ext uri="{BB962C8B-B14F-4D97-AF65-F5344CB8AC3E}">
        <p14:creationId xmlns:p14="http://schemas.microsoft.com/office/powerpoint/2010/main" val="106903964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3000">
              <a:srgbClr val="002060"/>
            </a:gs>
            <a:gs pos="61000">
              <a:schemeClr val="accent5">
                <a:lumMod val="75000"/>
              </a:schemeClr>
            </a:gs>
          </a:gsLst>
          <a:lin ang="108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Retângulo: Cantos Arredondados 20">
            <a:extLst>
              <a:ext uri="{FF2B5EF4-FFF2-40B4-BE49-F238E27FC236}">
                <a16:creationId xmlns:a16="http://schemas.microsoft.com/office/drawing/2014/main" id="{D9B7EF7A-7DD1-8797-9CDB-D42DC05CB1F6}"/>
              </a:ext>
            </a:extLst>
          </p:cNvPr>
          <p:cNvSpPr/>
          <p:nvPr/>
        </p:nvSpPr>
        <p:spPr>
          <a:xfrm>
            <a:off x="7411201" y="5962634"/>
            <a:ext cx="1393466" cy="324847"/>
          </a:xfrm>
          <a:prstGeom prst="roundRect">
            <a:avLst>
              <a:gd name="adj" fmla="val 42683"/>
            </a:avLst>
          </a:prstGeom>
          <a:solidFill>
            <a:schemeClr val="bg1">
              <a:alpha val="21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11" name="Elipse 10">
            <a:extLst>
              <a:ext uri="{FF2B5EF4-FFF2-40B4-BE49-F238E27FC236}">
                <a16:creationId xmlns:a16="http://schemas.microsoft.com/office/drawing/2014/main" id="{BA24F666-9D27-8354-F7A0-97A1B18F7B3C}"/>
              </a:ext>
            </a:extLst>
          </p:cNvPr>
          <p:cNvSpPr/>
          <p:nvPr/>
        </p:nvSpPr>
        <p:spPr>
          <a:xfrm>
            <a:off x="7947377" y="-1082856"/>
            <a:ext cx="5000980" cy="5000980"/>
          </a:xfrm>
          <a:prstGeom prst="ellipse">
            <a:avLst/>
          </a:prstGeom>
          <a:solidFill>
            <a:srgbClr val="194E8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12" name="Título 1">
            <a:extLst>
              <a:ext uri="{FF2B5EF4-FFF2-40B4-BE49-F238E27FC236}">
                <a16:creationId xmlns:a16="http://schemas.microsoft.com/office/drawing/2014/main" id="{7606BDFD-9C72-0DB8-CE82-298C895D32A0}"/>
              </a:ext>
            </a:extLst>
          </p:cNvPr>
          <p:cNvSpPr txBox="1">
            <a:spLocks/>
          </p:cNvSpPr>
          <p:nvPr/>
        </p:nvSpPr>
        <p:spPr>
          <a:xfrm>
            <a:off x="1469486" y="5883696"/>
            <a:ext cx="1998133" cy="39053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pt-BR" sz="1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Operações Digital</a:t>
            </a:r>
          </a:p>
        </p:txBody>
      </p:sp>
      <p:sp>
        <p:nvSpPr>
          <p:cNvPr id="13" name="Título 1">
            <a:extLst>
              <a:ext uri="{FF2B5EF4-FFF2-40B4-BE49-F238E27FC236}">
                <a16:creationId xmlns:a16="http://schemas.microsoft.com/office/drawing/2014/main" id="{5BEFBB8C-5A76-76AF-878C-8F412CEEDF75}"/>
              </a:ext>
            </a:extLst>
          </p:cNvPr>
          <p:cNvSpPr txBox="1">
            <a:spLocks/>
          </p:cNvSpPr>
          <p:nvPr/>
        </p:nvSpPr>
        <p:spPr>
          <a:xfrm>
            <a:off x="3753556" y="5901265"/>
            <a:ext cx="1998133" cy="39053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endParaRPr lang="pt-BR" sz="160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4" name="Título 1">
            <a:extLst>
              <a:ext uri="{FF2B5EF4-FFF2-40B4-BE49-F238E27FC236}">
                <a16:creationId xmlns:a16="http://schemas.microsoft.com/office/drawing/2014/main" id="{CA7B92B7-C10C-9170-686C-619A358C3EDA}"/>
              </a:ext>
            </a:extLst>
          </p:cNvPr>
          <p:cNvSpPr txBox="1">
            <a:spLocks/>
          </p:cNvSpPr>
          <p:nvPr/>
        </p:nvSpPr>
        <p:spPr>
          <a:xfrm>
            <a:off x="4120444" y="5885738"/>
            <a:ext cx="1707442" cy="39053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pt-BR"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Central de Ajuda</a:t>
            </a:r>
          </a:p>
        </p:txBody>
      </p:sp>
      <p:sp>
        <p:nvSpPr>
          <p:cNvPr id="15" name="Título 1">
            <a:extLst>
              <a:ext uri="{FF2B5EF4-FFF2-40B4-BE49-F238E27FC236}">
                <a16:creationId xmlns:a16="http://schemas.microsoft.com/office/drawing/2014/main" id="{D8388B6F-26C0-E8B5-C3B2-F7B433F03866}"/>
              </a:ext>
            </a:extLst>
          </p:cNvPr>
          <p:cNvSpPr txBox="1">
            <a:spLocks/>
          </p:cNvSpPr>
          <p:nvPr/>
        </p:nvSpPr>
        <p:spPr>
          <a:xfrm>
            <a:off x="6386612" y="5864793"/>
            <a:ext cx="739420" cy="39053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pt-BR"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Chat</a:t>
            </a:r>
          </a:p>
        </p:txBody>
      </p:sp>
      <p:sp>
        <p:nvSpPr>
          <p:cNvPr id="16" name="Título 1">
            <a:extLst>
              <a:ext uri="{FF2B5EF4-FFF2-40B4-BE49-F238E27FC236}">
                <a16:creationId xmlns:a16="http://schemas.microsoft.com/office/drawing/2014/main" id="{D0F93BBA-E770-0B22-E5D8-7C404A0D454B}"/>
              </a:ext>
            </a:extLst>
          </p:cNvPr>
          <p:cNvSpPr txBox="1">
            <a:spLocks/>
          </p:cNvSpPr>
          <p:nvPr/>
        </p:nvSpPr>
        <p:spPr>
          <a:xfrm>
            <a:off x="7374461" y="5883695"/>
            <a:ext cx="1533870" cy="39053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pt-BR"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Consumidor.gov</a:t>
            </a:r>
          </a:p>
        </p:txBody>
      </p:sp>
      <p:sp>
        <p:nvSpPr>
          <p:cNvPr id="17" name="Retângulo: Cantos Arredondados 16">
            <a:extLst>
              <a:ext uri="{FF2B5EF4-FFF2-40B4-BE49-F238E27FC236}">
                <a16:creationId xmlns:a16="http://schemas.microsoft.com/office/drawing/2014/main" id="{E533871F-8317-6F72-69E0-F732373A9CF4}"/>
              </a:ext>
            </a:extLst>
          </p:cNvPr>
          <p:cNvSpPr/>
          <p:nvPr/>
        </p:nvSpPr>
        <p:spPr>
          <a:xfrm>
            <a:off x="1168400" y="5901265"/>
            <a:ext cx="9855200" cy="447587"/>
          </a:xfrm>
          <a:prstGeom prst="roundRect">
            <a:avLst>
              <a:gd name="adj" fmla="val 42683"/>
            </a:avLst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18" name="Título 1">
            <a:extLst>
              <a:ext uri="{FF2B5EF4-FFF2-40B4-BE49-F238E27FC236}">
                <a16:creationId xmlns:a16="http://schemas.microsoft.com/office/drawing/2014/main" id="{DE706286-D960-53B5-5D40-39BC04E97E30}"/>
              </a:ext>
            </a:extLst>
          </p:cNvPr>
          <p:cNvSpPr txBox="1">
            <a:spLocks/>
          </p:cNvSpPr>
          <p:nvPr/>
        </p:nvSpPr>
        <p:spPr>
          <a:xfrm>
            <a:off x="3590232" y="5822126"/>
            <a:ext cx="366888" cy="39053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|</a:t>
            </a:r>
          </a:p>
        </p:txBody>
      </p:sp>
      <p:sp>
        <p:nvSpPr>
          <p:cNvPr id="19" name="Título 1">
            <a:extLst>
              <a:ext uri="{FF2B5EF4-FFF2-40B4-BE49-F238E27FC236}">
                <a16:creationId xmlns:a16="http://schemas.microsoft.com/office/drawing/2014/main" id="{2289849F-2484-731C-FE10-24CF16AD49ED}"/>
              </a:ext>
            </a:extLst>
          </p:cNvPr>
          <p:cNvSpPr txBox="1">
            <a:spLocks/>
          </p:cNvSpPr>
          <p:nvPr/>
        </p:nvSpPr>
        <p:spPr>
          <a:xfrm>
            <a:off x="5827886" y="5822125"/>
            <a:ext cx="366888" cy="39053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|</a:t>
            </a:r>
          </a:p>
        </p:txBody>
      </p:sp>
      <p:sp>
        <p:nvSpPr>
          <p:cNvPr id="20" name="Título 1">
            <a:extLst>
              <a:ext uri="{FF2B5EF4-FFF2-40B4-BE49-F238E27FC236}">
                <a16:creationId xmlns:a16="http://schemas.microsoft.com/office/drawing/2014/main" id="{4C19BD5A-A221-916E-E0A9-367FCCE9030F}"/>
              </a:ext>
            </a:extLst>
          </p:cNvPr>
          <p:cNvSpPr txBox="1">
            <a:spLocks/>
          </p:cNvSpPr>
          <p:nvPr/>
        </p:nvSpPr>
        <p:spPr>
          <a:xfrm>
            <a:off x="7066802" y="5865298"/>
            <a:ext cx="366888" cy="39053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|</a:t>
            </a:r>
          </a:p>
        </p:txBody>
      </p:sp>
      <p:pic>
        <p:nvPicPr>
          <p:cNvPr id="26" name="Imagem 25">
            <a:extLst>
              <a:ext uri="{FF2B5EF4-FFF2-40B4-BE49-F238E27FC236}">
                <a16:creationId xmlns:a16="http://schemas.microsoft.com/office/drawing/2014/main" id="{925310E8-91AC-2334-EEC2-64368966EC1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10000" b="90000" l="10000" r="9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7374460" y="1237010"/>
            <a:ext cx="5480601" cy="4019107"/>
          </a:xfrm>
          <a:prstGeom prst="rect">
            <a:avLst/>
          </a:prstGeom>
        </p:spPr>
      </p:pic>
      <p:pic>
        <p:nvPicPr>
          <p:cNvPr id="28" name="Imagem 27">
            <a:extLst>
              <a:ext uri="{FF2B5EF4-FFF2-40B4-BE49-F238E27FC236}">
                <a16:creationId xmlns:a16="http://schemas.microsoft.com/office/drawing/2014/main" id="{C51CC3E6-5A2B-3343-12E9-8389B370397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80290" y="2236217"/>
            <a:ext cx="5332261" cy="3435813"/>
          </a:xfrm>
          <a:prstGeom prst="rect">
            <a:avLst/>
          </a:prstGeom>
        </p:spPr>
      </p:pic>
      <p:pic>
        <p:nvPicPr>
          <p:cNvPr id="25" name="Imagem 24">
            <a:extLst>
              <a:ext uri="{FF2B5EF4-FFF2-40B4-BE49-F238E27FC236}">
                <a16:creationId xmlns:a16="http://schemas.microsoft.com/office/drawing/2014/main" id="{8F103DBD-DAD2-4FE4-B5CC-941177F86FC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03156" y="368559"/>
            <a:ext cx="1505175" cy="598854"/>
          </a:xfrm>
          <a:prstGeom prst="rect">
            <a:avLst/>
          </a:prstGeom>
        </p:spPr>
      </p:pic>
      <p:sp>
        <p:nvSpPr>
          <p:cNvPr id="27" name="Título 1">
            <a:extLst>
              <a:ext uri="{FF2B5EF4-FFF2-40B4-BE49-F238E27FC236}">
                <a16:creationId xmlns:a16="http://schemas.microsoft.com/office/drawing/2014/main" id="{3F01F83B-7291-417E-871C-D603E30F3474}"/>
              </a:ext>
            </a:extLst>
          </p:cNvPr>
          <p:cNvSpPr txBox="1">
            <a:spLocks/>
          </p:cNvSpPr>
          <p:nvPr/>
        </p:nvSpPr>
        <p:spPr>
          <a:xfrm>
            <a:off x="8804667" y="5864793"/>
            <a:ext cx="366888" cy="39053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|</a:t>
            </a:r>
          </a:p>
        </p:txBody>
      </p:sp>
      <p:sp>
        <p:nvSpPr>
          <p:cNvPr id="34" name="Título 1">
            <a:extLst>
              <a:ext uri="{FF2B5EF4-FFF2-40B4-BE49-F238E27FC236}">
                <a16:creationId xmlns:a16="http://schemas.microsoft.com/office/drawing/2014/main" id="{41076838-B3CC-46F4-A4D5-71B4EFE8A007}"/>
              </a:ext>
            </a:extLst>
          </p:cNvPr>
          <p:cNvSpPr txBox="1">
            <a:spLocks/>
          </p:cNvSpPr>
          <p:nvPr/>
        </p:nvSpPr>
        <p:spPr>
          <a:xfrm>
            <a:off x="9156760" y="5901265"/>
            <a:ext cx="1533870" cy="39053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pt-BR"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Reclame Aqui</a:t>
            </a:r>
          </a:p>
        </p:txBody>
      </p:sp>
      <p:sp>
        <p:nvSpPr>
          <p:cNvPr id="29" name="Título 1">
            <a:extLst>
              <a:ext uri="{FF2B5EF4-FFF2-40B4-BE49-F238E27FC236}">
                <a16:creationId xmlns:a16="http://schemas.microsoft.com/office/drawing/2014/main" id="{C6A5BAFA-62F4-453C-BB5C-2A2F4BAD3D3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22318" y="2466134"/>
            <a:ext cx="9144000" cy="1181350"/>
          </a:xfrm>
        </p:spPr>
        <p:txBody>
          <a:bodyPr>
            <a:normAutofit/>
          </a:bodyPr>
          <a:lstStyle/>
          <a:p>
            <a:pPr algn="l"/>
            <a:r>
              <a:rPr lang="pt-BR" sz="6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CONSUMIDOR.GOV</a:t>
            </a:r>
          </a:p>
        </p:txBody>
      </p:sp>
      <p:sp>
        <p:nvSpPr>
          <p:cNvPr id="30" name="Título 1">
            <a:extLst>
              <a:ext uri="{FF2B5EF4-FFF2-40B4-BE49-F238E27FC236}">
                <a16:creationId xmlns:a16="http://schemas.microsoft.com/office/drawing/2014/main" id="{D1BEED2F-D67A-406D-AAC9-4E04E6A7AFD4}"/>
              </a:ext>
            </a:extLst>
          </p:cNvPr>
          <p:cNvSpPr txBox="1">
            <a:spLocks/>
          </p:cNvSpPr>
          <p:nvPr/>
        </p:nvSpPr>
        <p:spPr>
          <a:xfrm>
            <a:off x="1122318" y="1911623"/>
            <a:ext cx="9144000" cy="2219149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pt-BR" sz="3600" b="1" dirty="0">
                <a:solidFill>
                  <a:schemeClr val="accent4">
                    <a:lumMod val="60000"/>
                    <a:lumOff val="4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SEMANAL</a:t>
            </a:r>
            <a:endParaRPr lang="pt-BR" sz="4800" b="1" dirty="0">
              <a:solidFill>
                <a:schemeClr val="accent4">
                  <a:lumMod val="60000"/>
                  <a:lumOff val="40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3" name="Título 1">
            <a:extLst>
              <a:ext uri="{FF2B5EF4-FFF2-40B4-BE49-F238E27FC236}">
                <a16:creationId xmlns:a16="http://schemas.microsoft.com/office/drawing/2014/main" id="{6B5C9D76-8ED2-41A9-A3C0-F7C350550EDE}"/>
              </a:ext>
            </a:extLst>
          </p:cNvPr>
          <p:cNvSpPr txBox="1">
            <a:spLocks/>
          </p:cNvSpPr>
          <p:nvPr/>
        </p:nvSpPr>
        <p:spPr>
          <a:xfrm>
            <a:off x="2090824" y="3987434"/>
            <a:ext cx="2375911" cy="55686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pt-BR" sz="20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Setembro 2026</a:t>
            </a:r>
            <a:endParaRPr lang="pt-BR" sz="320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5" name="Título 1">
            <a:extLst>
              <a:ext uri="{FF2B5EF4-FFF2-40B4-BE49-F238E27FC236}">
                <a16:creationId xmlns:a16="http://schemas.microsoft.com/office/drawing/2014/main" id="{FBD498E5-221B-4306-B453-B3A298B7F7DB}"/>
              </a:ext>
            </a:extLst>
          </p:cNvPr>
          <p:cNvSpPr txBox="1">
            <a:spLocks/>
          </p:cNvSpPr>
          <p:nvPr/>
        </p:nvSpPr>
        <p:spPr>
          <a:xfrm>
            <a:off x="1179689" y="2068978"/>
            <a:ext cx="9144000" cy="55686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pt-BR" sz="18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Monitorias e Feedbacks</a:t>
            </a:r>
          </a:p>
        </p:txBody>
      </p:sp>
      <p:cxnSp>
        <p:nvCxnSpPr>
          <p:cNvPr id="36" name="Conector reto 35">
            <a:extLst>
              <a:ext uri="{FF2B5EF4-FFF2-40B4-BE49-F238E27FC236}">
                <a16:creationId xmlns:a16="http://schemas.microsoft.com/office/drawing/2014/main" id="{80A74A16-AC57-4EA7-BCC5-E9E4331EBF22}"/>
              </a:ext>
            </a:extLst>
          </p:cNvPr>
          <p:cNvCxnSpPr>
            <a:cxnSpLocks/>
          </p:cNvCxnSpPr>
          <p:nvPr/>
        </p:nvCxnSpPr>
        <p:spPr>
          <a:xfrm>
            <a:off x="770663" y="2347408"/>
            <a:ext cx="0" cy="1934725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Elipse 36">
            <a:extLst>
              <a:ext uri="{FF2B5EF4-FFF2-40B4-BE49-F238E27FC236}">
                <a16:creationId xmlns:a16="http://schemas.microsoft.com/office/drawing/2014/main" id="{1BB0E9B2-068C-4781-BB2D-A1F4E665AB69}"/>
              </a:ext>
            </a:extLst>
          </p:cNvPr>
          <p:cNvSpPr/>
          <p:nvPr/>
        </p:nvSpPr>
        <p:spPr>
          <a:xfrm>
            <a:off x="690919" y="3166819"/>
            <a:ext cx="159488" cy="159488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cxnSp>
        <p:nvCxnSpPr>
          <p:cNvPr id="38" name="Conector reto 37">
            <a:extLst>
              <a:ext uri="{FF2B5EF4-FFF2-40B4-BE49-F238E27FC236}">
                <a16:creationId xmlns:a16="http://schemas.microsoft.com/office/drawing/2014/main" id="{92510A62-527F-4B44-B9F7-89B582399421}"/>
              </a:ext>
            </a:extLst>
          </p:cNvPr>
          <p:cNvCxnSpPr>
            <a:cxnSpLocks/>
          </p:cNvCxnSpPr>
          <p:nvPr/>
        </p:nvCxnSpPr>
        <p:spPr>
          <a:xfrm>
            <a:off x="1321818" y="4365828"/>
            <a:ext cx="769006" cy="0"/>
          </a:xfrm>
          <a:prstGeom prst="line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Elipse 38">
            <a:extLst>
              <a:ext uri="{FF2B5EF4-FFF2-40B4-BE49-F238E27FC236}">
                <a16:creationId xmlns:a16="http://schemas.microsoft.com/office/drawing/2014/main" id="{4CF56CBF-F5BC-4D5A-91D3-EB4B6E6D4D85}"/>
              </a:ext>
            </a:extLst>
          </p:cNvPr>
          <p:cNvSpPr/>
          <p:nvPr/>
        </p:nvSpPr>
        <p:spPr>
          <a:xfrm>
            <a:off x="1242074" y="4282133"/>
            <a:ext cx="159488" cy="159488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04384023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4942C4-360A-CA40-D07F-93ED55A4B2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tângulo: Cantos Arredondados 24">
            <a:extLst>
              <a:ext uri="{FF2B5EF4-FFF2-40B4-BE49-F238E27FC236}">
                <a16:creationId xmlns:a16="http://schemas.microsoft.com/office/drawing/2014/main" id="{D11EAAB7-2A87-0DFB-808D-0F95247425CF}"/>
              </a:ext>
            </a:extLst>
          </p:cNvPr>
          <p:cNvSpPr/>
          <p:nvPr/>
        </p:nvSpPr>
        <p:spPr>
          <a:xfrm>
            <a:off x="505325" y="1034715"/>
            <a:ext cx="3236495" cy="1515979"/>
          </a:xfrm>
          <a:prstGeom prst="roundRect">
            <a:avLst/>
          </a:prstGeom>
          <a:solidFill>
            <a:schemeClr val="bg1">
              <a:alpha val="76000"/>
            </a:schemeClr>
          </a:solidFill>
          <a:ln>
            <a:noFill/>
          </a:ln>
          <a:effectLst>
            <a:outerShdw blurRad="177800" dist="38100" dir="5400000" sx="107000" sy="107000" algn="t" rotWithShape="0">
              <a:prstClr val="black">
                <a:alpha val="11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0" name="Retângulo: Cantos Arredondados 19">
            <a:extLst>
              <a:ext uri="{FF2B5EF4-FFF2-40B4-BE49-F238E27FC236}">
                <a16:creationId xmlns:a16="http://schemas.microsoft.com/office/drawing/2014/main" id="{85C5BEB5-2B76-8918-22A4-D8EF6ACC2936}"/>
              </a:ext>
            </a:extLst>
          </p:cNvPr>
          <p:cNvSpPr/>
          <p:nvPr/>
        </p:nvSpPr>
        <p:spPr>
          <a:xfrm>
            <a:off x="505326" y="1034716"/>
            <a:ext cx="3236495" cy="1515979"/>
          </a:xfrm>
          <a:prstGeom prst="roundRect">
            <a:avLst/>
          </a:prstGeom>
          <a:solidFill>
            <a:schemeClr val="bg1"/>
          </a:solidFill>
          <a:ln>
            <a:noFill/>
          </a:ln>
          <a:effectLst>
            <a:outerShdw dist="101600" dir="10740000" algn="t" rotWithShape="0">
              <a:srgbClr val="2E75B6"/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4" name="CaixaDeTexto 23">
            <a:extLst>
              <a:ext uri="{FF2B5EF4-FFF2-40B4-BE49-F238E27FC236}">
                <a16:creationId xmlns:a16="http://schemas.microsoft.com/office/drawing/2014/main" id="{3A827915-CB23-2EF5-CDCC-A7D4748F56B1}"/>
              </a:ext>
            </a:extLst>
          </p:cNvPr>
          <p:cNvSpPr txBox="1"/>
          <p:nvPr/>
        </p:nvSpPr>
        <p:spPr>
          <a:xfrm>
            <a:off x="860256" y="1118934"/>
            <a:ext cx="252663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1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MONITORIAS REALIZADAS </a:t>
            </a:r>
          </a:p>
        </p:txBody>
      </p:sp>
      <p:sp>
        <p:nvSpPr>
          <p:cNvPr id="26" name="Retângulo: Cantos Arredondados 25">
            <a:extLst>
              <a:ext uri="{FF2B5EF4-FFF2-40B4-BE49-F238E27FC236}">
                <a16:creationId xmlns:a16="http://schemas.microsoft.com/office/drawing/2014/main" id="{9DB21D64-0782-7C39-83E7-31BA261C2C40}"/>
              </a:ext>
            </a:extLst>
          </p:cNvPr>
          <p:cNvSpPr/>
          <p:nvPr/>
        </p:nvSpPr>
        <p:spPr>
          <a:xfrm>
            <a:off x="8394702" y="1034714"/>
            <a:ext cx="3236495" cy="1515979"/>
          </a:xfrm>
          <a:prstGeom prst="roundRect">
            <a:avLst/>
          </a:prstGeom>
          <a:solidFill>
            <a:schemeClr val="bg1">
              <a:alpha val="76000"/>
            </a:schemeClr>
          </a:solidFill>
          <a:ln>
            <a:noFill/>
          </a:ln>
          <a:effectLst>
            <a:outerShdw blurRad="177800" dist="38100" dir="5400000" sx="107000" sy="107000" algn="t" rotWithShape="0">
              <a:prstClr val="black">
                <a:alpha val="11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7" name="Retângulo: Cantos Arredondados 26">
            <a:extLst>
              <a:ext uri="{FF2B5EF4-FFF2-40B4-BE49-F238E27FC236}">
                <a16:creationId xmlns:a16="http://schemas.microsoft.com/office/drawing/2014/main" id="{6E0DF0E2-8B2B-9359-94E2-CBCDA0AB3EF9}"/>
              </a:ext>
            </a:extLst>
          </p:cNvPr>
          <p:cNvSpPr/>
          <p:nvPr/>
        </p:nvSpPr>
        <p:spPr>
          <a:xfrm>
            <a:off x="8399103" y="1033039"/>
            <a:ext cx="3236495" cy="1515979"/>
          </a:xfrm>
          <a:prstGeom prst="roundRect">
            <a:avLst/>
          </a:prstGeom>
          <a:solidFill>
            <a:schemeClr val="bg1"/>
          </a:solidFill>
          <a:ln>
            <a:noFill/>
          </a:ln>
          <a:effectLst>
            <a:outerShdw dist="101600" dir="10740000" algn="t" rotWithShape="0">
              <a:srgbClr val="00B050"/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8" name="CaixaDeTexto 27">
            <a:extLst>
              <a:ext uri="{FF2B5EF4-FFF2-40B4-BE49-F238E27FC236}">
                <a16:creationId xmlns:a16="http://schemas.microsoft.com/office/drawing/2014/main" id="{9CEE9B60-CACA-DA9B-95A4-7FC33F8C999E}"/>
              </a:ext>
            </a:extLst>
          </p:cNvPr>
          <p:cNvSpPr txBox="1"/>
          <p:nvPr/>
        </p:nvSpPr>
        <p:spPr>
          <a:xfrm>
            <a:off x="9030967" y="1173396"/>
            <a:ext cx="214922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1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FEEDBACKS  REALIZADOS </a:t>
            </a:r>
          </a:p>
        </p:txBody>
      </p:sp>
      <p:sp>
        <p:nvSpPr>
          <p:cNvPr id="38" name="CaixaDeTexto 37">
            <a:extLst>
              <a:ext uri="{FF2B5EF4-FFF2-40B4-BE49-F238E27FC236}">
                <a16:creationId xmlns:a16="http://schemas.microsoft.com/office/drawing/2014/main" id="{F0D0413F-1302-4951-BA58-5FCEB97A18C2}"/>
              </a:ext>
            </a:extLst>
          </p:cNvPr>
          <p:cNvSpPr txBox="1"/>
          <p:nvPr/>
        </p:nvSpPr>
        <p:spPr>
          <a:xfrm>
            <a:off x="1208156" y="1250296"/>
            <a:ext cx="1723730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60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33</a:t>
            </a:r>
          </a:p>
        </p:txBody>
      </p:sp>
      <p:sp>
        <p:nvSpPr>
          <p:cNvPr id="39" name="CaixaDeTexto 38">
            <a:extLst>
              <a:ext uri="{FF2B5EF4-FFF2-40B4-BE49-F238E27FC236}">
                <a16:creationId xmlns:a16="http://schemas.microsoft.com/office/drawing/2014/main" id="{4264D1BE-81D1-4DD0-9406-41D070E956B1}"/>
              </a:ext>
            </a:extLst>
          </p:cNvPr>
          <p:cNvSpPr txBox="1"/>
          <p:nvPr/>
        </p:nvSpPr>
        <p:spPr>
          <a:xfrm>
            <a:off x="8426782" y="1289278"/>
            <a:ext cx="3160305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60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33</a:t>
            </a:r>
          </a:p>
        </p:txBody>
      </p:sp>
      <p:sp>
        <p:nvSpPr>
          <p:cNvPr id="49" name="Retângulo: Cantos Arredondados 48">
            <a:extLst>
              <a:ext uri="{FF2B5EF4-FFF2-40B4-BE49-F238E27FC236}">
                <a16:creationId xmlns:a16="http://schemas.microsoft.com/office/drawing/2014/main" id="{14B57E3F-A289-454E-9606-9DE2D5AEF48E}"/>
              </a:ext>
            </a:extLst>
          </p:cNvPr>
          <p:cNvSpPr/>
          <p:nvPr/>
        </p:nvSpPr>
        <p:spPr>
          <a:xfrm>
            <a:off x="4250327" y="1034714"/>
            <a:ext cx="3236495" cy="1515979"/>
          </a:xfrm>
          <a:prstGeom prst="roundRect">
            <a:avLst/>
          </a:prstGeom>
          <a:solidFill>
            <a:schemeClr val="bg1">
              <a:alpha val="76000"/>
            </a:schemeClr>
          </a:solidFill>
          <a:ln>
            <a:noFill/>
          </a:ln>
          <a:effectLst>
            <a:outerShdw blurRad="177800" dist="38100" dir="5400000" sx="107000" sy="107000" algn="t" rotWithShape="0">
              <a:prstClr val="black">
                <a:alpha val="11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56" name="Retângulo: Cantos Arredondados 55">
            <a:extLst>
              <a:ext uri="{FF2B5EF4-FFF2-40B4-BE49-F238E27FC236}">
                <a16:creationId xmlns:a16="http://schemas.microsoft.com/office/drawing/2014/main" id="{32AC41D8-CA97-4638-86E6-CF10F8020902}"/>
              </a:ext>
            </a:extLst>
          </p:cNvPr>
          <p:cNvSpPr/>
          <p:nvPr/>
        </p:nvSpPr>
        <p:spPr>
          <a:xfrm>
            <a:off x="4250328" y="1034715"/>
            <a:ext cx="3236495" cy="1515979"/>
          </a:xfrm>
          <a:prstGeom prst="roundRect">
            <a:avLst/>
          </a:prstGeom>
          <a:solidFill>
            <a:schemeClr val="bg1"/>
          </a:solidFill>
          <a:ln>
            <a:noFill/>
          </a:ln>
          <a:effectLst>
            <a:outerShdw dist="101600" dir="10740000" algn="t" rotWithShape="0">
              <a:srgbClr val="00B050"/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57" name="CaixaDeTexto 56">
            <a:extLst>
              <a:ext uri="{FF2B5EF4-FFF2-40B4-BE49-F238E27FC236}">
                <a16:creationId xmlns:a16="http://schemas.microsoft.com/office/drawing/2014/main" id="{27F2EC3F-B6FB-4FEF-9F8E-F02B9B08CA70}"/>
              </a:ext>
            </a:extLst>
          </p:cNvPr>
          <p:cNvSpPr txBox="1"/>
          <p:nvPr/>
        </p:nvSpPr>
        <p:spPr>
          <a:xfrm>
            <a:off x="4928589" y="1118934"/>
            <a:ext cx="181110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1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MÉDIA  DO MÊS</a:t>
            </a:r>
          </a:p>
        </p:txBody>
      </p:sp>
      <p:sp>
        <p:nvSpPr>
          <p:cNvPr id="58" name="CaixaDeTexto 57">
            <a:extLst>
              <a:ext uri="{FF2B5EF4-FFF2-40B4-BE49-F238E27FC236}">
                <a16:creationId xmlns:a16="http://schemas.microsoft.com/office/drawing/2014/main" id="{B2E6552C-25E5-4A50-BE6E-0CCABD0AB438}"/>
              </a:ext>
            </a:extLst>
          </p:cNvPr>
          <p:cNvSpPr txBox="1"/>
          <p:nvPr/>
        </p:nvSpPr>
        <p:spPr>
          <a:xfrm>
            <a:off x="4250326" y="1269642"/>
            <a:ext cx="3160305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6000" b="1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88,97</a:t>
            </a:r>
            <a:endParaRPr lang="pt-BR" sz="6000" b="1" dirty="0">
              <a:solidFill>
                <a:schemeClr val="tx1">
                  <a:lumMod val="50000"/>
                  <a:lumOff val="50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9" name="CaixaDeTexto 58">
            <a:extLst>
              <a:ext uri="{FF2B5EF4-FFF2-40B4-BE49-F238E27FC236}">
                <a16:creationId xmlns:a16="http://schemas.microsoft.com/office/drawing/2014/main" id="{FFA7B38D-33D4-44A2-A850-4CE694DBF118}"/>
              </a:ext>
            </a:extLst>
          </p:cNvPr>
          <p:cNvSpPr txBox="1"/>
          <p:nvPr/>
        </p:nvSpPr>
        <p:spPr>
          <a:xfrm>
            <a:off x="4501413" y="2187491"/>
            <a:ext cx="265812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0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(Qualidade + Operação)</a:t>
            </a:r>
          </a:p>
        </p:txBody>
      </p:sp>
      <p:sp>
        <p:nvSpPr>
          <p:cNvPr id="43" name="Google Shape;2081;p50">
            <a:extLst>
              <a:ext uri="{FF2B5EF4-FFF2-40B4-BE49-F238E27FC236}">
                <a16:creationId xmlns:a16="http://schemas.microsoft.com/office/drawing/2014/main" id="{2FAE6210-2975-4948-B144-3AC5F39539B9}"/>
              </a:ext>
            </a:extLst>
          </p:cNvPr>
          <p:cNvSpPr/>
          <p:nvPr/>
        </p:nvSpPr>
        <p:spPr>
          <a:xfrm>
            <a:off x="717771" y="1090898"/>
            <a:ext cx="179751" cy="284697"/>
          </a:xfrm>
          <a:custGeom>
            <a:avLst/>
            <a:gdLst/>
            <a:ahLst/>
            <a:cxnLst/>
            <a:rect l="l" t="t" r="r" b="b"/>
            <a:pathLst>
              <a:path w="7240" h="11467" extrusionOk="0">
                <a:moveTo>
                  <a:pt x="1048" y="346"/>
                </a:moveTo>
                <a:cubicBezTo>
                  <a:pt x="1156" y="346"/>
                  <a:pt x="1239" y="441"/>
                  <a:pt x="1239" y="537"/>
                </a:cubicBezTo>
                <a:cubicBezTo>
                  <a:pt x="1239" y="644"/>
                  <a:pt x="1156" y="727"/>
                  <a:pt x="1048" y="727"/>
                </a:cubicBezTo>
                <a:cubicBezTo>
                  <a:pt x="941" y="727"/>
                  <a:pt x="858" y="644"/>
                  <a:pt x="858" y="537"/>
                </a:cubicBezTo>
                <a:cubicBezTo>
                  <a:pt x="858" y="429"/>
                  <a:pt x="941" y="346"/>
                  <a:pt x="1048" y="346"/>
                </a:cubicBezTo>
                <a:close/>
                <a:moveTo>
                  <a:pt x="3549" y="1203"/>
                </a:moveTo>
                <a:lnTo>
                  <a:pt x="3906" y="1453"/>
                </a:lnTo>
                <a:lnTo>
                  <a:pt x="3549" y="1453"/>
                </a:lnTo>
                <a:lnTo>
                  <a:pt x="3549" y="1203"/>
                </a:lnTo>
                <a:close/>
                <a:moveTo>
                  <a:pt x="6883" y="1060"/>
                </a:moveTo>
                <a:lnTo>
                  <a:pt x="6883" y="1072"/>
                </a:lnTo>
                <a:lnTo>
                  <a:pt x="6097" y="2799"/>
                </a:lnTo>
                <a:cubicBezTo>
                  <a:pt x="6085" y="2846"/>
                  <a:pt x="6085" y="2894"/>
                  <a:pt x="6097" y="2942"/>
                </a:cubicBezTo>
                <a:lnTo>
                  <a:pt x="6883" y="4680"/>
                </a:lnTo>
                <a:lnTo>
                  <a:pt x="4620" y="4680"/>
                </a:lnTo>
                <a:lnTo>
                  <a:pt x="4620" y="1608"/>
                </a:lnTo>
                <a:cubicBezTo>
                  <a:pt x="4620" y="1549"/>
                  <a:pt x="4597" y="1501"/>
                  <a:pt x="4549" y="1477"/>
                </a:cubicBezTo>
                <a:lnTo>
                  <a:pt x="3942" y="1060"/>
                </a:lnTo>
                <a:close/>
                <a:moveTo>
                  <a:pt x="6883" y="4680"/>
                </a:moveTo>
                <a:cubicBezTo>
                  <a:pt x="6883" y="4686"/>
                  <a:pt x="6880" y="4689"/>
                  <a:pt x="6878" y="4689"/>
                </a:cubicBezTo>
                <a:cubicBezTo>
                  <a:pt x="6877" y="4689"/>
                  <a:pt x="6877" y="4686"/>
                  <a:pt x="6883" y="4680"/>
                </a:cubicBezTo>
                <a:close/>
                <a:moveTo>
                  <a:pt x="4299" y="1787"/>
                </a:moveTo>
                <a:lnTo>
                  <a:pt x="4299" y="5394"/>
                </a:lnTo>
                <a:lnTo>
                  <a:pt x="1941" y="5406"/>
                </a:lnTo>
                <a:lnTo>
                  <a:pt x="1941" y="2692"/>
                </a:lnTo>
                <a:cubicBezTo>
                  <a:pt x="1941" y="2608"/>
                  <a:pt x="1870" y="2537"/>
                  <a:pt x="1787" y="2537"/>
                </a:cubicBezTo>
                <a:cubicBezTo>
                  <a:pt x="1691" y="2537"/>
                  <a:pt x="1620" y="2608"/>
                  <a:pt x="1620" y="2692"/>
                </a:cubicBezTo>
                <a:lnTo>
                  <a:pt x="1620" y="5406"/>
                </a:lnTo>
                <a:lnTo>
                  <a:pt x="1227" y="5406"/>
                </a:lnTo>
                <a:lnTo>
                  <a:pt x="1227" y="1787"/>
                </a:lnTo>
                <a:lnTo>
                  <a:pt x="1620" y="1787"/>
                </a:lnTo>
                <a:lnTo>
                  <a:pt x="1620" y="1989"/>
                </a:lnTo>
                <a:cubicBezTo>
                  <a:pt x="1620" y="2072"/>
                  <a:pt x="1691" y="2144"/>
                  <a:pt x="1787" y="2144"/>
                </a:cubicBezTo>
                <a:cubicBezTo>
                  <a:pt x="1870" y="2144"/>
                  <a:pt x="1941" y="2072"/>
                  <a:pt x="1941" y="1989"/>
                </a:cubicBezTo>
                <a:lnTo>
                  <a:pt x="1941" y="1787"/>
                </a:lnTo>
                <a:close/>
                <a:moveTo>
                  <a:pt x="1584" y="10764"/>
                </a:moveTo>
                <a:cubicBezTo>
                  <a:pt x="1691" y="10764"/>
                  <a:pt x="1787" y="10859"/>
                  <a:pt x="1787" y="10954"/>
                </a:cubicBezTo>
                <a:lnTo>
                  <a:pt x="1787" y="11145"/>
                </a:lnTo>
                <a:lnTo>
                  <a:pt x="322" y="11145"/>
                </a:lnTo>
                <a:lnTo>
                  <a:pt x="322" y="10954"/>
                </a:lnTo>
                <a:cubicBezTo>
                  <a:pt x="322" y="10847"/>
                  <a:pt x="417" y="10764"/>
                  <a:pt x="513" y="10764"/>
                </a:cubicBezTo>
                <a:close/>
                <a:moveTo>
                  <a:pt x="1048" y="1"/>
                </a:moveTo>
                <a:cubicBezTo>
                  <a:pt x="775" y="1"/>
                  <a:pt x="536" y="239"/>
                  <a:pt x="536" y="525"/>
                </a:cubicBezTo>
                <a:cubicBezTo>
                  <a:pt x="536" y="763"/>
                  <a:pt x="679" y="953"/>
                  <a:pt x="894" y="1037"/>
                </a:cubicBezTo>
                <a:lnTo>
                  <a:pt x="894" y="10419"/>
                </a:lnTo>
                <a:lnTo>
                  <a:pt x="513" y="10419"/>
                </a:lnTo>
                <a:cubicBezTo>
                  <a:pt x="215" y="10419"/>
                  <a:pt x="1" y="10657"/>
                  <a:pt x="1" y="10943"/>
                </a:cubicBezTo>
                <a:lnTo>
                  <a:pt x="1" y="11300"/>
                </a:lnTo>
                <a:cubicBezTo>
                  <a:pt x="1" y="11395"/>
                  <a:pt x="72" y="11466"/>
                  <a:pt x="155" y="11466"/>
                </a:cubicBezTo>
                <a:lnTo>
                  <a:pt x="1965" y="11466"/>
                </a:lnTo>
                <a:cubicBezTo>
                  <a:pt x="2049" y="11466"/>
                  <a:pt x="2120" y="11395"/>
                  <a:pt x="2120" y="11300"/>
                </a:cubicBezTo>
                <a:lnTo>
                  <a:pt x="2120" y="10943"/>
                </a:lnTo>
                <a:cubicBezTo>
                  <a:pt x="2120" y="10645"/>
                  <a:pt x="1882" y="10419"/>
                  <a:pt x="1608" y="10419"/>
                </a:cubicBezTo>
                <a:lnTo>
                  <a:pt x="1227" y="10419"/>
                </a:lnTo>
                <a:lnTo>
                  <a:pt x="1227" y="5740"/>
                </a:lnTo>
                <a:lnTo>
                  <a:pt x="4299" y="5740"/>
                </a:lnTo>
                <a:cubicBezTo>
                  <a:pt x="4489" y="5740"/>
                  <a:pt x="4632" y="5585"/>
                  <a:pt x="4632" y="5394"/>
                </a:cubicBezTo>
                <a:lnTo>
                  <a:pt x="4632" y="5025"/>
                </a:lnTo>
                <a:lnTo>
                  <a:pt x="6883" y="5025"/>
                </a:lnTo>
                <a:cubicBezTo>
                  <a:pt x="7002" y="5025"/>
                  <a:pt x="7109" y="4966"/>
                  <a:pt x="7180" y="4859"/>
                </a:cubicBezTo>
                <a:cubicBezTo>
                  <a:pt x="7228" y="4763"/>
                  <a:pt x="7240" y="4632"/>
                  <a:pt x="7180" y="4525"/>
                </a:cubicBezTo>
                <a:lnTo>
                  <a:pt x="6442" y="2882"/>
                </a:lnTo>
                <a:lnTo>
                  <a:pt x="7180" y="1227"/>
                </a:lnTo>
                <a:cubicBezTo>
                  <a:pt x="7228" y="1120"/>
                  <a:pt x="7228" y="989"/>
                  <a:pt x="7156" y="894"/>
                </a:cubicBezTo>
                <a:cubicBezTo>
                  <a:pt x="7097" y="787"/>
                  <a:pt x="6978" y="727"/>
                  <a:pt x="6859" y="727"/>
                </a:cubicBezTo>
                <a:lnTo>
                  <a:pt x="3358" y="727"/>
                </a:lnTo>
                <a:cubicBezTo>
                  <a:pt x="3275" y="727"/>
                  <a:pt x="3192" y="810"/>
                  <a:pt x="3192" y="894"/>
                </a:cubicBezTo>
                <a:lnTo>
                  <a:pt x="3192" y="1453"/>
                </a:lnTo>
                <a:lnTo>
                  <a:pt x="1215" y="1453"/>
                </a:lnTo>
                <a:lnTo>
                  <a:pt x="1215" y="1037"/>
                </a:lnTo>
                <a:cubicBezTo>
                  <a:pt x="1429" y="953"/>
                  <a:pt x="1572" y="763"/>
                  <a:pt x="1572" y="525"/>
                </a:cubicBezTo>
                <a:cubicBezTo>
                  <a:pt x="1572" y="227"/>
                  <a:pt x="1334" y="1"/>
                  <a:pt x="1048" y="1"/>
                </a:cubicBezTo>
                <a:close/>
              </a:path>
            </a:pathLst>
          </a:cu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60" name="Google Shape;2561;p51">
            <a:extLst>
              <a:ext uri="{FF2B5EF4-FFF2-40B4-BE49-F238E27FC236}">
                <a16:creationId xmlns:a16="http://schemas.microsoft.com/office/drawing/2014/main" id="{FA05CF1A-469F-455B-BEDE-0FEB762402FB}"/>
              </a:ext>
            </a:extLst>
          </p:cNvPr>
          <p:cNvGrpSpPr/>
          <p:nvPr/>
        </p:nvGrpSpPr>
        <p:grpSpPr>
          <a:xfrm>
            <a:off x="4567373" y="1161052"/>
            <a:ext cx="230870" cy="230118"/>
            <a:chOff x="852385" y="1510916"/>
            <a:chExt cx="353145" cy="351998"/>
          </a:xfrm>
          <a:solidFill>
            <a:schemeClr val="tx1">
              <a:lumMod val="85000"/>
              <a:lumOff val="15000"/>
            </a:schemeClr>
          </a:solidFill>
        </p:grpSpPr>
        <p:sp>
          <p:nvSpPr>
            <p:cNvPr id="63" name="Google Shape;2562;p51">
              <a:extLst>
                <a:ext uri="{FF2B5EF4-FFF2-40B4-BE49-F238E27FC236}">
                  <a16:creationId xmlns:a16="http://schemas.microsoft.com/office/drawing/2014/main" id="{B8E3C87E-7523-4330-9AC2-B6D3C7D4141E}"/>
                </a:ext>
              </a:extLst>
            </p:cNvPr>
            <p:cNvSpPr/>
            <p:nvPr/>
          </p:nvSpPr>
          <p:spPr>
            <a:xfrm>
              <a:off x="852385" y="1510916"/>
              <a:ext cx="353145" cy="187785"/>
            </a:xfrm>
            <a:custGeom>
              <a:avLst/>
              <a:gdLst/>
              <a:ahLst/>
              <a:cxnLst/>
              <a:rect l="l" t="t" r="r" b="b"/>
              <a:pathLst>
                <a:path w="11086" h="5895" extrusionOk="0">
                  <a:moveTo>
                    <a:pt x="6145" y="334"/>
                  </a:moveTo>
                  <a:lnTo>
                    <a:pt x="6145" y="703"/>
                  </a:lnTo>
                  <a:lnTo>
                    <a:pt x="4942" y="703"/>
                  </a:lnTo>
                  <a:lnTo>
                    <a:pt x="4942" y="334"/>
                  </a:lnTo>
                  <a:close/>
                  <a:moveTo>
                    <a:pt x="10764" y="1025"/>
                  </a:moveTo>
                  <a:lnTo>
                    <a:pt x="10764" y="1596"/>
                  </a:lnTo>
                  <a:lnTo>
                    <a:pt x="346" y="1596"/>
                  </a:lnTo>
                  <a:lnTo>
                    <a:pt x="346" y="1025"/>
                  </a:lnTo>
                  <a:close/>
                  <a:moveTo>
                    <a:pt x="4775" y="1"/>
                  </a:moveTo>
                  <a:cubicBezTo>
                    <a:pt x="4692" y="1"/>
                    <a:pt x="4621" y="84"/>
                    <a:pt x="4621" y="167"/>
                  </a:cubicBezTo>
                  <a:lnTo>
                    <a:pt x="4621" y="703"/>
                  </a:lnTo>
                  <a:lnTo>
                    <a:pt x="168" y="703"/>
                  </a:lnTo>
                  <a:cubicBezTo>
                    <a:pt x="72" y="703"/>
                    <a:pt x="1" y="775"/>
                    <a:pt x="1" y="870"/>
                  </a:cubicBezTo>
                  <a:lnTo>
                    <a:pt x="1" y="1751"/>
                  </a:lnTo>
                  <a:cubicBezTo>
                    <a:pt x="1" y="1834"/>
                    <a:pt x="72" y="1906"/>
                    <a:pt x="168" y="1906"/>
                  </a:cubicBezTo>
                  <a:lnTo>
                    <a:pt x="656" y="1906"/>
                  </a:lnTo>
                  <a:lnTo>
                    <a:pt x="656" y="2620"/>
                  </a:lnTo>
                  <a:cubicBezTo>
                    <a:pt x="656" y="2715"/>
                    <a:pt x="727" y="2787"/>
                    <a:pt x="822" y="2787"/>
                  </a:cubicBezTo>
                  <a:cubicBezTo>
                    <a:pt x="906" y="2787"/>
                    <a:pt x="989" y="2715"/>
                    <a:pt x="989" y="2620"/>
                  </a:cubicBezTo>
                  <a:lnTo>
                    <a:pt x="989" y="1906"/>
                  </a:lnTo>
                  <a:lnTo>
                    <a:pt x="10109" y="1906"/>
                  </a:lnTo>
                  <a:lnTo>
                    <a:pt x="10109" y="5740"/>
                  </a:lnTo>
                  <a:cubicBezTo>
                    <a:pt x="10109" y="5823"/>
                    <a:pt x="10181" y="5894"/>
                    <a:pt x="10276" y="5894"/>
                  </a:cubicBezTo>
                  <a:cubicBezTo>
                    <a:pt x="10359" y="5894"/>
                    <a:pt x="10431" y="5823"/>
                    <a:pt x="10431" y="5740"/>
                  </a:cubicBezTo>
                  <a:lnTo>
                    <a:pt x="10431" y="1918"/>
                  </a:lnTo>
                  <a:lnTo>
                    <a:pt x="10931" y="1918"/>
                  </a:lnTo>
                  <a:cubicBezTo>
                    <a:pt x="11014" y="1918"/>
                    <a:pt x="11086" y="1846"/>
                    <a:pt x="11086" y="1763"/>
                  </a:cubicBezTo>
                  <a:lnTo>
                    <a:pt x="11086" y="882"/>
                  </a:lnTo>
                  <a:cubicBezTo>
                    <a:pt x="11086" y="775"/>
                    <a:pt x="11014" y="703"/>
                    <a:pt x="10931" y="703"/>
                  </a:cubicBezTo>
                  <a:lnTo>
                    <a:pt x="6478" y="703"/>
                  </a:lnTo>
                  <a:lnTo>
                    <a:pt x="6478" y="167"/>
                  </a:lnTo>
                  <a:cubicBezTo>
                    <a:pt x="6478" y="84"/>
                    <a:pt x="6406" y="1"/>
                    <a:pt x="6311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" name="Google Shape;2563;p51">
              <a:extLst>
                <a:ext uri="{FF2B5EF4-FFF2-40B4-BE49-F238E27FC236}">
                  <a16:creationId xmlns:a16="http://schemas.microsoft.com/office/drawing/2014/main" id="{1919F32F-8FE3-4E2C-B0FC-28AAAB49DEF6}"/>
                </a:ext>
              </a:extLst>
            </p:cNvPr>
            <p:cNvSpPr/>
            <p:nvPr/>
          </p:nvSpPr>
          <p:spPr>
            <a:xfrm>
              <a:off x="852385" y="1609921"/>
              <a:ext cx="353145" cy="252992"/>
            </a:xfrm>
            <a:custGeom>
              <a:avLst/>
              <a:gdLst/>
              <a:ahLst/>
              <a:cxnLst/>
              <a:rect l="l" t="t" r="r" b="b"/>
              <a:pathLst>
                <a:path w="11086" h="7942" extrusionOk="0">
                  <a:moveTo>
                    <a:pt x="10764" y="4382"/>
                  </a:moveTo>
                  <a:lnTo>
                    <a:pt x="10764" y="4953"/>
                  </a:lnTo>
                  <a:lnTo>
                    <a:pt x="346" y="4953"/>
                  </a:lnTo>
                  <a:lnTo>
                    <a:pt x="346" y="4382"/>
                  </a:lnTo>
                  <a:close/>
                  <a:moveTo>
                    <a:pt x="6406" y="5275"/>
                  </a:moveTo>
                  <a:lnTo>
                    <a:pt x="6895" y="6168"/>
                  </a:lnTo>
                  <a:lnTo>
                    <a:pt x="4228" y="6168"/>
                  </a:lnTo>
                  <a:lnTo>
                    <a:pt x="4716" y="5275"/>
                  </a:lnTo>
                  <a:close/>
                  <a:moveTo>
                    <a:pt x="4335" y="5275"/>
                  </a:moveTo>
                  <a:lnTo>
                    <a:pt x="3049" y="7608"/>
                  </a:lnTo>
                  <a:lnTo>
                    <a:pt x="2573" y="7608"/>
                  </a:lnTo>
                  <a:lnTo>
                    <a:pt x="3859" y="5275"/>
                  </a:lnTo>
                  <a:close/>
                  <a:moveTo>
                    <a:pt x="7240" y="5275"/>
                  </a:moveTo>
                  <a:lnTo>
                    <a:pt x="8514" y="7608"/>
                  </a:lnTo>
                  <a:lnTo>
                    <a:pt x="8038" y="7608"/>
                  </a:lnTo>
                  <a:lnTo>
                    <a:pt x="6764" y="5275"/>
                  </a:lnTo>
                  <a:close/>
                  <a:moveTo>
                    <a:pt x="822" y="0"/>
                  </a:moveTo>
                  <a:cubicBezTo>
                    <a:pt x="727" y="0"/>
                    <a:pt x="656" y="84"/>
                    <a:pt x="656" y="167"/>
                  </a:cubicBezTo>
                  <a:lnTo>
                    <a:pt x="656" y="4072"/>
                  </a:lnTo>
                  <a:lnTo>
                    <a:pt x="168" y="4072"/>
                  </a:lnTo>
                  <a:cubicBezTo>
                    <a:pt x="72" y="4072"/>
                    <a:pt x="1" y="4144"/>
                    <a:pt x="1" y="4239"/>
                  </a:cubicBezTo>
                  <a:lnTo>
                    <a:pt x="1" y="5108"/>
                  </a:lnTo>
                  <a:cubicBezTo>
                    <a:pt x="1" y="5203"/>
                    <a:pt x="72" y="5275"/>
                    <a:pt x="168" y="5275"/>
                  </a:cubicBezTo>
                  <a:lnTo>
                    <a:pt x="3489" y="5275"/>
                  </a:lnTo>
                  <a:lnTo>
                    <a:pt x="2144" y="7704"/>
                  </a:lnTo>
                  <a:cubicBezTo>
                    <a:pt x="2120" y="7751"/>
                    <a:pt x="2120" y="7811"/>
                    <a:pt x="2144" y="7870"/>
                  </a:cubicBezTo>
                  <a:cubicBezTo>
                    <a:pt x="2180" y="7906"/>
                    <a:pt x="2239" y="7942"/>
                    <a:pt x="2275" y="7942"/>
                  </a:cubicBezTo>
                  <a:lnTo>
                    <a:pt x="3132" y="7942"/>
                  </a:lnTo>
                  <a:cubicBezTo>
                    <a:pt x="3192" y="7942"/>
                    <a:pt x="3251" y="7906"/>
                    <a:pt x="3275" y="7846"/>
                  </a:cubicBezTo>
                  <a:lnTo>
                    <a:pt x="3644" y="7168"/>
                  </a:lnTo>
                  <a:lnTo>
                    <a:pt x="4644" y="7168"/>
                  </a:lnTo>
                  <a:cubicBezTo>
                    <a:pt x="4728" y="7168"/>
                    <a:pt x="4811" y="7096"/>
                    <a:pt x="4811" y="7001"/>
                  </a:cubicBezTo>
                  <a:cubicBezTo>
                    <a:pt x="4811" y="6906"/>
                    <a:pt x="4728" y="6834"/>
                    <a:pt x="4644" y="6834"/>
                  </a:cubicBezTo>
                  <a:lnTo>
                    <a:pt x="3823" y="6834"/>
                  </a:lnTo>
                  <a:lnTo>
                    <a:pt x="4037" y="6465"/>
                  </a:lnTo>
                  <a:lnTo>
                    <a:pt x="7061" y="6465"/>
                  </a:lnTo>
                  <a:lnTo>
                    <a:pt x="7252" y="6834"/>
                  </a:lnTo>
                  <a:lnTo>
                    <a:pt x="5299" y="6834"/>
                  </a:lnTo>
                  <a:cubicBezTo>
                    <a:pt x="5216" y="6834"/>
                    <a:pt x="5133" y="6906"/>
                    <a:pt x="5133" y="7001"/>
                  </a:cubicBezTo>
                  <a:cubicBezTo>
                    <a:pt x="5133" y="7096"/>
                    <a:pt x="5216" y="7168"/>
                    <a:pt x="5299" y="7168"/>
                  </a:cubicBezTo>
                  <a:lnTo>
                    <a:pt x="7430" y="7168"/>
                  </a:lnTo>
                  <a:lnTo>
                    <a:pt x="7800" y="7846"/>
                  </a:lnTo>
                  <a:cubicBezTo>
                    <a:pt x="7835" y="7894"/>
                    <a:pt x="7895" y="7942"/>
                    <a:pt x="7954" y="7942"/>
                  </a:cubicBezTo>
                  <a:lnTo>
                    <a:pt x="8800" y="7942"/>
                  </a:lnTo>
                  <a:cubicBezTo>
                    <a:pt x="8859" y="7942"/>
                    <a:pt x="8907" y="7906"/>
                    <a:pt x="8931" y="7870"/>
                  </a:cubicBezTo>
                  <a:cubicBezTo>
                    <a:pt x="8966" y="7823"/>
                    <a:pt x="8966" y="7763"/>
                    <a:pt x="8931" y="7704"/>
                  </a:cubicBezTo>
                  <a:lnTo>
                    <a:pt x="7597" y="5275"/>
                  </a:lnTo>
                  <a:lnTo>
                    <a:pt x="10931" y="5275"/>
                  </a:lnTo>
                  <a:cubicBezTo>
                    <a:pt x="11014" y="5275"/>
                    <a:pt x="11086" y="5203"/>
                    <a:pt x="11086" y="5108"/>
                  </a:cubicBezTo>
                  <a:lnTo>
                    <a:pt x="11086" y="4239"/>
                  </a:lnTo>
                  <a:cubicBezTo>
                    <a:pt x="11086" y="4144"/>
                    <a:pt x="11014" y="4072"/>
                    <a:pt x="10931" y="4072"/>
                  </a:cubicBezTo>
                  <a:lnTo>
                    <a:pt x="10431" y="4072"/>
                  </a:lnTo>
                  <a:lnTo>
                    <a:pt x="10431" y="3263"/>
                  </a:lnTo>
                  <a:cubicBezTo>
                    <a:pt x="10431" y="3179"/>
                    <a:pt x="10359" y="3108"/>
                    <a:pt x="10276" y="3108"/>
                  </a:cubicBezTo>
                  <a:cubicBezTo>
                    <a:pt x="10181" y="3108"/>
                    <a:pt x="10109" y="3179"/>
                    <a:pt x="10109" y="3263"/>
                  </a:cubicBezTo>
                  <a:lnTo>
                    <a:pt x="10109" y="4072"/>
                  </a:lnTo>
                  <a:lnTo>
                    <a:pt x="989" y="4072"/>
                  </a:lnTo>
                  <a:lnTo>
                    <a:pt x="989" y="167"/>
                  </a:lnTo>
                  <a:cubicBezTo>
                    <a:pt x="989" y="84"/>
                    <a:pt x="906" y="0"/>
                    <a:pt x="822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" name="Google Shape;2564;p51">
              <a:extLst>
                <a:ext uri="{FF2B5EF4-FFF2-40B4-BE49-F238E27FC236}">
                  <a16:creationId xmlns:a16="http://schemas.microsoft.com/office/drawing/2014/main" id="{CA4BE8FC-BFBD-4665-AB35-B56061B229F9}"/>
                </a:ext>
              </a:extLst>
            </p:cNvPr>
            <p:cNvSpPr/>
            <p:nvPr/>
          </p:nvSpPr>
          <p:spPr>
            <a:xfrm>
              <a:off x="928264" y="1584501"/>
              <a:ext cx="198775" cy="140735"/>
            </a:xfrm>
            <a:custGeom>
              <a:avLst/>
              <a:gdLst/>
              <a:ahLst/>
              <a:cxnLst/>
              <a:rect l="l" t="t" r="r" b="b"/>
              <a:pathLst>
                <a:path w="6240" h="4418" extrusionOk="0">
                  <a:moveTo>
                    <a:pt x="5608" y="322"/>
                  </a:moveTo>
                  <a:cubicBezTo>
                    <a:pt x="5787" y="322"/>
                    <a:pt x="5929" y="465"/>
                    <a:pt x="5929" y="643"/>
                  </a:cubicBezTo>
                  <a:cubicBezTo>
                    <a:pt x="5929" y="798"/>
                    <a:pt x="5775" y="953"/>
                    <a:pt x="5608" y="953"/>
                  </a:cubicBezTo>
                  <a:cubicBezTo>
                    <a:pt x="5453" y="953"/>
                    <a:pt x="5298" y="822"/>
                    <a:pt x="5298" y="643"/>
                  </a:cubicBezTo>
                  <a:cubicBezTo>
                    <a:pt x="5298" y="477"/>
                    <a:pt x="5429" y="322"/>
                    <a:pt x="5608" y="322"/>
                  </a:cubicBezTo>
                  <a:close/>
                  <a:moveTo>
                    <a:pt x="2131" y="1334"/>
                  </a:moveTo>
                  <a:cubicBezTo>
                    <a:pt x="2310" y="1334"/>
                    <a:pt x="2441" y="1477"/>
                    <a:pt x="2441" y="1656"/>
                  </a:cubicBezTo>
                  <a:cubicBezTo>
                    <a:pt x="2441" y="1834"/>
                    <a:pt x="2310" y="1965"/>
                    <a:pt x="2131" y="1965"/>
                  </a:cubicBezTo>
                  <a:cubicBezTo>
                    <a:pt x="1965" y="1965"/>
                    <a:pt x="1822" y="1834"/>
                    <a:pt x="1822" y="1656"/>
                  </a:cubicBezTo>
                  <a:cubicBezTo>
                    <a:pt x="1822" y="1489"/>
                    <a:pt x="1953" y="1334"/>
                    <a:pt x="2131" y="1334"/>
                  </a:cubicBezTo>
                  <a:close/>
                  <a:moveTo>
                    <a:pt x="4036" y="2429"/>
                  </a:moveTo>
                  <a:cubicBezTo>
                    <a:pt x="4215" y="2429"/>
                    <a:pt x="4346" y="2560"/>
                    <a:pt x="4346" y="2739"/>
                  </a:cubicBezTo>
                  <a:cubicBezTo>
                    <a:pt x="4346" y="2918"/>
                    <a:pt x="4203" y="3049"/>
                    <a:pt x="4036" y="3049"/>
                  </a:cubicBezTo>
                  <a:cubicBezTo>
                    <a:pt x="3870" y="3049"/>
                    <a:pt x="3727" y="2918"/>
                    <a:pt x="3727" y="2739"/>
                  </a:cubicBezTo>
                  <a:cubicBezTo>
                    <a:pt x="3727" y="2572"/>
                    <a:pt x="3858" y="2429"/>
                    <a:pt x="4036" y="2429"/>
                  </a:cubicBezTo>
                  <a:close/>
                  <a:moveTo>
                    <a:pt x="595" y="3501"/>
                  </a:moveTo>
                  <a:cubicBezTo>
                    <a:pt x="774" y="3501"/>
                    <a:pt x="905" y="3632"/>
                    <a:pt x="905" y="3811"/>
                  </a:cubicBezTo>
                  <a:cubicBezTo>
                    <a:pt x="905" y="3989"/>
                    <a:pt x="762" y="4120"/>
                    <a:pt x="595" y="4120"/>
                  </a:cubicBezTo>
                  <a:cubicBezTo>
                    <a:pt x="429" y="4120"/>
                    <a:pt x="286" y="3989"/>
                    <a:pt x="286" y="3811"/>
                  </a:cubicBezTo>
                  <a:cubicBezTo>
                    <a:pt x="286" y="3644"/>
                    <a:pt x="417" y="3501"/>
                    <a:pt x="595" y="3501"/>
                  </a:cubicBezTo>
                  <a:close/>
                  <a:moveTo>
                    <a:pt x="5608" y="1"/>
                  </a:moveTo>
                  <a:cubicBezTo>
                    <a:pt x="5275" y="1"/>
                    <a:pt x="4989" y="286"/>
                    <a:pt x="4989" y="632"/>
                  </a:cubicBezTo>
                  <a:cubicBezTo>
                    <a:pt x="4989" y="786"/>
                    <a:pt x="5048" y="941"/>
                    <a:pt x="5156" y="1048"/>
                  </a:cubicBezTo>
                  <a:lnTo>
                    <a:pt x="4239" y="2132"/>
                  </a:lnTo>
                  <a:cubicBezTo>
                    <a:pt x="4179" y="2120"/>
                    <a:pt x="4108" y="2096"/>
                    <a:pt x="4048" y="2096"/>
                  </a:cubicBezTo>
                  <a:cubicBezTo>
                    <a:pt x="3858" y="2096"/>
                    <a:pt x="3679" y="2191"/>
                    <a:pt x="3560" y="2334"/>
                  </a:cubicBezTo>
                  <a:lnTo>
                    <a:pt x="2739" y="1882"/>
                  </a:lnTo>
                  <a:cubicBezTo>
                    <a:pt x="2774" y="1798"/>
                    <a:pt x="2786" y="1727"/>
                    <a:pt x="2786" y="1656"/>
                  </a:cubicBezTo>
                  <a:cubicBezTo>
                    <a:pt x="2786" y="1310"/>
                    <a:pt x="2500" y="1024"/>
                    <a:pt x="2155" y="1024"/>
                  </a:cubicBezTo>
                  <a:cubicBezTo>
                    <a:pt x="1822" y="1024"/>
                    <a:pt x="1536" y="1310"/>
                    <a:pt x="1536" y="1656"/>
                  </a:cubicBezTo>
                  <a:cubicBezTo>
                    <a:pt x="1536" y="1822"/>
                    <a:pt x="1596" y="1953"/>
                    <a:pt x="1703" y="2072"/>
                  </a:cubicBezTo>
                  <a:lnTo>
                    <a:pt x="834" y="3203"/>
                  </a:lnTo>
                  <a:cubicBezTo>
                    <a:pt x="774" y="3191"/>
                    <a:pt x="703" y="3168"/>
                    <a:pt x="631" y="3168"/>
                  </a:cubicBezTo>
                  <a:cubicBezTo>
                    <a:pt x="286" y="3168"/>
                    <a:pt x="0" y="3453"/>
                    <a:pt x="0" y="3799"/>
                  </a:cubicBezTo>
                  <a:cubicBezTo>
                    <a:pt x="0" y="4144"/>
                    <a:pt x="286" y="4418"/>
                    <a:pt x="631" y="4418"/>
                  </a:cubicBezTo>
                  <a:cubicBezTo>
                    <a:pt x="965" y="4418"/>
                    <a:pt x="1250" y="4144"/>
                    <a:pt x="1250" y="3799"/>
                  </a:cubicBezTo>
                  <a:cubicBezTo>
                    <a:pt x="1250" y="3632"/>
                    <a:pt x="1191" y="3501"/>
                    <a:pt x="1084" y="3382"/>
                  </a:cubicBezTo>
                  <a:lnTo>
                    <a:pt x="1953" y="2251"/>
                  </a:lnTo>
                  <a:cubicBezTo>
                    <a:pt x="2012" y="2263"/>
                    <a:pt x="2084" y="2275"/>
                    <a:pt x="2155" y="2275"/>
                  </a:cubicBezTo>
                  <a:cubicBezTo>
                    <a:pt x="2310" y="2275"/>
                    <a:pt x="2441" y="2215"/>
                    <a:pt x="2560" y="2144"/>
                  </a:cubicBezTo>
                  <a:lnTo>
                    <a:pt x="3441" y="2632"/>
                  </a:lnTo>
                  <a:cubicBezTo>
                    <a:pt x="3441" y="2668"/>
                    <a:pt x="3429" y="2691"/>
                    <a:pt x="3429" y="2739"/>
                  </a:cubicBezTo>
                  <a:cubicBezTo>
                    <a:pt x="3429" y="3084"/>
                    <a:pt x="3703" y="3370"/>
                    <a:pt x="4048" y="3370"/>
                  </a:cubicBezTo>
                  <a:cubicBezTo>
                    <a:pt x="4394" y="3370"/>
                    <a:pt x="4679" y="3084"/>
                    <a:pt x="4679" y="2739"/>
                  </a:cubicBezTo>
                  <a:cubicBezTo>
                    <a:pt x="4679" y="2572"/>
                    <a:pt x="4620" y="2429"/>
                    <a:pt x="4513" y="2322"/>
                  </a:cubicBezTo>
                  <a:lnTo>
                    <a:pt x="5418" y="1239"/>
                  </a:lnTo>
                  <a:cubicBezTo>
                    <a:pt x="5477" y="1251"/>
                    <a:pt x="5548" y="1263"/>
                    <a:pt x="5608" y="1263"/>
                  </a:cubicBezTo>
                  <a:cubicBezTo>
                    <a:pt x="5953" y="1263"/>
                    <a:pt x="6239" y="989"/>
                    <a:pt x="6239" y="643"/>
                  </a:cubicBezTo>
                  <a:cubicBezTo>
                    <a:pt x="6239" y="286"/>
                    <a:pt x="5953" y="1"/>
                    <a:pt x="5608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66" name="Google Shape;3637;p53">
            <a:extLst>
              <a:ext uri="{FF2B5EF4-FFF2-40B4-BE49-F238E27FC236}">
                <a16:creationId xmlns:a16="http://schemas.microsoft.com/office/drawing/2014/main" id="{4AD75BB9-FA08-4795-8951-1D6FAE49B1F3}"/>
              </a:ext>
            </a:extLst>
          </p:cNvPr>
          <p:cNvGrpSpPr/>
          <p:nvPr/>
        </p:nvGrpSpPr>
        <p:grpSpPr>
          <a:xfrm>
            <a:off x="8649695" y="1169935"/>
            <a:ext cx="286642" cy="288164"/>
            <a:chOff x="7098912" y="1969392"/>
            <a:chExt cx="359651" cy="361560"/>
          </a:xfrm>
          <a:solidFill>
            <a:schemeClr val="tx1">
              <a:lumMod val="85000"/>
              <a:lumOff val="15000"/>
            </a:schemeClr>
          </a:solidFill>
        </p:grpSpPr>
        <p:sp>
          <p:nvSpPr>
            <p:cNvPr id="67" name="Google Shape;3638;p53">
              <a:extLst>
                <a:ext uri="{FF2B5EF4-FFF2-40B4-BE49-F238E27FC236}">
                  <a16:creationId xmlns:a16="http://schemas.microsoft.com/office/drawing/2014/main" id="{720044B5-7EC5-459E-A6AE-048C2133F775}"/>
                </a:ext>
              </a:extLst>
            </p:cNvPr>
            <p:cNvSpPr/>
            <p:nvPr/>
          </p:nvSpPr>
          <p:spPr>
            <a:xfrm>
              <a:off x="7098912" y="2127607"/>
              <a:ext cx="134567" cy="202582"/>
            </a:xfrm>
            <a:custGeom>
              <a:avLst/>
              <a:gdLst/>
              <a:ahLst/>
              <a:cxnLst/>
              <a:rect l="l" t="t" r="r" b="b"/>
              <a:pathLst>
                <a:path w="4228" h="6365" extrusionOk="0">
                  <a:moveTo>
                    <a:pt x="2108" y="331"/>
                  </a:moveTo>
                  <a:cubicBezTo>
                    <a:pt x="2153" y="331"/>
                    <a:pt x="2198" y="334"/>
                    <a:pt x="2239" y="340"/>
                  </a:cubicBezTo>
                  <a:cubicBezTo>
                    <a:pt x="2978" y="399"/>
                    <a:pt x="3537" y="1042"/>
                    <a:pt x="3537" y="1780"/>
                  </a:cubicBezTo>
                  <a:cubicBezTo>
                    <a:pt x="3537" y="2483"/>
                    <a:pt x="3704" y="3138"/>
                    <a:pt x="3847" y="3483"/>
                  </a:cubicBezTo>
                  <a:lnTo>
                    <a:pt x="3847" y="3495"/>
                  </a:lnTo>
                  <a:cubicBezTo>
                    <a:pt x="3656" y="3602"/>
                    <a:pt x="3335" y="3793"/>
                    <a:pt x="2787" y="3912"/>
                  </a:cubicBezTo>
                  <a:lnTo>
                    <a:pt x="2787" y="3864"/>
                  </a:lnTo>
                  <a:lnTo>
                    <a:pt x="2787" y="3531"/>
                  </a:lnTo>
                  <a:cubicBezTo>
                    <a:pt x="3001" y="3412"/>
                    <a:pt x="3180" y="3233"/>
                    <a:pt x="3299" y="3007"/>
                  </a:cubicBezTo>
                  <a:cubicBezTo>
                    <a:pt x="3537" y="2590"/>
                    <a:pt x="3454" y="2066"/>
                    <a:pt x="3108" y="1745"/>
                  </a:cubicBezTo>
                  <a:cubicBezTo>
                    <a:pt x="2870" y="1518"/>
                    <a:pt x="2430" y="1245"/>
                    <a:pt x="1727" y="1245"/>
                  </a:cubicBezTo>
                  <a:cubicBezTo>
                    <a:pt x="1680" y="1245"/>
                    <a:pt x="1632" y="1268"/>
                    <a:pt x="1608" y="1292"/>
                  </a:cubicBezTo>
                  <a:lnTo>
                    <a:pt x="1251" y="1649"/>
                  </a:lnTo>
                  <a:cubicBezTo>
                    <a:pt x="1192" y="1709"/>
                    <a:pt x="1192" y="1816"/>
                    <a:pt x="1251" y="1888"/>
                  </a:cubicBezTo>
                  <a:cubicBezTo>
                    <a:pt x="1281" y="1917"/>
                    <a:pt x="1323" y="1932"/>
                    <a:pt x="1366" y="1932"/>
                  </a:cubicBezTo>
                  <a:cubicBezTo>
                    <a:pt x="1409" y="1932"/>
                    <a:pt x="1454" y="1917"/>
                    <a:pt x="1489" y="1888"/>
                  </a:cubicBezTo>
                  <a:lnTo>
                    <a:pt x="1799" y="1578"/>
                  </a:lnTo>
                  <a:cubicBezTo>
                    <a:pt x="2239" y="1590"/>
                    <a:pt x="2608" y="1721"/>
                    <a:pt x="2882" y="1983"/>
                  </a:cubicBezTo>
                  <a:cubicBezTo>
                    <a:pt x="3120" y="2185"/>
                    <a:pt x="3180" y="2542"/>
                    <a:pt x="3025" y="2828"/>
                  </a:cubicBezTo>
                  <a:cubicBezTo>
                    <a:pt x="2823" y="3173"/>
                    <a:pt x="2466" y="3376"/>
                    <a:pt x="2085" y="3376"/>
                  </a:cubicBezTo>
                  <a:cubicBezTo>
                    <a:pt x="1489" y="3376"/>
                    <a:pt x="1013" y="2900"/>
                    <a:pt x="1013" y="2304"/>
                  </a:cubicBezTo>
                  <a:cubicBezTo>
                    <a:pt x="1013" y="2209"/>
                    <a:pt x="942" y="2138"/>
                    <a:pt x="846" y="2138"/>
                  </a:cubicBezTo>
                  <a:cubicBezTo>
                    <a:pt x="763" y="2138"/>
                    <a:pt x="680" y="2209"/>
                    <a:pt x="680" y="2304"/>
                  </a:cubicBezTo>
                  <a:cubicBezTo>
                    <a:pt x="680" y="2828"/>
                    <a:pt x="965" y="3292"/>
                    <a:pt x="1394" y="3519"/>
                  </a:cubicBezTo>
                  <a:lnTo>
                    <a:pt x="1394" y="3852"/>
                  </a:lnTo>
                  <a:lnTo>
                    <a:pt x="1394" y="3900"/>
                  </a:lnTo>
                  <a:cubicBezTo>
                    <a:pt x="834" y="3781"/>
                    <a:pt x="501" y="3602"/>
                    <a:pt x="370" y="3495"/>
                  </a:cubicBezTo>
                  <a:cubicBezTo>
                    <a:pt x="370" y="3495"/>
                    <a:pt x="358" y="3495"/>
                    <a:pt x="370" y="3483"/>
                  </a:cubicBezTo>
                  <a:cubicBezTo>
                    <a:pt x="525" y="3138"/>
                    <a:pt x="680" y="2483"/>
                    <a:pt x="680" y="1780"/>
                  </a:cubicBezTo>
                  <a:cubicBezTo>
                    <a:pt x="680" y="1042"/>
                    <a:pt x="1251" y="399"/>
                    <a:pt x="1977" y="340"/>
                  </a:cubicBezTo>
                  <a:cubicBezTo>
                    <a:pt x="2019" y="334"/>
                    <a:pt x="2064" y="331"/>
                    <a:pt x="2108" y="331"/>
                  </a:cubicBezTo>
                  <a:close/>
                  <a:moveTo>
                    <a:pt x="2442" y="3662"/>
                  </a:moveTo>
                  <a:lnTo>
                    <a:pt x="2442" y="3852"/>
                  </a:lnTo>
                  <a:cubicBezTo>
                    <a:pt x="2442" y="4043"/>
                    <a:pt x="2549" y="4221"/>
                    <a:pt x="2727" y="4316"/>
                  </a:cubicBezTo>
                  <a:lnTo>
                    <a:pt x="2823" y="4376"/>
                  </a:lnTo>
                  <a:cubicBezTo>
                    <a:pt x="2680" y="4626"/>
                    <a:pt x="2382" y="4793"/>
                    <a:pt x="2073" y="4793"/>
                  </a:cubicBezTo>
                  <a:cubicBezTo>
                    <a:pt x="1751" y="4793"/>
                    <a:pt x="1477" y="4626"/>
                    <a:pt x="1311" y="4376"/>
                  </a:cubicBezTo>
                  <a:lnTo>
                    <a:pt x="1418" y="4316"/>
                  </a:lnTo>
                  <a:cubicBezTo>
                    <a:pt x="1596" y="4221"/>
                    <a:pt x="1692" y="4043"/>
                    <a:pt x="1692" y="3852"/>
                  </a:cubicBezTo>
                  <a:lnTo>
                    <a:pt x="1692" y="3662"/>
                  </a:lnTo>
                  <a:cubicBezTo>
                    <a:pt x="1811" y="3685"/>
                    <a:pt x="1930" y="3709"/>
                    <a:pt x="2073" y="3709"/>
                  </a:cubicBezTo>
                  <a:cubicBezTo>
                    <a:pt x="2192" y="3709"/>
                    <a:pt x="2323" y="3685"/>
                    <a:pt x="2442" y="3662"/>
                  </a:cubicBezTo>
                  <a:close/>
                  <a:moveTo>
                    <a:pt x="2096" y="0"/>
                  </a:moveTo>
                  <a:cubicBezTo>
                    <a:pt x="2040" y="0"/>
                    <a:pt x="1983" y="6"/>
                    <a:pt x="1930" y="18"/>
                  </a:cubicBezTo>
                  <a:cubicBezTo>
                    <a:pt x="1037" y="102"/>
                    <a:pt x="334" y="875"/>
                    <a:pt x="334" y="1780"/>
                  </a:cubicBezTo>
                  <a:cubicBezTo>
                    <a:pt x="334" y="2435"/>
                    <a:pt x="180" y="3042"/>
                    <a:pt x="60" y="3364"/>
                  </a:cubicBezTo>
                  <a:cubicBezTo>
                    <a:pt x="1" y="3507"/>
                    <a:pt x="37" y="3673"/>
                    <a:pt x="180" y="3781"/>
                  </a:cubicBezTo>
                  <a:cubicBezTo>
                    <a:pt x="311" y="3888"/>
                    <a:pt x="596" y="4043"/>
                    <a:pt x="1037" y="4162"/>
                  </a:cubicBezTo>
                  <a:lnTo>
                    <a:pt x="382" y="4495"/>
                  </a:lnTo>
                  <a:cubicBezTo>
                    <a:pt x="144" y="4614"/>
                    <a:pt x="1" y="4852"/>
                    <a:pt x="1" y="5114"/>
                  </a:cubicBezTo>
                  <a:lnTo>
                    <a:pt x="1" y="6209"/>
                  </a:lnTo>
                  <a:cubicBezTo>
                    <a:pt x="1" y="6293"/>
                    <a:pt x="72" y="6364"/>
                    <a:pt x="156" y="6364"/>
                  </a:cubicBezTo>
                  <a:cubicBezTo>
                    <a:pt x="251" y="6364"/>
                    <a:pt x="322" y="6293"/>
                    <a:pt x="322" y="6209"/>
                  </a:cubicBezTo>
                  <a:lnTo>
                    <a:pt x="322" y="5114"/>
                  </a:lnTo>
                  <a:cubicBezTo>
                    <a:pt x="322" y="4983"/>
                    <a:pt x="394" y="4852"/>
                    <a:pt x="537" y="4793"/>
                  </a:cubicBezTo>
                  <a:lnTo>
                    <a:pt x="1049" y="4519"/>
                  </a:lnTo>
                  <a:cubicBezTo>
                    <a:pt x="1275" y="4900"/>
                    <a:pt x="1680" y="5138"/>
                    <a:pt x="2108" y="5138"/>
                  </a:cubicBezTo>
                  <a:cubicBezTo>
                    <a:pt x="2561" y="5138"/>
                    <a:pt x="2942" y="4900"/>
                    <a:pt x="3168" y="4519"/>
                  </a:cubicBezTo>
                  <a:lnTo>
                    <a:pt x="3692" y="4793"/>
                  </a:lnTo>
                  <a:cubicBezTo>
                    <a:pt x="3811" y="4852"/>
                    <a:pt x="3894" y="4983"/>
                    <a:pt x="3894" y="5114"/>
                  </a:cubicBezTo>
                  <a:lnTo>
                    <a:pt x="3894" y="6209"/>
                  </a:lnTo>
                  <a:cubicBezTo>
                    <a:pt x="3894" y="6293"/>
                    <a:pt x="3966" y="6364"/>
                    <a:pt x="4061" y="6364"/>
                  </a:cubicBezTo>
                  <a:cubicBezTo>
                    <a:pt x="4144" y="6364"/>
                    <a:pt x="4228" y="6293"/>
                    <a:pt x="4228" y="6209"/>
                  </a:cubicBezTo>
                  <a:lnTo>
                    <a:pt x="4228" y="5114"/>
                  </a:lnTo>
                  <a:cubicBezTo>
                    <a:pt x="4192" y="4852"/>
                    <a:pt x="4049" y="4614"/>
                    <a:pt x="3811" y="4495"/>
                  </a:cubicBezTo>
                  <a:lnTo>
                    <a:pt x="3156" y="4162"/>
                  </a:lnTo>
                  <a:cubicBezTo>
                    <a:pt x="3597" y="4043"/>
                    <a:pt x="3870" y="3888"/>
                    <a:pt x="4013" y="3781"/>
                  </a:cubicBezTo>
                  <a:cubicBezTo>
                    <a:pt x="4156" y="3685"/>
                    <a:pt x="4192" y="3507"/>
                    <a:pt x="4132" y="3364"/>
                  </a:cubicBezTo>
                  <a:cubicBezTo>
                    <a:pt x="4001" y="3042"/>
                    <a:pt x="3847" y="2435"/>
                    <a:pt x="3847" y="1780"/>
                  </a:cubicBezTo>
                  <a:cubicBezTo>
                    <a:pt x="3847" y="875"/>
                    <a:pt x="3156" y="90"/>
                    <a:pt x="2263" y="18"/>
                  </a:cubicBezTo>
                  <a:cubicBezTo>
                    <a:pt x="2210" y="6"/>
                    <a:pt x="2153" y="0"/>
                    <a:pt x="209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68" name="Google Shape;3639;p53">
              <a:extLst>
                <a:ext uri="{FF2B5EF4-FFF2-40B4-BE49-F238E27FC236}">
                  <a16:creationId xmlns:a16="http://schemas.microsoft.com/office/drawing/2014/main" id="{FC9BBF50-6DDB-4E90-BFCE-9AE41ECC7DCE}"/>
                </a:ext>
              </a:extLst>
            </p:cNvPr>
            <p:cNvSpPr/>
            <p:nvPr/>
          </p:nvSpPr>
          <p:spPr>
            <a:xfrm>
              <a:off x="7120141" y="2297184"/>
              <a:ext cx="10662" cy="33005"/>
            </a:xfrm>
            <a:custGeom>
              <a:avLst/>
              <a:gdLst/>
              <a:ahLst/>
              <a:cxnLst/>
              <a:rect l="l" t="t" r="r" b="b"/>
              <a:pathLst>
                <a:path w="335" h="1037" extrusionOk="0">
                  <a:moveTo>
                    <a:pt x="167" y="0"/>
                  </a:moveTo>
                  <a:cubicBezTo>
                    <a:pt x="72" y="0"/>
                    <a:pt x="1" y="72"/>
                    <a:pt x="1" y="167"/>
                  </a:cubicBezTo>
                  <a:lnTo>
                    <a:pt x="1" y="881"/>
                  </a:lnTo>
                  <a:cubicBezTo>
                    <a:pt x="1" y="965"/>
                    <a:pt x="72" y="1036"/>
                    <a:pt x="167" y="1036"/>
                  </a:cubicBezTo>
                  <a:cubicBezTo>
                    <a:pt x="251" y="1036"/>
                    <a:pt x="334" y="965"/>
                    <a:pt x="334" y="881"/>
                  </a:cubicBezTo>
                  <a:lnTo>
                    <a:pt x="334" y="167"/>
                  </a:lnTo>
                  <a:cubicBezTo>
                    <a:pt x="334" y="72"/>
                    <a:pt x="251" y="0"/>
                    <a:pt x="167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69" name="Google Shape;3640;p53">
              <a:extLst>
                <a:ext uri="{FF2B5EF4-FFF2-40B4-BE49-F238E27FC236}">
                  <a16:creationId xmlns:a16="http://schemas.microsoft.com/office/drawing/2014/main" id="{CFF6D3A9-9607-469D-811B-FCB4162826D3}"/>
                </a:ext>
              </a:extLst>
            </p:cNvPr>
            <p:cNvSpPr/>
            <p:nvPr/>
          </p:nvSpPr>
          <p:spPr>
            <a:xfrm>
              <a:off x="7199360" y="2297184"/>
              <a:ext cx="10248" cy="33005"/>
            </a:xfrm>
            <a:custGeom>
              <a:avLst/>
              <a:gdLst/>
              <a:ahLst/>
              <a:cxnLst/>
              <a:rect l="l" t="t" r="r" b="b"/>
              <a:pathLst>
                <a:path w="322" h="1037" extrusionOk="0">
                  <a:moveTo>
                    <a:pt x="167" y="0"/>
                  </a:moveTo>
                  <a:cubicBezTo>
                    <a:pt x="72" y="0"/>
                    <a:pt x="0" y="72"/>
                    <a:pt x="0" y="167"/>
                  </a:cubicBezTo>
                  <a:lnTo>
                    <a:pt x="0" y="881"/>
                  </a:lnTo>
                  <a:cubicBezTo>
                    <a:pt x="0" y="965"/>
                    <a:pt x="72" y="1036"/>
                    <a:pt x="167" y="1036"/>
                  </a:cubicBezTo>
                  <a:cubicBezTo>
                    <a:pt x="250" y="1036"/>
                    <a:pt x="322" y="965"/>
                    <a:pt x="322" y="881"/>
                  </a:cubicBezTo>
                  <a:lnTo>
                    <a:pt x="322" y="167"/>
                  </a:lnTo>
                  <a:cubicBezTo>
                    <a:pt x="322" y="72"/>
                    <a:pt x="250" y="0"/>
                    <a:pt x="167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70" name="Google Shape;3641;p53">
              <a:extLst>
                <a:ext uri="{FF2B5EF4-FFF2-40B4-BE49-F238E27FC236}">
                  <a16:creationId xmlns:a16="http://schemas.microsoft.com/office/drawing/2014/main" id="{DB651687-7563-4694-B26B-5A783AE845C3}"/>
                </a:ext>
              </a:extLst>
            </p:cNvPr>
            <p:cNvSpPr/>
            <p:nvPr/>
          </p:nvSpPr>
          <p:spPr>
            <a:xfrm>
              <a:off x="7357001" y="2165704"/>
              <a:ext cx="56876" cy="17823"/>
            </a:xfrm>
            <a:custGeom>
              <a:avLst/>
              <a:gdLst/>
              <a:ahLst/>
              <a:cxnLst/>
              <a:rect l="l" t="t" r="r" b="b"/>
              <a:pathLst>
                <a:path w="1787" h="560" extrusionOk="0">
                  <a:moveTo>
                    <a:pt x="630" y="0"/>
                  </a:moveTo>
                  <a:cubicBezTo>
                    <a:pt x="478" y="0"/>
                    <a:pt x="311" y="14"/>
                    <a:pt x="131" y="48"/>
                  </a:cubicBezTo>
                  <a:cubicBezTo>
                    <a:pt x="60" y="71"/>
                    <a:pt x="0" y="143"/>
                    <a:pt x="0" y="214"/>
                  </a:cubicBezTo>
                  <a:lnTo>
                    <a:pt x="0" y="393"/>
                  </a:lnTo>
                  <a:cubicBezTo>
                    <a:pt x="0" y="488"/>
                    <a:pt x="72" y="560"/>
                    <a:pt x="167" y="560"/>
                  </a:cubicBezTo>
                  <a:cubicBezTo>
                    <a:pt x="250" y="560"/>
                    <a:pt x="322" y="488"/>
                    <a:pt x="322" y="393"/>
                  </a:cubicBezTo>
                  <a:lnTo>
                    <a:pt x="322" y="345"/>
                  </a:lnTo>
                  <a:cubicBezTo>
                    <a:pt x="436" y="334"/>
                    <a:pt x="543" y="328"/>
                    <a:pt x="642" y="328"/>
                  </a:cubicBezTo>
                  <a:cubicBezTo>
                    <a:pt x="851" y="328"/>
                    <a:pt x="1022" y="352"/>
                    <a:pt x="1143" y="393"/>
                  </a:cubicBezTo>
                  <a:cubicBezTo>
                    <a:pt x="1369" y="452"/>
                    <a:pt x="1488" y="524"/>
                    <a:pt x="1488" y="524"/>
                  </a:cubicBezTo>
                  <a:cubicBezTo>
                    <a:pt x="1512" y="548"/>
                    <a:pt x="1548" y="560"/>
                    <a:pt x="1572" y="560"/>
                  </a:cubicBezTo>
                  <a:cubicBezTo>
                    <a:pt x="1631" y="560"/>
                    <a:pt x="1679" y="524"/>
                    <a:pt x="1715" y="488"/>
                  </a:cubicBezTo>
                  <a:cubicBezTo>
                    <a:pt x="1786" y="405"/>
                    <a:pt x="1762" y="310"/>
                    <a:pt x="1679" y="262"/>
                  </a:cubicBezTo>
                  <a:cubicBezTo>
                    <a:pt x="1660" y="252"/>
                    <a:pt x="1280" y="0"/>
                    <a:pt x="630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71" name="Google Shape;3642;p53">
              <a:extLst>
                <a:ext uri="{FF2B5EF4-FFF2-40B4-BE49-F238E27FC236}">
                  <a16:creationId xmlns:a16="http://schemas.microsoft.com/office/drawing/2014/main" id="{865F944F-1BF6-4B63-9342-8FF534273A68}"/>
                </a:ext>
              </a:extLst>
            </p:cNvPr>
            <p:cNvSpPr/>
            <p:nvPr/>
          </p:nvSpPr>
          <p:spPr>
            <a:xfrm>
              <a:off x="7312666" y="2133113"/>
              <a:ext cx="145897" cy="197840"/>
            </a:xfrm>
            <a:custGeom>
              <a:avLst/>
              <a:gdLst/>
              <a:ahLst/>
              <a:cxnLst/>
              <a:rect l="l" t="t" r="r" b="b"/>
              <a:pathLst>
                <a:path w="4584" h="6216" extrusionOk="0">
                  <a:moveTo>
                    <a:pt x="3536" y="345"/>
                  </a:moveTo>
                  <a:lnTo>
                    <a:pt x="3536" y="1167"/>
                  </a:lnTo>
                  <a:cubicBezTo>
                    <a:pt x="3536" y="1298"/>
                    <a:pt x="3512" y="1453"/>
                    <a:pt x="3453" y="1572"/>
                  </a:cubicBezTo>
                  <a:lnTo>
                    <a:pt x="3393" y="1703"/>
                  </a:lnTo>
                  <a:cubicBezTo>
                    <a:pt x="3370" y="1726"/>
                    <a:pt x="3370" y="1750"/>
                    <a:pt x="3370" y="1774"/>
                  </a:cubicBezTo>
                  <a:lnTo>
                    <a:pt x="3370" y="2131"/>
                  </a:lnTo>
                  <a:cubicBezTo>
                    <a:pt x="3358" y="2417"/>
                    <a:pt x="3239" y="2703"/>
                    <a:pt x="3036" y="2905"/>
                  </a:cubicBezTo>
                  <a:cubicBezTo>
                    <a:pt x="2834" y="3108"/>
                    <a:pt x="2568" y="3204"/>
                    <a:pt x="2288" y="3204"/>
                  </a:cubicBezTo>
                  <a:cubicBezTo>
                    <a:pt x="2271" y="3204"/>
                    <a:pt x="2255" y="3203"/>
                    <a:pt x="2238" y="3203"/>
                  </a:cubicBezTo>
                  <a:cubicBezTo>
                    <a:pt x="1667" y="3191"/>
                    <a:pt x="1203" y="2679"/>
                    <a:pt x="1203" y="2072"/>
                  </a:cubicBezTo>
                  <a:lnTo>
                    <a:pt x="1203" y="1774"/>
                  </a:lnTo>
                  <a:cubicBezTo>
                    <a:pt x="1203" y="1750"/>
                    <a:pt x="1203" y="1726"/>
                    <a:pt x="1191" y="1703"/>
                  </a:cubicBezTo>
                  <a:lnTo>
                    <a:pt x="1131" y="1572"/>
                  </a:lnTo>
                  <a:cubicBezTo>
                    <a:pt x="1072" y="1453"/>
                    <a:pt x="1036" y="1298"/>
                    <a:pt x="1036" y="1167"/>
                  </a:cubicBezTo>
                  <a:cubicBezTo>
                    <a:pt x="1036" y="702"/>
                    <a:pt x="1405" y="345"/>
                    <a:pt x="1857" y="345"/>
                  </a:cubicBezTo>
                  <a:close/>
                  <a:moveTo>
                    <a:pt x="1726" y="3417"/>
                  </a:moveTo>
                  <a:cubicBezTo>
                    <a:pt x="1869" y="3489"/>
                    <a:pt x="2048" y="3512"/>
                    <a:pt x="2227" y="3536"/>
                  </a:cubicBezTo>
                  <a:lnTo>
                    <a:pt x="2274" y="3536"/>
                  </a:lnTo>
                  <a:cubicBezTo>
                    <a:pt x="2465" y="3536"/>
                    <a:pt x="2643" y="3489"/>
                    <a:pt x="2822" y="3429"/>
                  </a:cubicBezTo>
                  <a:lnTo>
                    <a:pt x="2822" y="3655"/>
                  </a:lnTo>
                  <a:cubicBezTo>
                    <a:pt x="2822" y="3691"/>
                    <a:pt x="2834" y="3750"/>
                    <a:pt x="2834" y="3798"/>
                  </a:cubicBezTo>
                  <a:lnTo>
                    <a:pt x="2274" y="4227"/>
                  </a:lnTo>
                  <a:lnTo>
                    <a:pt x="1703" y="3798"/>
                  </a:lnTo>
                  <a:cubicBezTo>
                    <a:pt x="1726" y="3750"/>
                    <a:pt x="1726" y="3715"/>
                    <a:pt x="1726" y="3655"/>
                  </a:cubicBezTo>
                  <a:lnTo>
                    <a:pt x="1726" y="3417"/>
                  </a:lnTo>
                  <a:close/>
                  <a:moveTo>
                    <a:pt x="1857" y="0"/>
                  </a:moveTo>
                  <a:cubicBezTo>
                    <a:pt x="1215" y="0"/>
                    <a:pt x="691" y="524"/>
                    <a:pt x="691" y="1167"/>
                  </a:cubicBezTo>
                  <a:cubicBezTo>
                    <a:pt x="691" y="1357"/>
                    <a:pt x="738" y="1548"/>
                    <a:pt x="834" y="1715"/>
                  </a:cubicBezTo>
                  <a:lnTo>
                    <a:pt x="869" y="1810"/>
                  </a:lnTo>
                  <a:lnTo>
                    <a:pt x="869" y="2072"/>
                  </a:lnTo>
                  <a:cubicBezTo>
                    <a:pt x="869" y="2536"/>
                    <a:pt x="1084" y="2941"/>
                    <a:pt x="1405" y="3215"/>
                  </a:cubicBezTo>
                  <a:lnTo>
                    <a:pt x="1405" y="3667"/>
                  </a:lnTo>
                  <a:cubicBezTo>
                    <a:pt x="1405" y="3739"/>
                    <a:pt x="1369" y="3810"/>
                    <a:pt x="1286" y="3846"/>
                  </a:cubicBezTo>
                  <a:lnTo>
                    <a:pt x="441" y="4155"/>
                  </a:lnTo>
                  <a:cubicBezTo>
                    <a:pt x="179" y="4262"/>
                    <a:pt x="0" y="4512"/>
                    <a:pt x="0" y="4810"/>
                  </a:cubicBezTo>
                  <a:lnTo>
                    <a:pt x="0" y="6048"/>
                  </a:lnTo>
                  <a:cubicBezTo>
                    <a:pt x="0" y="6132"/>
                    <a:pt x="72" y="6215"/>
                    <a:pt x="155" y="6215"/>
                  </a:cubicBezTo>
                  <a:cubicBezTo>
                    <a:pt x="250" y="6215"/>
                    <a:pt x="322" y="6132"/>
                    <a:pt x="322" y="6048"/>
                  </a:cubicBezTo>
                  <a:lnTo>
                    <a:pt x="322" y="4810"/>
                  </a:lnTo>
                  <a:cubicBezTo>
                    <a:pt x="322" y="4655"/>
                    <a:pt x="417" y="4524"/>
                    <a:pt x="560" y="4465"/>
                  </a:cubicBezTo>
                  <a:lnTo>
                    <a:pt x="1405" y="4155"/>
                  </a:lnTo>
                  <a:cubicBezTo>
                    <a:pt x="1453" y="4143"/>
                    <a:pt x="1500" y="4108"/>
                    <a:pt x="1524" y="4084"/>
                  </a:cubicBezTo>
                  <a:lnTo>
                    <a:pt x="2119" y="4524"/>
                  </a:lnTo>
                  <a:lnTo>
                    <a:pt x="2119" y="6036"/>
                  </a:lnTo>
                  <a:cubicBezTo>
                    <a:pt x="2119" y="6120"/>
                    <a:pt x="2203" y="6191"/>
                    <a:pt x="2286" y="6191"/>
                  </a:cubicBezTo>
                  <a:cubicBezTo>
                    <a:pt x="2369" y="6191"/>
                    <a:pt x="2453" y="6120"/>
                    <a:pt x="2453" y="6036"/>
                  </a:cubicBezTo>
                  <a:lnTo>
                    <a:pt x="2453" y="4512"/>
                  </a:lnTo>
                  <a:lnTo>
                    <a:pt x="3048" y="4072"/>
                  </a:lnTo>
                  <a:cubicBezTo>
                    <a:pt x="3084" y="4096"/>
                    <a:pt x="3120" y="4108"/>
                    <a:pt x="3167" y="4143"/>
                  </a:cubicBezTo>
                  <a:lnTo>
                    <a:pt x="4012" y="4453"/>
                  </a:lnTo>
                  <a:cubicBezTo>
                    <a:pt x="4155" y="4512"/>
                    <a:pt x="4251" y="4643"/>
                    <a:pt x="4251" y="4798"/>
                  </a:cubicBezTo>
                  <a:lnTo>
                    <a:pt x="4251" y="6036"/>
                  </a:lnTo>
                  <a:cubicBezTo>
                    <a:pt x="4251" y="6120"/>
                    <a:pt x="4322" y="6191"/>
                    <a:pt x="4417" y="6191"/>
                  </a:cubicBezTo>
                  <a:cubicBezTo>
                    <a:pt x="4501" y="6191"/>
                    <a:pt x="4572" y="6120"/>
                    <a:pt x="4572" y="6036"/>
                  </a:cubicBezTo>
                  <a:lnTo>
                    <a:pt x="4572" y="4798"/>
                  </a:lnTo>
                  <a:cubicBezTo>
                    <a:pt x="4584" y="4512"/>
                    <a:pt x="4382" y="4251"/>
                    <a:pt x="4120" y="4143"/>
                  </a:cubicBezTo>
                  <a:lnTo>
                    <a:pt x="3274" y="3834"/>
                  </a:lnTo>
                  <a:cubicBezTo>
                    <a:pt x="3191" y="3798"/>
                    <a:pt x="3155" y="3727"/>
                    <a:pt x="3155" y="3655"/>
                  </a:cubicBezTo>
                  <a:lnTo>
                    <a:pt x="3155" y="3215"/>
                  </a:lnTo>
                  <a:cubicBezTo>
                    <a:pt x="3179" y="3191"/>
                    <a:pt x="3227" y="3155"/>
                    <a:pt x="3250" y="3131"/>
                  </a:cubicBezTo>
                  <a:cubicBezTo>
                    <a:pt x="3536" y="2858"/>
                    <a:pt x="3691" y="2500"/>
                    <a:pt x="3691" y="2119"/>
                  </a:cubicBezTo>
                  <a:lnTo>
                    <a:pt x="3691" y="1810"/>
                  </a:lnTo>
                  <a:lnTo>
                    <a:pt x="3727" y="1715"/>
                  </a:lnTo>
                  <a:cubicBezTo>
                    <a:pt x="3822" y="1548"/>
                    <a:pt x="3870" y="1357"/>
                    <a:pt x="3870" y="1167"/>
                  </a:cubicBezTo>
                  <a:lnTo>
                    <a:pt x="3870" y="167"/>
                  </a:lnTo>
                  <a:cubicBezTo>
                    <a:pt x="3870" y="71"/>
                    <a:pt x="3786" y="0"/>
                    <a:pt x="370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72" name="Google Shape;3643;p53">
              <a:extLst>
                <a:ext uri="{FF2B5EF4-FFF2-40B4-BE49-F238E27FC236}">
                  <a16:creationId xmlns:a16="http://schemas.microsoft.com/office/drawing/2014/main" id="{E1A349CE-F0AF-49B1-AF89-7EBC145FD517}"/>
                </a:ext>
              </a:extLst>
            </p:cNvPr>
            <p:cNvSpPr/>
            <p:nvPr/>
          </p:nvSpPr>
          <p:spPr>
            <a:xfrm>
              <a:off x="7340324" y="2291486"/>
              <a:ext cx="10630" cy="38702"/>
            </a:xfrm>
            <a:custGeom>
              <a:avLst/>
              <a:gdLst/>
              <a:ahLst/>
              <a:cxnLst/>
              <a:rect l="l" t="t" r="r" b="b"/>
              <a:pathLst>
                <a:path w="334" h="1216" extrusionOk="0">
                  <a:moveTo>
                    <a:pt x="167" y="1"/>
                  </a:moveTo>
                  <a:cubicBezTo>
                    <a:pt x="84" y="1"/>
                    <a:pt x="0" y="72"/>
                    <a:pt x="0" y="167"/>
                  </a:cubicBezTo>
                  <a:lnTo>
                    <a:pt x="0" y="1060"/>
                  </a:lnTo>
                  <a:cubicBezTo>
                    <a:pt x="0" y="1144"/>
                    <a:pt x="84" y="1215"/>
                    <a:pt x="167" y="1215"/>
                  </a:cubicBezTo>
                  <a:cubicBezTo>
                    <a:pt x="262" y="1215"/>
                    <a:pt x="334" y="1144"/>
                    <a:pt x="334" y="1060"/>
                  </a:cubicBezTo>
                  <a:lnTo>
                    <a:pt x="334" y="167"/>
                  </a:lnTo>
                  <a:cubicBezTo>
                    <a:pt x="334" y="72"/>
                    <a:pt x="262" y="1"/>
                    <a:pt x="16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73" name="Google Shape;3644;p53">
              <a:extLst>
                <a:ext uri="{FF2B5EF4-FFF2-40B4-BE49-F238E27FC236}">
                  <a16:creationId xmlns:a16="http://schemas.microsoft.com/office/drawing/2014/main" id="{544C8F6D-6685-4C1E-A1FC-7D7F95AE4AD9}"/>
                </a:ext>
              </a:extLst>
            </p:cNvPr>
            <p:cNvSpPr/>
            <p:nvPr/>
          </p:nvSpPr>
          <p:spPr>
            <a:xfrm>
              <a:off x="7419511" y="2291486"/>
              <a:ext cx="10630" cy="38702"/>
            </a:xfrm>
            <a:custGeom>
              <a:avLst/>
              <a:gdLst/>
              <a:ahLst/>
              <a:cxnLst/>
              <a:rect l="l" t="t" r="r" b="b"/>
              <a:pathLst>
                <a:path w="334" h="1216" extrusionOk="0">
                  <a:moveTo>
                    <a:pt x="167" y="1"/>
                  </a:moveTo>
                  <a:cubicBezTo>
                    <a:pt x="72" y="1"/>
                    <a:pt x="1" y="72"/>
                    <a:pt x="1" y="167"/>
                  </a:cubicBezTo>
                  <a:lnTo>
                    <a:pt x="1" y="1060"/>
                  </a:lnTo>
                  <a:cubicBezTo>
                    <a:pt x="1" y="1144"/>
                    <a:pt x="72" y="1215"/>
                    <a:pt x="167" y="1215"/>
                  </a:cubicBezTo>
                  <a:cubicBezTo>
                    <a:pt x="251" y="1215"/>
                    <a:pt x="334" y="1144"/>
                    <a:pt x="334" y="1060"/>
                  </a:cubicBezTo>
                  <a:lnTo>
                    <a:pt x="334" y="167"/>
                  </a:lnTo>
                  <a:cubicBezTo>
                    <a:pt x="334" y="72"/>
                    <a:pt x="251" y="1"/>
                    <a:pt x="16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74" name="Google Shape;3645;p53">
              <a:extLst>
                <a:ext uri="{FF2B5EF4-FFF2-40B4-BE49-F238E27FC236}">
                  <a16:creationId xmlns:a16="http://schemas.microsoft.com/office/drawing/2014/main" id="{74FC2806-F583-402D-A48B-18F4122BA020}"/>
                </a:ext>
              </a:extLst>
            </p:cNvPr>
            <p:cNvSpPr/>
            <p:nvPr/>
          </p:nvSpPr>
          <p:spPr>
            <a:xfrm>
              <a:off x="7153878" y="1969392"/>
              <a:ext cx="225498" cy="188355"/>
            </a:xfrm>
            <a:custGeom>
              <a:avLst/>
              <a:gdLst/>
              <a:ahLst/>
              <a:cxnLst/>
              <a:rect l="l" t="t" r="r" b="b"/>
              <a:pathLst>
                <a:path w="7085" h="5918" extrusionOk="0">
                  <a:moveTo>
                    <a:pt x="2441" y="4227"/>
                  </a:moveTo>
                  <a:lnTo>
                    <a:pt x="2346" y="4608"/>
                  </a:lnTo>
                  <a:lnTo>
                    <a:pt x="2132" y="4608"/>
                  </a:lnTo>
                  <a:cubicBezTo>
                    <a:pt x="1917" y="4608"/>
                    <a:pt x="1751" y="4442"/>
                    <a:pt x="1751" y="4239"/>
                  </a:cubicBezTo>
                  <a:lnTo>
                    <a:pt x="1751" y="4227"/>
                  </a:lnTo>
                  <a:close/>
                  <a:moveTo>
                    <a:pt x="5668" y="310"/>
                  </a:moveTo>
                  <a:cubicBezTo>
                    <a:pt x="5882" y="310"/>
                    <a:pt x="6037" y="477"/>
                    <a:pt x="6037" y="679"/>
                  </a:cubicBezTo>
                  <a:lnTo>
                    <a:pt x="6037" y="3525"/>
                  </a:lnTo>
                  <a:cubicBezTo>
                    <a:pt x="6037" y="3739"/>
                    <a:pt x="5882" y="3894"/>
                    <a:pt x="5668" y="3894"/>
                  </a:cubicBezTo>
                  <a:lnTo>
                    <a:pt x="4251" y="3894"/>
                  </a:lnTo>
                  <a:cubicBezTo>
                    <a:pt x="4227" y="3894"/>
                    <a:pt x="4179" y="3918"/>
                    <a:pt x="4156" y="3930"/>
                  </a:cubicBezTo>
                  <a:lnTo>
                    <a:pt x="2572" y="5084"/>
                  </a:lnTo>
                  <a:lnTo>
                    <a:pt x="2810" y="4108"/>
                  </a:lnTo>
                  <a:cubicBezTo>
                    <a:pt x="2822" y="4061"/>
                    <a:pt x="2810" y="4001"/>
                    <a:pt x="2786" y="3953"/>
                  </a:cubicBezTo>
                  <a:cubicBezTo>
                    <a:pt x="2751" y="3918"/>
                    <a:pt x="2703" y="3894"/>
                    <a:pt x="2644" y="3894"/>
                  </a:cubicBezTo>
                  <a:lnTo>
                    <a:pt x="703" y="3894"/>
                  </a:lnTo>
                  <a:cubicBezTo>
                    <a:pt x="489" y="3894"/>
                    <a:pt x="322" y="3739"/>
                    <a:pt x="322" y="3525"/>
                  </a:cubicBezTo>
                  <a:lnTo>
                    <a:pt x="322" y="679"/>
                  </a:lnTo>
                  <a:cubicBezTo>
                    <a:pt x="322" y="477"/>
                    <a:pt x="489" y="310"/>
                    <a:pt x="703" y="310"/>
                  </a:cubicBezTo>
                  <a:close/>
                  <a:moveTo>
                    <a:pt x="6382" y="1036"/>
                  </a:moveTo>
                  <a:cubicBezTo>
                    <a:pt x="6585" y="1036"/>
                    <a:pt x="6751" y="1203"/>
                    <a:pt x="6751" y="1417"/>
                  </a:cubicBezTo>
                  <a:lnTo>
                    <a:pt x="6751" y="4251"/>
                  </a:lnTo>
                  <a:lnTo>
                    <a:pt x="6739" y="4251"/>
                  </a:lnTo>
                  <a:cubicBezTo>
                    <a:pt x="6739" y="4465"/>
                    <a:pt x="6573" y="4632"/>
                    <a:pt x="6370" y="4632"/>
                  </a:cubicBezTo>
                  <a:lnTo>
                    <a:pt x="4953" y="4632"/>
                  </a:lnTo>
                  <a:cubicBezTo>
                    <a:pt x="4906" y="4632"/>
                    <a:pt x="4870" y="4644"/>
                    <a:pt x="4822" y="4692"/>
                  </a:cubicBezTo>
                  <a:cubicBezTo>
                    <a:pt x="4787" y="4727"/>
                    <a:pt x="4775" y="4775"/>
                    <a:pt x="4787" y="4823"/>
                  </a:cubicBezTo>
                  <a:lnTo>
                    <a:pt x="4906" y="5501"/>
                  </a:lnTo>
                  <a:lnTo>
                    <a:pt x="3691" y="4692"/>
                  </a:lnTo>
                  <a:lnTo>
                    <a:pt x="4299" y="4239"/>
                  </a:lnTo>
                  <a:lnTo>
                    <a:pt x="5668" y="4239"/>
                  </a:lnTo>
                  <a:cubicBezTo>
                    <a:pt x="6049" y="4239"/>
                    <a:pt x="6370" y="3930"/>
                    <a:pt x="6370" y="3537"/>
                  </a:cubicBezTo>
                  <a:lnTo>
                    <a:pt x="6370" y="1036"/>
                  </a:lnTo>
                  <a:close/>
                  <a:moveTo>
                    <a:pt x="703" y="1"/>
                  </a:moveTo>
                  <a:cubicBezTo>
                    <a:pt x="310" y="1"/>
                    <a:pt x="0" y="310"/>
                    <a:pt x="0" y="703"/>
                  </a:cubicBezTo>
                  <a:lnTo>
                    <a:pt x="0" y="3537"/>
                  </a:lnTo>
                  <a:cubicBezTo>
                    <a:pt x="0" y="3930"/>
                    <a:pt x="310" y="4239"/>
                    <a:pt x="703" y="4239"/>
                  </a:cubicBezTo>
                  <a:lnTo>
                    <a:pt x="1405" y="4239"/>
                  </a:lnTo>
                  <a:lnTo>
                    <a:pt x="1405" y="4251"/>
                  </a:lnTo>
                  <a:cubicBezTo>
                    <a:pt x="1405" y="4644"/>
                    <a:pt x="1727" y="4954"/>
                    <a:pt x="2108" y="4954"/>
                  </a:cubicBezTo>
                  <a:lnTo>
                    <a:pt x="2263" y="4954"/>
                  </a:lnTo>
                  <a:lnTo>
                    <a:pt x="2203" y="5227"/>
                  </a:lnTo>
                  <a:cubicBezTo>
                    <a:pt x="2167" y="5323"/>
                    <a:pt x="2215" y="5430"/>
                    <a:pt x="2298" y="5489"/>
                  </a:cubicBezTo>
                  <a:cubicBezTo>
                    <a:pt x="2346" y="5525"/>
                    <a:pt x="2394" y="5537"/>
                    <a:pt x="2453" y="5537"/>
                  </a:cubicBezTo>
                  <a:cubicBezTo>
                    <a:pt x="2513" y="5537"/>
                    <a:pt x="2560" y="5525"/>
                    <a:pt x="2596" y="5489"/>
                  </a:cubicBezTo>
                  <a:lnTo>
                    <a:pt x="3334" y="4954"/>
                  </a:lnTo>
                  <a:lnTo>
                    <a:pt x="3489" y="4954"/>
                  </a:lnTo>
                  <a:lnTo>
                    <a:pt x="4882" y="5882"/>
                  </a:lnTo>
                  <a:cubicBezTo>
                    <a:pt x="4918" y="5906"/>
                    <a:pt x="4965" y="5918"/>
                    <a:pt x="5013" y="5918"/>
                  </a:cubicBezTo>
                  <a:cubicBezTo>
                    <a:pt x="5061" y="5918"/>
                    <a:pt x="5096" y="5906"/>
                    <a:pt x="5144" y="5882"/>
                  </a:cubicBezTo>
                  <a:cubicBezTo>
                    <a:pt x="5239" y="5823"/>
                    <a:pt x="5287" y="5727"/>
                    <a:pt x="5263" y="5620"/>
                  </a:cubicBezTo>
                  <a:lnTo>
                    <a:pt x="5168" y="4954"/>
                  </a:lnTo>
                  <a:lnTo>
                    <a:pt x="6382" y="4954"/>
                  </a:lnTo>
                  <a:cubicBezTo>
                    <a:pt x="6763" y="4954"/>
                    <a:pt x="7085" y="4644"/>
                    <a:pt x="7085" y="4251"/>
                  </a:cubicBezTo>
                  <a:lnTo>
                    <a:pt x="7085" y="1417"/>
                  </a:lnTo>
                  <a:cubicBezTo>
                    <a:pt x="7085" y="1024"/>
                    <a:pt x="6775" y="715"/>
                    <a:pt x="6382" y="715"/>
                  </a:cubicBezTo>
                  <a:cubicBezTo>
                    <a:pt x="6370" y="310"/>
                    <a:pt x="6061" y="1"/>
                    <a:pt x="5668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75" name="Google Shape;3646;p53">
              <a:extLst>
                <a:ext uri="{FF2B5EF4-FFF2-40B4-BE49-F238E27FC236}">
                  <a16:creationId xmlns:a16="http://schemas.microsoft.com/office/drawing/2014/main" id="{6FC96592-2A6E-4DB9-9131-CD4DC2115BB0}"/>
                </a:ext>
              </a:extLst>
            </p:cNvPr>
            <p:cNvSpPr/>
            <p:nvPr/>
          </p:nvSpPr>
          <p:spPr>
            <a:xfrm>
              <a:off x="7193663" y="2003511"/>
              <a:ext cx="27308" cy="10248"/>
            </a:xfrm>
            <a:custGeom>
              <a:avLst/>
              <a:gdLst/>
              <a:ahLst/>
              <a:cxnLst/>
              <a:rect l="l" t="t" r="r" b="b"/>
              <a:pathLst>
                <a:path w="858" h="322" extrusionOk="0">
                  <a:moveTo>
                    <a:pt x="167" y="0"/>
                  </a:moveTo>
                  <a:cubicBezTo>
                    <a:pt x="72" y="0"/>
                    <a:pt x="1" y="72"/>
                    <a:pt x="1" y="167"/>
                  </a:cubicBezTo>
                  <a:cubicBezTo>
                    <a:pt x="1" y="250"/>
                    <a:pt x="72" y="322"/>
                    <a:pt x="167" y="322"/>
                  </a:cubicBezTo>
                  <a:lnTo>
                    <a:pt x="703" y="322"/>
                  </a:lnTo>
                  <a:cubicBezTo>
                    <a:pt x="786" y="322"/>
                    <a:pt x="858" y="250"/>
                    <a:pt x="858" y="167"/>
                  </a:cubicBezTo>
                  <a:cubicBezTo>
                    <a:pt x="858" y="72"/>
                    <a:pt x="786" y="0"/>
                    <a:pt x="70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76" name="Google Shape;3647;p53">
              <a:extLst>
                <a:ext uri="{FF2B5EF4-FFF2-40B4-BE49-F238E27FC236}">
                  <a16:creationId xmlns:a16="http://schemas.microsoft.com/office/drawing/2014/main" id="{90596896-1DCC-415F-9A2F-919E17534953}"/>
                </a:ext>
              </a:extLst>
            </p:cNvPr>
            <p:cNvSpPr/>
            <p:nvPr/>
          </p:nvSpPr>
          <p:spPr>
            <a:xfrm>
              <a:off x="7233065" y="2003511"/>
              <a:ext cx="83802" cy="10248"/>
            </a:xfrm>
            <a:custGeom>
              <a:avLst/>
              <a:gdLst/>
              <a:ahLst/>
              <a:cxnLst/>
              <a:rect l="l" t="t" r="r" b="b"/>
              <a:pathLst>
                <a:path w="2633" h="322" extrusionOk="0">
                  <a:moveTo>
                    <a:pt x="156" y="0"/>
                  </a:moveTo>
                  <a:cubicBezTo>
                    <a:pt x="72" y="0"/>
                    <a:pt x="1" y="72"/>
                    <a:pt x="1" y="167"/>
                  </a:cubicBezTo>
                  <a:cubicBezTo>
                    <a:pt x="1" y="250"/>
                    <a:pt x="72" y="322"/>
                    <a:pt x="156" y="322"/>
                  </a:cubicBezTo>
                  <a:lnTo>
                    <a:pt x="2465" y="322"/>
                  </a:lnTo>
                  <a:cubicBezTo>
                    <a:pt x="2561" y="322"/>
                    <a:pt x="2632" y="250"/>
                    <a:pt x="2632" y="167"/>
                  </a:cubicBezTo>
                  <a:cubicBezTo>
                    <a:pt x="2632" y="72"/>
                    <a:pt x="2573" y="0"/>
                    <a:pt x="24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77" name="Google Shape;3648;p53">
              <a:extLst>
                <a:ext uri="{FF2B5EF4-FFF2-40B4-BE49-F238E27FC236}">
                  <a16:creationId xmlns:a16="http://schemas.microsoft.com/office/drawing/2014/main" id="{71CF477D-1DB6-4289-B06B-1FEC11D46A4E}"/>
                </a:ext>
              </a:extLst>
            </p:cNvPr>
            <p:cNvSpPr/>
            <p:nvPr/>
          </p:nvSpPr>
          <p:spPr>
            <a:xfrm>
              <a:off x="7193281" y="2031933"/>
              <a:ext cx="123936" cy="10248"/>
            </a:xfrm>
            <a:custGeom>
              <a:avLst/>
              <a:gdLst/>
              <a:ahLst/>
              <a:cxnLst/>
              <a:rect l="l" t="t" r="r" b="b"/>
              <a:pathLst>
                <a:path w="3894" h="322" extrusionOk="0">
                  <a:moveTo>
                    <a:pt x="155" y="0"/>
                  </a:moveTo>
                  <a:cubicBezTo>
                    <a:pt x="72" y="0"/>
                    <a:pt x="1" y="71"/>
                    <a:pt x="1" y="167"/>
                  </a:cubicBezTo>
                  <a:cubicBezTo>
                    <a:pt x="1" y="250"/>
                    <a:pt x="72" y="322"/>
                    <a:pt x="155" y="322"/>
                  </a:cubicBezTo>
                  <a:lnTo>
                    <a:pt x="3715" y="322"/>
                  </a:lnTo>
                  <a:cubicBezTo>
                    <a:pt x="3811" y="322"/>
                    <a:pt x="3882" y="250"/>
                    <a:pt x="3882" y="167"/>
                  </a:cubicBezTo>
                  <a:cubicBezTo>
                    <a:pt x="3894" y="71"/>
                    <a:pt x="3823" y="0"/>
                    <a:pt x="371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78" name="Google Shape;3649;p53">
              <a:extLst>
                <a:ext uri="{FF2B5EF4-FFF2-40B4-BE49-F238E27FC236}">
                  <a16:creationId xmlns:a16="http://schemas.microsoft.com/office/drawing/2014/main" id="{2A31E7BC-0C90-475A-BA8F-0DD0E5DA2140}"/>
                </a:ext>
              </a:extLst>
            </p:cNvPr>
            <p:cNvSpPr/>
            <p:nvPr/>
          </p:nvSpPr>
          <p:spPr>
            <a:xfrm>
              <a:off x="7193663" y="2059973"/>
              <a:ext cx="83770" cy="10248"/>
            </a:xfrm>
            <a:custGeom>
              <a:avLst/>
              <a:gdLst/>
              <a:ahLst/>
              <a:cxnLst/>
              <a:rect l="l" t="t" r="r" b="b"/>
              <a:pathLst>
                <a:path w="2632" h="322" extrusionOk="0">
                  <a:moveTo>
                    <a:pt x="167" y="0"/>
                  </a:moveTo>
                  <a:cubicBezTo>
                    <a:pt x="72" y="0"/>
                    <a:pt x="1" y="72"/>
                    <a:pt x="1" y="155"/>
                  </a:cubicBezTo>
                  <a:cubicBezTo>
                    <a:pt x="1" y="250"/>
                    <a:pt x="72" y="322"/>
                    <a:pt x="167" y="322"/>
                  </a:cubicBezTo>
                  <a:lnTo>
                    <a:pt x="2465" y="322"/>
                  </a:lnTo>
                  <a:cubicBezTo>
                    <a:pt x="2560" y="322"/>
                    <a:pt x="2632" y="250"/>
                    <a:pt x="2632" y="155"/>
                  </a:cubicBezTo>
                  <a:cubicBezTo>
                    <a:pt x="2632" y="72"/>
                    <a:pt x="2560" y="0"/>
                    <a:pt x="24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79" name="Google Shape;3650;p53">
              <a:extLst>
                <a:ext uri="{FF2B5EF4-FFF2-40B4-BE49-F238E27FC236}">
                  <a16:creationId xmlns:a16="http://schemas.microsoft.com/office/drawing/2014/main" id="{61E3588D-84A4-4DAD-A606-CF0D951733BC}"/>
                </a:ext>
              </a:extLst>
            </p:cNvPr>
            <p:cNvSpPr/>
            <p:nvPr/>
          </p:nvSpPr>
          <p:spPr>
            <a:xfrm>
              <a:off x="7289145" y="2059973"/>
              <a:ext cx="27722" cy="10248"/>
            </a:xfrm>
            <a:custGeom>
              <a:avLst/>
              <a:gdLst/>
              <a:ahLst/>
              <a:cxnLst/>
              <a:rect l="l" t="t" r="r" b="b"/>
              <a:pathLst>
                <a:path w="871" h="322" extrusionOk="0">
                  <a:moveTo>
                    <a:pt x="168" y="0"/>
                  </a:moveTo>
                  <a:cubicBezTo>
                    <a:pt x="84" y="0"/>
                    <a:pt x="1" y="72"/>
                    <a:pt x="1" y="155"/>
                  </a:cubicBezTo>
                  <a:cubicBezTo>
                    <a:pt x="1" y="250"/>
                    <a:pt x="84" y="322"/>
                    <a:pt x="168" y="322"/>
                  </a:cubicBezTo>
                  <a:lnTo>
                    <a:pt x="703" y="322"/>
                  </a:lnTo>
                  <a:cubicBezTo>
                    <a:pt x="799" y="322"/>
                    <a:pt x="870" y="250"/>
                    <a:pt x="870" y="155"/>
                  </a:cubicBezTo>
                  <a:cubicBezTo>
                    <a:pt x="870" y="72"/>
                    <a:pt x="811" y="0"/>
                    <a:pt x="70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</p:grpSp>
      <p:sp>
        <p:nvSpPr>
          <p:cNvPr id="95" name="CaixaDeTexto 94">
            <a:extLst>
              <a:ext uri="{FF2B5EF4-FFF2-40B4-BE49-F238E27FC236}">
                <a16:creationId xmlns:a16="http://schemas.microsoft.com/office/drawing/2014/main" id="{26FE4117-0B31-45D8-BB3E-B9DCE4B9D21F}"/>
              </a:ext>
            </a:extLst>
          </p:cNvPr>
          <p:cNvSpPr txBox="1"/>
          <p:nvPr/>
        </p:nvSpPr>
        <p:spPr>
          <a:xfrm>
            <a:off x="8677869" y="2165311"/>
            <a:ext cx="265812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0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(Qualidade + Operação)</a:t>
            </a:r>
          </a:p>
        </p:txBody>
      </p:sp>
      <p:sp>
        <p:nvSpPr>
          <p:cNvPr id="103" name="CaixaDeTexto 102">
            <a:extLst>
              <a:ext uri="{FF2B5EF4-FFF2-40B4-BE49-F238E27FC236}">
                <a16:creationId xmlns:a16="http://schemas.microsoft.com/office/drawing/2014/main" id="{52AD7D11-7E76-41F2-A6E5-6FFDF70046B7}"/>
              </a:ext>
            </a:extLst>
          </p:cNvPr>
          <p:cNvSpPr txBox="1"/>
          <p:nvPr/>
        </p:nvSpPr>
        <p:spPr>
          <a:xfrm>
            <a:off x="794506" y="2177941"/>
            <a:ext cx="265812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0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(Qualidade + Operação)</a:t>
            </a:r>
          </a:p>
        </p:txBody>
      </p:sp>
      <p:sp>
        <p:nvSpPr>
          <p:cNvPr id="7" name="Retângulo 6">
            <a:extLst>
              <a:ext uri="{FF2B5EF4-FFF2-40B4-BE49-F238E27FC236}">
                <a16:creationId xmlns:a16="http://schemas.microsoft.com/office/drawing/2014/main" id="{BEB4A123-F6A8-6318-CAFE-F59EECC54BFA}"/>
              </a:ext>
            </a:extLst>
          </p:cNvPr>
          <p:cNvSpPr/>
          <p:nvPr/>
        </p:nvSpPr>
        <p:spPr>
          <a:xfrm>
            <a:off x="0" y="-51217"/>
            <a:ext cx="12192000" cy="627321"/>
          </a:xfrm>
          <a:prstGeom prst="rect">
            <a:avLst/>
          </a:prstGeom>
          <a:gradFill>
            <a:gsLst>
              <a:gs pos="3000">
                <a:srgbClr val="002060"/>
              </a:gs>
              <a:gs pos="61000">
                <a:schemeClr val="accent5">
                  <a:lumMod val="75000"/>
                </a:schemeClr>
              </a:gs>
            </a:gsLst>
            <a:lin ang="108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8" name="Título 1">
            <a:extLst>
              <a:ext uri="{FF2B5EF4-FFF2-40B4-BE49-F238E27FC236}">
                <a16:creationId xmlns:a16="http://schemas.microsoft.com/office/drawing/2014/main" id="{87B6BF27-FE84-4B9C-F214-B2D089E78BD4}"/>
              </a:ext>
            </a:extLst>
          </p:cNvPr>
          <p:cNvSpPr txBox="1">
            <a:spLocks/>
          </p:cNvSpPr>
          <p:nvPr/>
        </p:nvSpPr>
        <p:spPr>
          <a:xfrm>
            <a:off x="324876" y="0"/>
            <a:ext cx="9144000" cy="489098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pt-BR" sz="1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br>
              <a:rPr lang="pt-BR" sz="1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pt-BR" sz="1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Monitorias Realizadas </a:t>
            </a:r>
          </a:p>
        </p:txBody>
      </p:sp>
      <p:pic>
        <p:nvPicPr>
          <p:cNvPr id="9" name="Imagem 8">
            <a:extLst>
              <a:ext uri="{FF2B5EF4-FFF2-40B4-BE49-F238E27FC236}">
                <a16:creationId xmlns:a16="http://schemas.microsoft.com/office/drawing/2014/main" id="{2C1B430B-8F61-D960-D542-C5D68717D53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6875" y="62021"/>
            <a:ext cx="6834659" cy="371724"/>
          </a:xfrm>
          <a:prstGeom prst="rect">
            <a:avLst/>
          </a:prstGeom>
        </p:spPr>
      </p:pic>
      <p:sp>
        <p:nvSpPr>
          <p:cNvPr id="10" name="Retângulo: Cantos Arredondados 9">
            <a:extLst>
              <a:ext uri="{FF2B5EF4-FFF2-40B4-BE49-F238E27FC236}">
                <a16:creationId xmlns:a16="http://schemas.microsoft.com/office/drawing/2014/main" id="{F87237AD-EE76-C2D2-0E8C-72D4F1CB7688}"/>
              </a:ext>
            </a:extLst>
          </p:cNvPr>
          <p:cNvSpPr/>
          <p:nvPr/>
        </p:nvSpPr>
        <p:spPr>
          <a:xfrm>
            <a:off x="9186399" y="206223"/>
            <a:ext cx="1051110" cy="127915"/>
          </a:xfrm>
          <a:prstGeom prst="roundRect">
            <a:avLst>
              <a:gd name="adj" fmla="val 42683"/>
            </a:avLst>
          </a:prstGeom>
          <a:solidFill>
            <a:schemeClr val="bg1">
              <a:alpha val="21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4" name="Retângulo: Cantos Arredondados 3">
            <a:extLst>
              <a:ext uri="{FF2B5EF4-FFF2-40B4-BE49-F238E27FC236}">
                <a16:creationId xmlns:a16="http://schemas.microsoft.com/office/drawing/2014/main" id="{B36EAEFF-C4FB-FF77-38C6-067B7F3390ED}"/>
              </a:ext>
            </a:extLst>
          </p:cNvPr>
          <p:cNvSpPr/>
          <p:nvPr/>
        </p:nvSpPr>
        <p:spPr>
          <a:xfrm>
            <a:off x="6548974" y="3567387"/>
            <a:ext cx="4716379" cy="2358190"/>
          </a:xfrm>
          <a:prstGeom prst="roundRect">
            <a:avLst/>
          </a:prstGeom>
          <a:solidFill>
            <a:schemeClr val="bg1">
              <a:alpha val="76000"/>
            </a:schemeClr>
          </a:solidFill>
          <a:ln>
            <a:noFill/>
          </a:ln>
          <a:effectLst>
            <a:outerShdw blurRad="177800" dist="38100" dir="5400000" sx="107000" sy="107000" algn="t" rotWithShape="0">
              <a:prstClr val="black">
                <a:alpha val="11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11" name="Retângulo: Cantos Arredondados 10">
            <a:extLst>
              <a:ext uri="{FF2B5EF4-FFF2-40B4-BE49-F238E27FC236}">
                <a16:creationId xmlns:a16="http://schemas.microsoft.com/office/drawing/2014/main" id="{85C2064E-DD01-3FCA-59C9-A7DC56202908}"/>
              </a:ext>
            </a:extLst>
          </p:cNvPr>
          <p:cNvSpPr/>
          <p:nvPr/>
        </p:nvSpPr>
        <p:spPr>
          <a:xfrm>
            <a:off x="731446" y="3567387"/>
            <a:ext cx="4716379" cy="2358190"/>
          </a:xfrm>
          <a:prstGeom prst="roundRect">
            <a:avLst/>
          </a:prstGeom>
          <a:solidFill>
            <a:schemeClr val="bg1">
              <a:alpha val="76000"/>
            </a:schemeClr>
          </a:solidFill>
          <a:ln>
            <a:noFill/>
          </a:ln>
          <a:effectLst>
            <a:outerShdw blurRad="177800" dist="38100" dir="5400000" sx="107000" sy="107000" algn="t" rotWithShape="0">
              <a:prstClr val="black">
                <a:alpha val="11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graphicFrame>
        <p:nvGraphicFramePr>
          <p:cNvPr id="13" name="Gráfico 12">
            <a:extLst>
              <a:ext uri="{FF2B5EF4-FFF2-40B4-BE49-F238E27FC236}">
                <a16:creationId xmlns:a16="http://schemas.microsoft.com/office/drawing/2014/main" id="{A438BCD8-7097-B836-6C11-2FB0DC258BD8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67820154"/>
              </p:ext>
            </p:extLst>
          </p:nvPr>
        </p:nvGraphicFramePr>
        <p:xfrm>
          <a:off x="883992" y="3716667"/>
          <a:ext cx="4157940" cy="205962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4" name="Título 1">
            <a:extLst>
              <a:ext uri="{FF2B5EF4-FFF2-40B4-BE49-F238E27FC236}">
                <a16:creationId xmlns:a16="http://schemas.microsoft.com/office/drawing/2014/main" id="{12950F81-05BC-FC2C-B222-135E0ABBC9E0}"/>
              </a:ext>
            </a:extLst>
          </p:cNvPr>
          <p:cNvSpPr txBox="1">
            <a:spLocks/>
          </p:cNvSpPr>
          <p:nvPr/>
        </p:nvSpPr>
        <p:spPr>
          <a:xfrm>
            <a:off x="3139268" y="532473"/>
            <a:ext cx="5168247" cy="43718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50000"/>
              </a:lnSpc>
            </a:pPr>
            <a:r>
              <a:rPr lang="pt-BR" sz="1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VISÃO MENSAL </a:t>
            </a:r>
          </a:p>
        </p:txBody>
      </p:sp>
      <p:sp>
        <p:nvSpPr>
          <p:cNvPr id="15" name="Título 1">
            <a:extLst>
              <a:ext uri="{FF2B5EF4-FFF2-40B4-BE49-F238E27FC236}">
                <a16:creationId xmlns:a16="http://schemas.microsoft.com/office/drawing/2014/main" id="{1810947E-75B2-3A41-AAF8-BF8AA4E2D89D}"/>
              </a:ext>
            </a:extLst>
          </p:cNvPr>
          <p:cNvSpPr txBox="1">
            <a:spLocks/>
          </p:cNvSpPr>
          <p:nvPr/>
        </p:nvSpPr>
        <p:spPr>
          <a:xfrm>
            <a:off x="3282825" y="2879929"/>
            <a:ext cx="5168247" cy="556642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50000"/>
              </a:lnSpc>
            </a:pPr>
            <a:r>
              <a:rPr lang="pt-BR" sz="1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VISÃO POR CICLO </a:t>
            </a:r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756ACA56-3DAA-22B1-5F7A-B199CE781D0C}"/>
              </a:ext>
            </a:extLst>
          </p:cNvPr>
          <p:cNvSpPr txBox="1"/>
          <p:nvPr/>
        </p:nvSpPr>
        <p:spPr>
          <a:xfrm>
            <a:off x="2750576" y="1683744"/>
            <a:ext cx="777384" cy="307777"/>
          </a:xfrm>
          <a:prstGeom prst="rect">
            <a:avLst/>
          </a:prstGeom>
          <a:solidFill>
            <a:srgbClr val="00B050"/>
          </a:solidFill>
        </p:spPr>
        <p:txBody>
          <a:bodyPr wrap="square" rtlCol="0">
            <a:spAutoFit/>
          </a:bodyPr>
          <a:lstStyle/>
          <a:p>
            <a:pPr algn="ctr"/>
            <a:r>
              <a:rPr lang="pt-BR" sz="7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0 monitorias </a:t>
            </a:r>
          </a:p>
          <a:p>
            <a:pPr algn="ctr"/>
            <a:r>
              <a:rPr lang="pt-BR" sz="7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justificadas*</a:t>
            </a:r>
          </a:p>
        </p:txBody>
      </p:sp>
      <p:sp>
        <p:nvSpPr>
          <p:cNvPr id="18" name="CaixaDeTexto 17">
            <a:extLst>
              <a:ext uri="{FF2B5EF4-FFF2-40B4-BE49-F238E27FC236}">
                <a16:creationId xmlns:a16="http://schemas.microsoft.com/office/drawing/2014/main" id="{F6816B9A-68CC-F895-CC57-3618981B6345}"/>
              </a:ext>
            </a:extLst>
          </p:cNvPr>
          <p:cNvSpPr txBox="1"/>
          <p:nvPr/>
        </p:nvSpPr>
        <p:spPr>
          <a:xfrm>
            <a:off x="10718949" y="1682038"/>
            <a:ext cx="777384" cy="307777"/>
          </a:xfrm>
          <a:prstGeom prst="rect">
            <a:avLst/>
          </a:prstGeom>
          <a:solidFill>
            <a:srgbClr val="00B050"/>
          </a:solidFill>
        </p:spPr>
        <p:txBody>
          <a:bodyPr wrap="square" rtlCol="0">
            <a:spAutoFit/>
          </a:bodyPr>
          <a:lstStyle/>
          <a:p>
            <a:pPr algn="ctr"/>
            <a:r>
              <a:rPr lang="pt-BR" sz="7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0 monitorias </a:t>
            </a:r>
          </a:p>
          <a:p>
            <a:pPr algn="ctr"/>
            <a:r>
              <a:rPr lang="pt-BR" sz="7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justificadas*</a:t>
            </a:r>
          </a:p>
        </p:txBody>
      </p:sp>
      <p:graphicFrame>
        <p:nvGraphicFramePr>
          <p:cNvPr id="2" name="Gráfico 1">
            <a:extLst>
              <a:ext uri="{FF2B5EF4-FFF2-40B4-BE49-F238E27FC236}">
                <a16:creationId xmlns:a16="http://schemas.microsoft.com/office/drawing/2014/main" id="{E99D080B-87A6-E372-024A-8E1332538A08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29046285"/>
              </p:ext>
            </p:extLst>
          </p:nvPr>
        </p:nvGraphicFramePr>
        <p:xfrm>
          <a:off x="6713007" y="3841523"/>
          <a:ext cx="4157940" cy="205962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</p:spTree>
    <p:extLst>
      <p:ext uri="{BB962C8B-B14F-4D97-AF65-F5344CB8AC3E}">
        <p14:creationId xmlns:p14="http://schemas.microsoft.com/office/powerpoint/2010/main" val="205127469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  <a:alpha val="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05C30D4-5FB0-2070-BA00-9E219C3148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Retângulo: Cantos Arredondados 30">
            <a:extLst>
              <a:ext uri="{FF2B5EF4-FFF2-40B4-BE49-F238E27FC236}">
                <a16:creationId xmlns:a16="http://schemas.microsoft.com/office/drawing/2014/main" id="{5FF4E82B-7C2A-B667-7CE0-9DCA6F3EC0A8}"/>
              </a:ext>
            </a:extLst>
          </p:cNvPr>
          <p:cNvSpPr/>
          <p:nvPr/>
        </p:nvSpPr>
        <p:spPr>
          <a:xfrm>
            <a:off x="3737810" y="1045967"/>
            <a:ext cx="4716379" cy="2358190"/>
          </a:xfrm>
          <a:prstGeom prst="roundRect">
            <a:avLst/>
          </a:prstGeom>
          <a:solidFill>
            <a:schemeClr val="bg1">
              <a:alpha val="76000"/>
            </a:schemeClr>
          </a:solidFill>
          <a:ln>
            <a:noFill/>
          </a:ln>
          <a:effectLst>
            <a:outerShdw blurRad="177800" dist="38100" dir="5400000" sx="107000" sy="107000" algn="t" rotWithShape="0">
              <a:prstClr val="black">
                <a:alpha val="11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4" name="Retângulo 3">
            <a:extLst>
              <a:ext uri="{FF2B5EF4-FFF2-40B4-BE49-F238E27FC236}">
                <a16:creationId xmlns:a16="http://schemas.microsoft.com/office/drawing/2014/main" id="{BD07A4D6-EB74-2360-B852-F04C5B507659}"/>
              </a:ext>
            </a:extLst>
          </p:cNvPr>
          <p:cNvSpPr/>
          <p:nvPr/>
        </p:nvSpPr>
        <p:spPr>
          <a:xfrm>
            <a:off x="0" y="-51217"/>
            <a:ext cx="12192000" cy="627321"/>
          </a:xfrm>
          <a:prstGeom prst="rect">
            <a:avLst/>
          </a:prstGeom>
          <a:gradFill>
            <a:gsLst>
              <a:gs pos="3000">
                <a:srgbClr val="002060"/>
              </a:gs>
              <a:gs pos="61000">
                <a:schemeClr val="accent5">
                  <a:lumMod val="75000"/>
                </a:schemeClr>
              </a:gs>
            </a:gsLst>
            <a:lin ang="108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16" name="Título 1">
            <a:extLst>
              <a:ext uri="{FF2B5EF4-FFF2-40B4-BE49-F238E27FC236}">
                <a16:creationId xmlns:a16="http://schemas.microsoft.com/office/drawing/2014/main" id="{0AEE683D-362E-878B-2369-5A1663B51BF1}"/>
              </a:ext>
            </a:extLst>
          </p:cNvPr>
          <p:cNvSpPr txBox="1">
            <a:spLocks/>
          </p:cNvSpPr>
          <p:nvPr/>
        </p:nvSpPr>
        <p:spPr>
          <a:xfrm>
            <a:off x="324876" y="0"/>
            <a:ext cx="9144000" cy="489098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pt-BR" sz="1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br>
              <a:rPr lang="pt-BR" sz="1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pt-BR" sz="1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Monitorias Realizadas </a:t>
            </a:r>
          </a:p>
        </p:txBody>
      </p:sp>
      <p:pic>
        <p:nvPicPr>
          <p:cNvPr id="20" name="Imagem 19">
            <a:extLst>
              <a:ext uri="{FF2B5EF4-FFF2-40B4-BE49-F238E27FC236}">
                <a16:creationId xmlns:a16="http://schemas.microsoft.com/office/drawing/2014/main" id="{D0EFABD4-90CF-4B6A-8C38-61C54792FF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6875" y="62021"/>
            <a:ext cx="6834659" cy="371724"/>
          </a:xfrm>
          <a:prstGeom prst="rect">
            <a:avLst/>
          </a:prstGeom>
        </p:spPr>
      </p:pic>
      <p:sp>
        <p:nvSpPr>
          <p:cNvPr id="22" name="Retângulo: Cantos Arredondados 21">
            <a:extLst>
              <a:ext uri="{FF2B5EF4-FFF2-40B4-BE49-F238E27FC236}">
                <a16:creationId xmlns:a16="http://schemas.microsoft.com/office/drawing/2014/main" id="{0B08BB1E-1D83-439F-9DC3-8AE51E983FE3}"/>
              </a:ext>
            </a:extLst>
          </p:cNvPr>
          <p:cNvSpPr/>
          <p:nvPr/>
        </p:nvSpPr>
        <p:spPr>
          <a:xfrm>
            <a:off x="10385102" y="215903"/>
            <a:ext cx="1051110" cy="127915"/>
          </a:xfrm>
          <a:prstGeom prst="roundRect">
            <a:avLst>
              <a:gd name="adj" fmla="val 42683"/>
            </a:avLst>
          </a:prstGeom>
          <a:solidFill>
            <a:schemeClr val="bg1">
              <a:alpha val="21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30" name="Título 1">
            <a:extLst>
              <a:ext uri="{FF2B5EF4-FFF2-40B4-BE49-F238E27FC236}">
                <a16:creationId xmlns:a16="http://schemas.microsoft.com/office/drawing/2014/main" id="{E061A10A-B80B-5C4C-6B80-49D23FC1673E}"/>
              </a:ext>
            </a:extLst>
          </p:cNvPr>
          <p:cNvSpPr txBox="1">
            <a:spLocks/>
          </p:cNvSpPr>
          <p:nvPr/>
        </p:nvSpPr>
        <p:spPr>
          <a:xfrm>
            <a:off x="3415292" y="469863"/>
            <a:ext cx="5168247" cy="556642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50000"/>
              </a:lnSpc>
            </a:pPr>
            <a:r>
              <a:rPr lang="pt-BR" sz="1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VISÃO POR CICLO </a:t>
            </a:r>
          </a:p>
        </p:txBody>
      </p:sp>
      <p:sp>
        <p:nvSpPr>
          <p:cNvPr id="2" name="Retângulo: Cantos Arredondados 1">
            <a:extLst>
              <a:ext uri="{FF2B5EF4-FFF2-40B4-BE49-F238E27FC236}">
                <a16:creationId xmlns:a16="http://schemas.microsoft.com/office/drawing/2014/main" id="{BE9DAC5C-931B-9BAC-3F3D-5295052BDA74}"/>
              </a:ext>
            </a:extLst>
          </p:cNvPr>
          <p:cNvSpPr/>
          <p:nvPr/>
        </p:nvSpPr>
        <p:spPr>
          <a:xfrm>
            <a:off x="599637" y="3787144"/>
            <a:ext cx="10992725" cy="2358190"/>
          </a:xfrm>
          <a:prstGeom prst="roundRect">
            <a:avLst/>
          </a:prstGeom>
          <a:solidFill>
            <a:schemeClr val="bg1">
              <a:alpha val="76000"/>
            </a:schemeClr>
          </a:solidFill>
          <a:ln>
            <a:noFill/>
          </a:ln>
          <a:effectLst>
            <a:outerShdw blurRad="177800" dist="38100" dir="5400000" sx="103000" sy="103000" algn="t" rotWithShape="0">
              <a:prstClr val="black">
                <a:alpha val="14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graphicFrame>
        <p:nvGraphicFramePr>
          <p:cNvPr id="9" name="Gráfico 8">
            <a:extLst>
              <a:ext uri="{FF2B5EF4-FFF2-40B4-BE49-F238E27FC236}">
                <a16:creationId xmlns:a16="http://schemas.microsoft.com/office/drawing/2014/main" id="{A0AD642C-742E-DB7D-C6CD-C1CC9EC11DE6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845643698"/>
              </p:ext>
            </p:extLst>
          </p:nvPr>
        </p:nvGraphicFramePr>
        <p:xfrm>
          <a:off x="3937188" y="1119433"/>
          <a:ext cx="4157940" cy="234112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3" name="CaixaDeTexto 2">
            <a:extLst>
              <a:ext uri="{FF2B5EF4-FFF2-40B4-BE49-F238E27FC236}">
                <a16:creationId xmlns:a16="http://schemas.microsoft.com/office/drawing/2014/main" id="{AF993CD5-F904-F689-AC50-F9B160D1C768}"/>
              </a:ext>
            </a:extLst>
          </p:cNvPr>
          <p:cNvSpPr txBox="1"/>
          <p:nvPr/>
        </p:nvSpPr>
        <p:spPr>
          <a:xfrm>
            <a:off x="2778339" y="5258332"/>
            <a:ext cx="54863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800" dirty="0">
                <a:solidFill>
                  <a:schemeClr val="bg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100%</a:t>
            </a: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00C37DE5-92F8-9011-69CD-EFE1E5237EA9}"/>
              </a:ext>
            </a:extLst>
          </p:cNvPr>
          <p:cNvSpPr txBox="1"/>
          <p:nvPr/>
        </p:nvSpPr>
        <p:spPr>
          <a:xfrm>
            <a:off x="1807514" y="5258332"/>
            <a:ext cx="54863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800" dirty="0">
                <a:solidFill>
                  <a:schemeClr val="bg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100%</a:t>
            </a:r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id="{0B1CE29B-28EF-BD78-3BA1-3D3B33E86D11}"/>
              </a:ext>
            </a:extLst>
          </p:cNvPr>
          <p:cNvSpPr txBox="1"/>
          <p:nvPr/>
        </p:nvSpPr>
        <p:spPr>
          <a:xfrm>
            <a:off x="3843302" y="5259442"/>
            <a:ext cx="54863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800" dirty="0">
                <a:solidFill>
                  <a:schemeClr val="bg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50,00%</a:t>
            </a:r>
          </a:p>
        </p:txBody>
      </p: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6DDE3BA6-1846-569F-15CB-995CC7E0CD4C}"/>
              </a:ext>
            </a:extLst>
          </p:cNvPr>
          <p:cNvSpPr txBox="1"/>
          <p:nvPr/>
        </p:nvSpPr>
        <p:spPr>
          <a:xfrm>
            <a:off x="4878812" y="5151720"/>
            <a:ext cx="54863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800" dirty="0">
                <a:solidFill>
                  <a:schemeClr val="bg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60,00%</a:t>
            </a:r>
          </a:p>
        </p:txBody>
      </p:sp>
      <p:graphicFrame>
        <p:nvGraphicFramePr>
          <p:cNvPr id="14" name="Gráfico 13">
            <a:extLst>
              <a:ext uri="{FF2B5EF4-FFF2-40B4-BE49-F238E27FC236}">
                <a16:creationId xmlns:a16="http://schemas.microsoft.com/office/drawing/2014/main" id="{05AFEA70-2073-F83C-85F9-84917695534A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224018295"/>
              </p:ext>
            </p:extLst>
          </p:nvPr>
        </p:nvGraphicFramePr>
        <p:xfrm>
          <a:off x="958190" y="3763451"/>
          <a:ext cx="4825219" cy="240557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15" name="Gráfico 14">
            <a:extLst>
              <a:ext uri="{FF2B5EF4-FFF2-40B4-BE49-F238E27FC236}">
                <a16:creationId xmlns:a16="http://schemas.microsoft.com/office/drawing/2014/main" id="{22DD1160-3E61-2314-4B90-BA164CEB1069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126932525"/>
              </p:ext>
            </p:extLst>
          </p:nvPr>
        </p:nvGraphicFramePr>
        <p:xfrm>
          <a:off x="6632733" y="3787144"/>
          <a:ext cx="4825219" cy="240557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</p:spTree>
    <p:extLst>
      <p:ext uri="{BB962C8B-B14F-4D97-AF65-F5344CB8AC3E}">
        <p14:creationId xmlns:p14="http://schemas.microsoft.com/office/powerpoint/2010/main" val="206056546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3000">
              <a:srgbClr val="002060"/>
            </a:gs>
            <a:gs pos="61000">
              <a:schemeClr val="accent5">
                <a:lumMod val="75000"/>
              </a:schemeClr>
            </a:gs>
          </a:gsLst>
          <a:lin ang="108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Retângulo: Cantos Arredondados 20">
            <a:extLst>
              <a:ext uri="{FF2B5EF4-FFF2-40B4-BE49-F238E27FC236}">
                <a16:creationId xmlns:a16="http://schemas.microsoft.com/office/drawing/2014/main" id="{D9B7EF7A-7DD1-8797-9CDB-D42DC05CB1F6}"/>
              </a:ext>
            </a:extLst>
          </p:cNvPr>
          <p:cNvSpPr/>
          <p:nvPr/>
        </p:nvSpPr>
        <p:spPr>
          <a:xfrm>
            <a:off x="9127754" y="5973605"/>
            <a:ext cx="1483403" cy="319990"/>
          </a:xfrm>
          <a:prstGeom prst="roundRect">
            <a:avLst>
              <a:gd name="adj" fmla="val 42683"/>
            </a:avLst>
          </a:prstGeom>
          <a:solidFill>
            <a:schemeClr val="bg1">
              <a:alpha val="21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11" name="Elipse 10">
            <a:extLst>
              <a:ext uri="{FF2B5EF4-FFF2-40B4-BE49-F238E27FC236}">
                <a16:creationId xmlns:a16="http://schemas.microsoft.com/office/drawing/2014/main" id="{BA24F666-9D27-8354-F7A0-97A1B18F7B3C}"/>
              </a:ext>
            </a:extLst>
          </p:cNvPr>
          <p:cNvSpPr/>
          <p:nvPr/>
        </p:nvSpPr>
        <p:spPr>
          <a:xfrm>
            <a:off x="7947377" y="-1082856"/>
            <a:ext cx="5000980" cy="5000980"/>
          </a:xfrm>
          <a:prstGeom prst="ellipse">
            <a:avLst/>
          </a:prstGeom>
          <a:solidFill>
            <a:srgbClr val="194E8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12" name="Título 1">
            <a:extLst>
              <a:ext uri="{FF2B5EF4-FFF2-40B4-BE49-F238E27FC236}">
                <a16:creationId xmlns:a16="http://schemas.microsoft.com/office/drawing/2014/main" id="{7606BDFD-9C72-0DB8-CE82-298C895D32A0}"/>
              </a:ext>
            </a:extLst>
          </p:cNvPr>
          <p:cNvSpPr txBox="1">
            <a:spLocks/>
          </p:cNvSpPr>
          <p:nvPr/>
        </p:nvSpPr>
        <p:spPr>
          <a:xfrm>
            <a:off x="1469486" y="5883696"/>
            <a:ext cx="1998133" cy="39053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pt-BR" sz="1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Operações Digital</a:t>
            </a:r>
          </a:p>
        </p:txBody>
      </p:sp>
      <p:sp>
        <p:nvSpPr>
          <p:cNvPr id="13" name="Título 1">
            <a:extLst>
              <a:ext uri="{FF2B5EF4-FFF2-40B4-BE49-F238E27FC236}">
                <a16:creationId xmlns:a16="http://schemas.microsoft.com/office/drawing/2014/main" id="{5BEFBB8C-5A76-76AF-878C-8F412CEEDF75}"/>
              </a:ext>
            </a:extLst>
          </p:cNvPr>
          <p:cNvSpPr txBox="1">
            <a:spLocks/>
          </p:cNvSpPr>
          <p:nvPr/>
        </p:nvSpPr>
        <p:spPr>
          <a:xfrm>
            <a:off x="3753556" y="5901265"/>
            <a:ext cx="1998133" cy="39053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endParaRPr lang="pt-BR" sz="160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4" name="Título 1">
            <a:extLst>
              <a:ext uri="{FF2B5EF4-FFF2-40B4-BE49-F238E27FC236}">
                <a16:creationId xmlns:a16="http://schemas.microsoft.com/office/drawing/2014/main" id="{CA7B92B7-C10C-9170-686C-619A358C3EDA}"/>
              </a:ext>
            </a:extLst>
          </p:cNvPr>
          <p:cNvSpPr txBox="1">
            <a:spLocks/>
          </p:cNvSpPr>
          <p:nvPr/>
        </p:nvSpPr>
        <p:spPr>
          <a:xfrm>
            <a:off x="4120444" y="5885738"/>
            <a:ext cx="1707442" cy="39053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pt-BR"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Central de Ajuda</a:t>
            </a:r>
          </a:p>
        </p:txBody>
      </p:sp>
      <p:sp>
        <p:nvSpPr>
          <p:cNvPr id="15" name="Título 1">
            <a:extLst>
              <a:ext uri="{FF2B5EF4-FFF2-40B4-BE49-F238E27FC236}">
                <a16:creationId xmlns:a16="http://schemas.microsoft.com/office/drawing/2014/main" id="{D8388B6F-26C0-E8B5-C3B2-F7B433F03866}"/>
              </a:ext>
            </a:extLst>
          </p:cNvPr>
          <p:cNvSpPr txBox="1">
            <a:spLocks/>
          </p:cNvSpPr>
          <p:nvPr/>
        </p:nvSpPr>
        <p:spPr>
          <a:xfrm>
            <a:off x="6386612" y="5864793"/>
            <a:ext cx="739420" cy="39053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pt-BR"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Chat</a:t>
            </a:r>
          </a:p>
        </p:txBody>
      </p:sp>
      <p:sp>
        <p:nvSpPr>
          <p:cNvPr id="16" name="Título 1">
            <a:extLst>
              <a:ext uri="{FF2B5EF4-FFF2-40B4-BE49-F238E27FC236}">
                <a16:creationId xmlns:a16="http://schemas.microsoft.com/office/drawing/2014/main" id="{D0F93BBA-E770-0B22-E5D8-7C404A0D454B}"/>
              </a:ext>
            </a:extLst>
          </p:cNvPr>
          <p:cNvSpPr txBox="1">
            <a:spLocks/>
          </p:cNvSpPr>
          <p:nvPr/>
        </p:nvSpPr>
        <p:spPr>
          <a:xfrm>
            <a:off x="7374461" y="5883695"/>
            <a:ext cx="1533870" cy="39053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pt-BR"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Consumidor.gov</a:t>
            </a:r>
          </a:p>
        </p:txBody>
      </p:sp>
      <p:sp>
        <p:nvSpPr>
          <p:cNvPr id="17" name="Retângulo: Cantos Arredondados 16">
            <a:extLst>
              <a:ext uri="{FF2B5EF4-FFF2-40B4-BE49-F238E27FC236}">
                <a16:creationId xmlns:a16="http://schemas.microsoft.com/office/drawing/2014/main" id="{E533871F-8317-6F72-69E0-F732373A9CF4}"/>
              </a:ext>
            </a:extLst>
          </p:cNvPr>
          <p:cNvSpPr/>
          <p:nvPr/>
        </p:nvSpPr>
        <p:spPr>
          <a:xfrm>
            <a:off x="1168400" y="5901265"/>
            <a:ext cx="9855200" cy="447587"/>
          </a:xfrm>
          <a:prstGeom prst="roundRect">
            <a:avLst>
              <a:gd name="adj" fmla="val 42683"/>
            </a:avLst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18" name="Título 1">
            <a:extLst>
              <a:ext uri="{FF2B5EF4-FFF2-40B4-BE49-F238E27FC236}">
                <a16:creationId xmlns:a16="http://schemas.microsoft.com/office/drawing/2014/main" id="{DE706286-D960-53B5-5D40-39BC04E97E30}"/>
              </a:ext>
            </a:extLst>
          </p:cNvPr>
          <p:cNvSpPr txBox="1">
            <a:spLocks/>
          </p:cNvSpPr>
          <p:nvPr/>
        </p:nvSpPr>
        <p:spPr>
          <a:xfrm>
            <a:off x="3590232" y="5822126"/>
            <a:ext cx="366888" cy="39053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|</a:t>
            </a:r>
          </a:p>
        </p:txBody>
      </p:sp>
      <p:sp>
        <p:nvSpPr>
          <p:cNvPr id="19" name="Título 1">
            <a:extLst>
              <a:ext uri="{FF2B5EF4-FFF2-40B4-BE49-F238E27FC236}">
                <a16:creationId xmlns:a16="http://schemas.microsoft.com/office/drawing/2014/main" id="{2289849F-2484-731C-FE10-24CF16AD49ED}"/>
              </a:ext>
            </a:extLst>
          </p:cNvPr>
          <p:cNvSpPr txBox="1">
            <a:spLocks/>
          </p:cNvSpPr>
          <p:nvPr/>
        </p:nvSpPr>
        <p:spPr>
          <a:xfrm>
            <a:off x="5827886" y="5822125"/>
            <a:ext cx="366888" cy="39053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|</a:t>
            </a:r>
          </a:p>
        </p:txBody>
      </p:sp>
      <p:sp>
        <p:nvSpPr>
          <p:cNvPr id="20" name="Título 1">
            <a:extLst>
              <a:ext uri="{FF2B5EF4-FFF2-40B4-BE49-F238E27FC236}">
                <a16:creationId xmlns:a16="http://schemas.microsoft.com/office/drawing/2014/main" id="{4C19BD5A-A221-916E-E0A9-367FCCE9030F}"/>
              </a:ext>
            </a:extLst>
          </p:cNvPr>
          <p:cNvSpPr txBox="1">
            <a:spLocks/>
          </p:cNvSpPr>
          <p:nvPr/>
        </p:nvSpPr>
        <p:spPr>
          <a:xfrm>
            <a:off x="7066802" y="5865298"/>
            <a:ext cx="366888" cy="39053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|</a:t>
            </a:r>
          </a:p>
        </p:txBody>
      </p:sp>
      <p:pic>
        <p:nvPicPr>
          <p:cNvPr id="26" name="Imagem 25">
            <a:extLst>
              <a:ext uri="{FF2B5EF4-FFF2-40B4-BE49-F238E27FC236}">
                <a16:creationId xmlns:a16="http://schemas.microsoft.com/office/drawing/2014/main" id="{925310E8-91AC-2334-EEC2-64368966EC1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10000" b="90000" l="10000" r="9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7374460" y="1237010"/>
            <a:ext cx="5480601" cy="4019107"/>
          </a:xfrm>
          <a:prstGeom prst="rect">
            <a:avLst/>
          </a:prstGeom>
        </p:spPr>
      </p:pic>
      <p:pic>
        <p:nvPicPr>
          <p:cNvPr id="28" name="Imagem 27">
            <a:extLst>
              <a:ext uri="{FF2B5EF4-FFF2-40B4-BE49-F238E27FC236}">
                <a16:creationId xmlns:a16="http://schemas.microsoft.com/office/drawing/2014/main" id="{C51CC3E6-5A2B-3343-12E9-8389B370397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80290" y="2236217"/>
            <a:ext cx="5332261" cy="3435813"/>
          </a:xfrm>
          <a:prstGeom prst="rect">
            <a:avLst/>
          </a:prstGeom>
        </p:spPr>
      </p:pic>
      <p:pic>
        <p:nvPicPr>
          <p:cNvPr id="25" name="Imagem 24">
            <a:extLst>
              <a:ext uri="{FF2B5EF4-FFF2-40B4-BE49-F238E27FC236}">
                <a16:creationId xmlns:a16="http://schemas.microsoft.com/office/drawing/2014/main" id="{8F103DBD-DAD2-4FE4-B5CC-941177F86FC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03156" y="368559"/>
            <a:ext cx="1505175" cy="598854"/>
          </a:xfrm>
          <a:prstGeom prst="rect">
            <a:avLst/>
          </a:prstGeom>
        </p:spPr>
      </p:pic>
      <p:sp>
        <p:nvSpPr>
          <p:cNvPr id="27" name="Título 1">
            <a:extLst>
              <a:ext uri="{FF2B5EF4-FFF2-40B4-BE49-F238E27FC236}">
                <a16:creationId xmlns:a16="http://schemas.microsoft.com/office/drawing/2014/main" id="{3F01F83B-7291-417E-871C-D603E30F3474}"/>
              </a:ext>
            </a:extLst>
          </p:cNvPr>
          <p:cNvSpPr txBox="1">
            <a:spLocks/>
          </p:cNvSpPr>
          <p:nvPr/>
        </p:nvSpPr>
        <p:spPr>
          <a:xfrm>
            <a:off x="8804667" y="5864793"/>
            <a:ext cx="366888" cy="39053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|</a:t>
            </a:r>
          </a:p>
        </p:txBody>
      </p:sp>
      <p:sp>
        <p:nvSpPr>
          <p:cNvPr id="34" name="Título 1">
            <a:extLst>
              <a:ext uri="{FF2B5EF4-FFF2-40B4-BE49-F238E27FC236}">
                <a16:creationId xmlns:a16="http://schemas.microsoft.com/office/drawing/2014/main" id="{41076838-B3CC-46F4-A4D5-71B4EFE8A007}"/>
              </a:ext>
            </a:extLst>
          </p:cNvPr>
          <p:cNvSpPr txBox="1">
            <a:spLocks/>
          </p:cNvSpPr>
          <p:nvPr/>
        </p:nvSpPr>
        <p:spPr>
          <a:xfrm>
            <a:off x="9156760" y="5901265"/>
            <a:ext cx="1533870" cy="39053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pt-BR"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Reclame Aqui</a:t>
            </a:r>
          </a:p>
        </p:txBody>
      </p:sp>
      <p:sp>
        <p:nvSpPr>
          <p:cNvPr id="29" name="Título 1">
            <a:extLst>
              <a:ext uri="{FF2B5EF4-FFF2-40B4-BE49-F238E27FC236}">
                <a16:creationId xmlns:a16="http://schemas.microsoft.com/office/drawing/2014/main" id="{C6A5BAFA-62F4-453C-BB5C-2A2F4BAD3D3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22318" y="2466134"/>
            <a:ext cx="9144000" cy="1181350"/>
          </a:xfrm>
        </p:spPr>
        <p:txBody>
          <a:bodyPr>
            <a:normAutofit/>
          </a:bodyPr>
          <a:lstStyle/>
          <a:p>
            <a:pPr algn="l"/>
            <a:r>
              <a:rPr lang="pt-BR" sz="6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RECLAME AQUI</a:t>
            </a:r>
          </a:p>
        </p:txBody>
      </p:sp>
      <p:sp>
        <p:nvSpPr>
          <p:cNvPr id="30" name="Título 1">
            <a:extLst>
              <a:ext uri="{FF2B5EF4-FFF2-40B4-BE49-F238E27FC236}">
                <a16:creationId xmlns:a16="http://schemas.microsoft.com/office/drawing/2014/main" id="{D1BEED2F-D67A-406D-AAC9-4E04E6A7AFD4}"/>
              </a:ext>
            </a:extLst>
          </p:cNvPr>
          <p:cNvSpPr txBox="1">
            <a:spLocks/>
          </p:cNvSpPr>
          <p:nvPr/>
        </p:nvSpPr>
        <p:spPr>
          <a:xfrm>
            <a:off x="1122318" y="1911623"/>
            <a:ext cx="9144000" cy="2219149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pt-BR" sz="3600" b="1" dirty="0">
                <a:solidFill>
                  <a:schemeClr val="accent4">
                    <a:lumMod val="60000"/>
                    <a:lumOff val="4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SEMANAL</a:t>
            </a:r>
            <a:endParaRPr lang="pt-BR" sz="4800" b="1" dirty="0">
              <a:solidFill>
                <a:schemeClr val="accent4">
                  <a:lumMod val="60000"/>
                  <a:lumOff val="40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3" name="Título 1">
            <a:extLst>
              <a:ext uri="{FF2B5EF4-FFF2-40B4-BE49-F238E27FC236}">
                <a16:creationId xmlns:a16="http://schemas.microsoft.com/office/drawing/2014/main" id="{6B5C9D76-8ED2-41A9-A3C0-F7C350550EDE}"/>
              </a:ext>
            </a:extLst>
          </p:cNvPr>
          <p:cNvSpPr txBox="1">
            <a:spLocks/>
          </p:cNvSpPr>
          <p:nvPr/>
        </p:nvSpPr>
        <p:spPr>
          <a:xfrm>
            <a:off x="2090824" y="3987434"/>
            <a:ext cx="2375911" cy="55686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pt-BR" sz="20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Setembro 2026</a:t>
            </a:r>
            <a:endParaRPr lang="pt-BR" sz="320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5" name="Título 1">
            <a:extLst>
              <a:ext uri="{FF2B5EF4-FFF2-40B4-BE49-F238E27FC236}">
                <a16:creationId xmlns:a16="http://schemas.microsoft.com/office/drawing/2014/main" id="{FBD498E5-221B-4306-B453-B3A298B7F7DB}"/>
              </a:ext>
            </a:extLst>
          </p:cNvPr>
          <p:cNvSpPr txBox="1">
            <a:spLocks/>
          </p:cNvSpPr>
          <p:nvPr/>
        </p:nvSpPr>
        <p:spPr>
          <a:xfrm>
            <a:off x="1179689" y="2068978"/>
            <a:ext cx="9144000" cy="55686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pt-BR" sz="18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Monitorias e Feedbacks</a:t>
            </a:r>
          </a:p>
        </p:txBody>
      </p:sp>
      <p:cxnSp>
        <p:nvCxnSpPr>
          <p:cNvPr id="36" name="Conector reto 35">
            <a:extLst>
              <a:ext uri="{FF2B5EF4-FFF2-40B4-BE49-F238E27FC236}">
                <a16:creationId xmlns:a16="http://schemas.microsoft.com/office/drawing/2014/main" id="{80A74A16-AC57-4EA7-BCC5-E9E4331EBF22}"/>
              </a:ext>
            </a:extLst>
          </p:cNvPr>
          <p:cNvCxnSpPr>
            <a:cxnSpLocks/>
          </p:cNvCxnSpPr>
          <p:nvPr/>
        </p:nvCxnSpPr>
        <p:spPr>
          <a:xfrm>
            <a:off x="770663" y="2347408"/>
            <a:ext cx="0" cy="1934725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Elipse 36">
            <a:extLst>
              <a:ext uri="{FF2B5EF4-FFF2-40B4-BE49-F238E27FC236}">
                <a16:creationId xmlns:a16="http://schemas.microsoft.com/office/drawing/2014/main" id="{1BB0E9B2-068C-4781-BB2D-A1F4E665AB69}"/>
              </a:ext>
            </a:extLst>
          </p:cNvPr>
          <p:cNvSpPr/>
          <p:nvPr/>
        </p:nvSpPr>
        <p:spPr>
          <a:xfrm>
            <a:off x="690919" y="3166819"/>
            <a:ext cx="159488" cy="159488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cxnSp>
        <p:nvCxnSpPr>
          <p:cNvPr id="38" name="Conector reto 37">
            <a:extLst>
              <a:ext uri="{FF2B5EF4-FFF2-40B4-BE49-F238E27FC236}">
                <a16:creationId xmlns:a16="http://schemas.microsoft.com/office/drawing/2014/main" id="{92510A62-527F-4B44-B9F7-89B582399421}"/>
              </a:ext>
            </a:extLst>
          </p:cNvPr>
          <p:cNvCxnSpPr>
            <a:cxnSpLocks/>
          </p:cNvCxnSpPr>
          <p:nvPr/>
        </p:nvCxnSpPr>
        <p:spPr>
          <a:xfrm>
            <a:off x="1321818" y="4365828"/>
            <a:ext cx="769006" cy="0"/>
          </a:xfrm>
          <a:prstGeom prst="line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Elipse 38">
            <a:extLst>
              <a:ext uri="{FF2B5EF4-FFF2-40B4-BE49-F238E27FC236}">
                <a16:creationId xmlns:a16="http://schemas.microsoft.com/office/drawing/2014/main" id="{4CF56CBF-F5BC-4D5A-91D3-EB4B6E6D4D85}"/>
              </a:ext>
            </a:extLst>
          </p:cNvPr>
          <p:cNvSpPr/>
          <p:nvPr/>
        </p:nvSpPr>
        <p:spPr>
          <a:xfrm>
            <a:off x="1242074" y="4282133"/>
            <a:ext cx="159488" cy="159488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48177307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4942C4-360A-CA40-D07F-93ED55A4B2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tângulo: Cantos Arredondados 24">
            <a:extLst>
              <a:ext uri="{FF2B5EF4-FFF2-40B4-BE49-F238E27FC236}">
                <a16:creationId xmlns:a16="http://schemas.microsoft.com/office/drawing/2014/main" id="{D11EAAB7-2A87-0DFB-808D-0F95247425CF}"/>
              </a:ext>
            </a:extLst>
          </p:cNvPr>
          <p:cNvSpPr/>
          <p:nvPr/>
        </p:nvSpPr>
        <p:spPr>
          <a:xfrm>
            <a:off x="505325" y="1034715"/>
            <a:ext cx="3236495" cy="1515979"/>
          </a:xfrm>
          <a:prstGeom prst="roundRect">
            <a:avLst/>
          </a:prstGeom>
          <a:solidFill>
            <a:schemeClr val="bg1">
              <a:alpha val="76000"/>
            </a:schemeClr>
          </a:solidFill>
          <a:ln>
            <a:noFill/>
          </a:ln>
          <a:effectLst>
            <a:outerShdw blurRad="177800" dist="38100" dir="5400000" sx="107000" sy="107000" algn="t" rotWithShape="0">
              <a:prstClr val="black">
                <a:alpha val="11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0" name="Retângulo: Cantos Arredondados 19">
            <a:extLst>
              <a:ext uri="{FF2B5EF4-FFF2-40B4-BE49-F238E27FC236}">
                <a16:creationId xmlns:a16="http://schemas.microsoft.com/office/drawing/2014/main" id="{85C5BEB5-2B76-8918-22A4-D8EF6ACC2936}"/>
              </a:ext>
            </a:extLst>
          </p:cNvPr>
          <p:cNvSpPr/>
          <p:nvPr/>
        </p:nvSpPr>
        <p:spPr>
          <a:xfrm>
            <a:off x="505326" y="1034716"/>
            <a:ext cx="3236495" cy="1515979"/>
          </a:xfrm>
          <a:prstGeom prst="roundRect">
            <a:avLst/>
          </a:prstGeom>
          <a:solidFill>
            <a:schemeClr val="bg1"/>
          </a:solidFill>
          <a:ln>
            <a:noFill/>
          </a:ln>
          <a:effectLst>
            <a:outerShdw dist="101600" dir="10740000" algn="t" rotWithShape="0">
              <a:srgbClr val="2E75B6"/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4" name="CaixaDeTexto 23">
            <a:extLst>
              <a:ext uri="{FF2B5EF4-FFF2-40B4-BE49-F238E27FC236}">
                <a16:creationId xmlns:a16="http://schemas.microsoft.com/office/drawing/2014/main" id="{3A827915-CB23-2EF5-CDCC-A7D4748F56B1}"/>
              </a:ext>
            </a:extLst>
          </p:cNvPr>
          <p:cNvSpPr txBox="1"/>
          <p:nvPr/>
        </p:nvSpPr>
        <p:spPr>
          <a:xfrm>
            <a:off x="860256" y="1118934"/>
            <a:ext cx="252663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1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MONITORIAS REALIZADAS </a:t>
            </a:r>
          </a:p>
        </p:txBody>
      </p:sp>
      <p:sp>
        <p:nvSpPr>
          <p:cNvPr id="26" name="Retângulo: Cantos Arredondados 25">
            <a:extLst>
              <a:ext uri="{FF2B5EF4-FFF2-40B4-BE49-F238E27FC236}">
                <a16:creationId xmlns:a16="http://schemas.microsoft.com/office/drawing/2014/main" id="{9DB21D64-0782-7C39-83E7-31BA261C2C40}"/>
              </a:ext>
            </a:extLst>
          </p:cNvPr>
          <p:cNvSpPr/>
          <p:nvPr/>
        </p:nvSpPr>
        <p:spPr>
          <a:xfrm>
            <a:off x="8394702" y="1034714"/>
            <a:ext cx="3236495" cy="1515979"/>
          </a:xfrm>
          <a:prstGeom prst="roundRect">
            <a:avLst/>
          </a:prstGeom>
          <a:solidFill>
            <a:schemeClr val="bg1">
              <a:alpha val="76000"/>
            </a:schemeClr>
          </a:solidFill>
          <a:ln>
            <a:noFill/>
          </a:ln>
          <a:effectLst>
            <a:outerShdw blurRad="177800" dist="38100" dir="5400000" sx="107000" sy="107000" algn="t" rotWithShape="0">
              <a:prstClr val="black">
                <a:alpha val="11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7" name="Retângulo: Cantos Arredondados 26">
            <a:extLst>
              <a:ext uri="{FF2B5EF4-FFF2-40B4-BE49-F238E27FC236}">
                <a16:creationId xmlns:a16="http://schemas.microsoft.com/office/drawing/2014/main" id="{6E0DF0E2-8B2B-9359-94E2-CBCDA0AB3EF9}"/>
              </a:ext>
            </a:extLst>
          </p:cNvPr>
          <p:cNvSpPr/>
          <p:nvPr/>
        </p:nvSpPr>
        <p:spPr>
          <a:xfrm>
            <a:off x="8399103" y="1033039"/>
            <a:ext cx="3236495" cy="1515979"/>
          </a:xfrm>
          <a:prstGeom prst="roundRect">
            <a:avLst/>
          </a:prstGeom>
          <a:solidFill>
            <a:schemeClr val="bg1"/>
          </a:solidFill>
          <a:ln>
            <a:noFill/>
          </a:ln>
          <a:effectLst>
            <a:outerShdw dist="101600" dir="10740000" algn="t" rotWithShape="0">
              <a:srgbClr val="00B050"/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8" name="CaixaDeTexto 27">
            <a:extLst>
              <a:ext uri="{FF2B5EF4-FFF2-40B4-BE49-F238E27FC236}">
                <a16:creationId xmlns:a16="http://schemas.microsoft.com/office/drawing/2014/main" id="{9CEE9B60-CACA-DA9B-95A4-7FC33F8C999E}"/>
              </a:ext>
            </a:extLst>
          </p:cNvPr>
          <p:cNvSpPr txBox="1"/>
          <p:nvPr/>
        </p:nvSpPr>
        <p:spPr>
          <a:xfrm>
            <a:off x="9030967" y="1173396"/>
            <a:ext cx="214922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1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FEEDBACKS  REALIZADOS </a:t>
            </a:r>
          </a:p>
        </p:txBody>
      </p:sp>
      <p:sp>
        <p:nvSpPr>
          <p:cNvPr id="38" name="CaixaDeTexto 37">
            <a:extLst>
              <a:ext uri="{FF2B5EF4-FFF2-40B4-BE49-F238E27FC236}">
                <a16:creationId xmlns:a16="http://schemas.microsoft.com/office/drawing/2014/main" id="{F0D0413F-1302-4951-BA58-5FCEB97A18C2}"/>
              </a:ext>
            </a:extLst>
          </p:cNvPr>
          <p:cNvSpPr txBox="1"/>
          <p:nvPr/>
        </p:nvSpPr>
        <p:spPr>
          <a:xfrm>
            <a:off x="1243142" y="1269642"/>
            <a:ext cx="1723730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60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65</a:t>
            </a:r>
          </a:p>
        </p:txBody>
      </p:sp>
      <p:sp>
        <p:nvSpPr>
          <p:cNvPr id="39" name="CaixaDeTexto 38">
            <a:extLst>
              <a:ext uri="{FF2B5EF4-FFF2-40B4-BE49-F238E27FC236}">
                <a16:creationId xmlns:a16="http://schemas.microsoft.com/office/drawing/2014/main" id="{4264D1BE-81D1-4DD0-9406-41D070E956B1}"/>
              </a:ext>
            </a:extLst>
          </p:cNvPr>
          <p:cNvSpPr txBox="1"/>
          <p:nvPr/>
        </p:nvSpPr>
        <p:spPr>
          <a:xfrm>
            <a:off x="8426782" y="1289278"/>
            <a:ext cx="3160305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60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65</a:t>
            </a:r>
          </a:p>
        </p:txBody>
      </p:sp>
      <p:sp>
        <p:nvSpPr>
          <p:cNvPr id="49" name="Retângulo: Cantos Arredondados 48">
            <a:extLst>
              <a:ext uri="{FF2B5EF4-FFF2-40B4-BE49-F238E27FC236}">
                <a16:creationId xmlns:a16="http://schemas.microsoft.com/office/drawing/2014/main" id="{14B57E3F-A289-454E-9606-9DE2D5AEF48E}"/>
              </a:ext>
            </a:extLst>
          </p:cNvPr>
          <p:cNvSpPr/>
          <p:nvPr/>
        </p:nvSpPr>
        <p:spPr>
          <a:xfrm>
            <a:off x="4250327" y="1034714"/>
            <a:ext cx="3236495" cy="1515979"/>
          </a:xfrm>
          <a:prstGeom prst="roundRect">
            <a:avLst/>
          </a:prstGeom>
          <a:solidFill>
            <a:schemeClr val="bg1">
              <a:alpha val="76000"/>
            </a:schemeClr>
          </a:solidFill>
          <a:ln>
            <a:noFill/>
          </a:ln>
          <a:effectLst>
            <a:outerShdw blurRad="177800" dist="38100" dir="5400000" sx="107000" sy="107000" algn="t" rotWithShape="0">
              <a:prstClr val="black">
                <a:alpha val="11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56" name="Retângulo: Cantos Arredondados 55">
            <a:extLst>
              <a:ext uri="{FF2B5EF4-FFF2-40B4-BE49-F238E27FC236}">
                <a16:creationId xmlns:a16="http://schemas.microsoft.com/office/drawing/2014/main" id="{32AC41D8-CA97-4638-86E6-CF10F8020902}"/>
              </a:ext>
            </a:extLst>
          </p:cNvPr>
          <p:cNvSpPr/>
          <p:nvPr/>
        </p:nvSpPr>
        <p:spPr>
          <a:xfrm>
            <a:off x="4250328" y="1034715"/>
            <a:ext cx="3236495" cy="1515979"/>
          </a:xfrm>
          <a:prstGeom prst="roundRect">
            <a:avLst/>
          </a:prstGeom>
          <a:solidFill>
            <a:schemeClr val="bg1"/>
          </a:solidFill>
          <a:ln>
            <a:noFill/>
          </a:ln>
          <a:effectLst>
            <a:outerShdw dist="101600" dir="10740000" algn="t" rotWithShape="0">
              <a:srgbClr val="00B050"/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57" name="CaixaDeTexto 56">
            <a:extLst>
              <a:ext uri="{FF2B5EF4-FFF2-40B4-BE49-F238E27FC236}">
                <a16:creationId xmlns:a16="http://schemas.microsoft.com/office/drawing/2014/main" id="{27F2EC3F-B6FB-4FEF-9F8E-F02B9B08CA70}"/>
              </a:ext>
            </a:extLst>
          </p:cNvPr>
          <p:cNvSpPr txBox="1"/>
          <p:nvPr/>
        </p:nvSpPr>
        <p:spPr>
          <a:xfrm>
            <a:off x="4928589" y="1118934"/>
            <a:ext cx="181110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1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MÉDIA  DO MÊS</a:t>
            </a:r>
          </a:p>
        </p:txBody>
      </p:sp>
      <p:sp>
        <p:nvSpPr>
          <p:cNvPr id="58" name="CaixaDeTexto 57">
            <a:extLst>
              <a:ext uri="{FF2B5EF4-FFF2-40B4-BE49-F238E27FC236}">
                <a16:creationId xmlns:a16="http://schemas.microsoft.com/office/drawing/2014/main" id="{B2E6552C-25E5-4A50-BE6E-0CCABD0AB438}"/>
              </a:ext>
            </a:extLst>
          </p:cNvPr>
          <p:cNvSpPr txBox="1"/>
          <p:nvPr/>
        </p:nvSpPr>
        <p:spPr>
          <a:xfrm>
            <a:off x="4250326" y="1269642"/>
            <a:ext cx="3160305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6000" b="1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76,11</a:t>
            </a:r>
            <a:endParaRPr lang="pt-BR" sz="6000" b="1" dirty="0">
              <a:solidFill>
                <a:schemeClr val="tx1">
                  <a:lumMod val="50000"/>
                  <a:lumOff val="50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9" name="CaixaDeTexto 58">
            <a:extLst>
              <a:ext uri="{FF2B5EF4-FFF2-40B4-BE49-F238E27FC236}">
                <a16:creationId xmlns:a16="http://schemas.microsoft.com/office/drawing/2014/main" id="{FFA7B38D-33D4-44A2-A850-4CE694DBF118}"/>
              </a:ext>
            </a:extLst>
          </p:cNvPr>
          <p:cNvSpPr txBox="1"/>
          <p:nvPr/>
        </p:nvSpPr>
        <p:spPr>
          <a:xfrm>
            <a:off x="4501413" y="2187491"/>
            <a:ext cx="265812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0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(Qualidade + Operação)</a:t>
            </a:r>
          </a:p>
        </p:txBody>
      </p:sp>
      <p:sp>
        <p:nvSpPr>
          <p:cNvPr id="43" name="Google Shape;2081;p50">
            <a:extLst>
              <a:ext uri="{FF2B5EF4-FFF2-40B4-BE49-F238E27FC236}">
                <a16:creationId xmlns:a16="http://schemas.microsoft.com/office/drawing/2014/main" id="{2FAE6210-2975-4948-B144-3AC5F39539B9}"/>
              </a:ext>
            </a:extLst>
          </p:cNvPr>
          <p:cNvSpPr/>
          <p:nvPr/>
        </p:nvSpPr>
        <p:spPr>
          <a:xfrm>
            <a:off x="717771" y="1090898"/>
            <a:ext cx="179751" cy="284697"/>
          </a:xfrm>
          <a:custGeom>
            <a:avLst/>
            <a:gdLst/>
            <a:ahLst/>
            <a:cxnLst/>
            <a:rect l="l" t="t" r="r" b="b"/>
            <a:pathLst>
              <a:path w="7240" h="11467" extrusionOk="0">
                <a:moveTo>
                  <a:pt x="1048" y="346"/>
                </a:moveTo>
                <a:cubicBezTo>
                  <a:pt x="1156" y="346"/>
                  <a:pt x="1239" y="441"/>
                  <a:pt x="1239" y="537"/>
                </a:cubicBezTo>
                <a:cubicBezTo>
                  <a:pt x="1239" y="644"/>
                  <a:pt x="1156" y="727"/>
                  <a:pt x="1048" y="727"/>
                </a:cubicBezTo>
                <a:cubicBezTo>
                  <a:pt x="941" y="727"/>
                  <a:pt x="858" y="644"/>
                  <a:pt x="858" y="537"/>
                </a:cubicBezTo>
                <a:cubicBezTo>
                  <a:pt x="858" y="429"/>
                  <a:pt x="941" y="346"/>
                  <a:pt x="1048" y="346"/>
                </a:cubicBezTo>
                <a:close/>
                <a:moveTo>
                  <a:pt x="3549" y="1203"/>
                </a:moveTo>
                <a:lnTo>
                  <a:pt x="3906" y="1453"/>
                </a:lnTo>
                <a:lnTo>
                  <a:pt x="3549" y="1453"/>
                </a:lnTo>
                <a:lnTo>
                  <a:pt x="3549" y="1203"/>
                </a:lnTo>
                <a:close/>
                <a:moveTo>
                  <a:pt x="6883" y="1060"/>
                </a:moveTo>
                <a:lnTo>
                  <a:pt x="6883" y="1072"/>
                </a:lnTo>
                <a:lnTo>
                  <a:pt x="6097" y="2799"/>
                </a:lnTo>
                <a:cubicBezTo>
                  <a:pt x="6085" y="2846"/>
                  <a:pt x="6085" y="2894"/>
                  <a:pt x="6097" y="2942"/>
                </a:cubicBezTo>
                <a:lnTo>
                  <a:pt x="6883" y="4680"/>
                </a:lnTo>
                <a:lnTo>
                  <a:pt x="4620" y="4680"/>
                </a:lnTo>
                <a:lnTo>
                  <a:pt x="4620" y="1608"/>
                </a:lnTo>
                <a:cubicBezTo>
                  <a:pt x="4620" y="1549"/>
                  <a:pt x="4597" y="1501"/>
                  <a:pt x="4549" y="1477"/>
                </a:cubicBezTo>
                <a:lnTo>
                  <a:pt x="3942" y="1060"/>
                </a:lnTo>
                <a:close/>
                <a:moveTo>
                  <a:pt x="6883" y="4680"/>
                </a:moveTo>
                <a:cubicBezTo>
                  <a:pt x="6883" y="4686"/>
                  <a:pt x="6880" y="4689"/>
                  <a:pt x="6878" y="4689"/>
                </a:cubicBezTo>
                <a:cubicBezTo>
                  <a:pt x="6877" y="4689"/>
                  <a:pt x="6877" y="4686"/>
                  <a:pt x="6883" y="4680"/>
                </a:cubicBezTo>
                <a:close/>
                <a:moveTo>
                  <a:pt x="4299" y="1787"/>
                </a:moveTo>
                <a:lnTo>
                  <a:pt x="4299" y="5394"/>
                </a:lnTo>
                <a:lnTo>
                  <a:pt x="1941" y="5406"/>
                </a:lnTo>
                <a:lnTo>
                  <a:pt x="1941" y="2692"/>
                </a:lnTo>
                <a:cubicBezTo>
                  <a:pt x="1941" y="2608"/>
                  <a:pt x="1870" y="2537"/>
                  <a:pt x="1787" y="2537"/>
                </a:cubicBezTo>
                <a:cubicBezTo>
                  <a:pt x="1691" y="2537"/>
                  <a:pt x="1620" y="2608"/>
                  <a:pt x="1620" y="2692"/>
                </a:cubicBezTo>
                <a:lnTo>
                  <a:pt x="1620" y="5406"/>
                </a:lnTo>
                <a:lnTo>
                  <a:pt x="1227" y="5406"/>
                </a:lnTo>
                <a:lnTo>
                  <a:pt x="1227" y="1787"/>
                </a:lnTo>
                <a:lnTo>
                  <a:pt x="1620" y="1787"/>
                </a:lnTo>
                <a:lnTo>
                  <a:pt x="1620" y="1989"/>
                </a:lnTo>
                <a:cubicBezTo>
                  <a:pt x="1620" y="2072"/>
                  <a:pt x="1691" y="2144"/>
                  <a:pt x="1787" y="2144"/>
                </a:cubicBezTo>
                <a:cubicBezTo>
                  <a:pt x="1870" y="2144"/>
                  <a:pt x="1941" y="2072"/>
                  <a:pt x="1941" y="1989"/>
                </a:cubicBezTo>
                <a:lnTo>
                  <a:pt x="1941" y="1787"/>
                </a:lnTo>
                <a:close/>
                <a:moveTo>
                  <a:pt x="1584" y="10764"/>
                </a:moveTo>
                <a:cubicBezTo>
                  <a:pt x="1691" y="10764"/>
                  <a:pt x="1787" y="10859"/>
                  <a:pt x="1787" y="10954"/>
                </a:cubicBezTo>
                <a:lnTo>
                  <a:pt x="1787" y="11145"/>
                </a:lnTo>
                <a:lnTo>
                  <a:pt x="322" y="11145"/>
                </a:lnTo>
                <a:lnTo>
                  <a:pt x="322" y="10954"/>
                </a:lnTo>
                <a:cubicBezTo>
                  <a:pt x="322" y="10847"/>
                  <a:pt x="417" y="10764"/>
                  <a:pt x="513" y="10764"/>
                </a:cubicBezTo>
                <a:close/>
                <a:moveTo>
                  <a:pt x="1048" y="1"/>
                </a:moveTo>
                <a:cubicBezTo>
                  <a:pt x="775" y="1"/>
                  <a:pt x="536" y="239"/>
                  <a:pt x="536" y="525"/>
                </a:cubicBezTo>
                <a:cubicBezTo>
                  <a:pt x="536" y="763"/>
                  <a:pt x="679" y="953"/>
                  <a:pt x="894" y="1037"/>
                </a:cubicBezTo>
                <a:lnTo>
                  <a:pt x="894" y="10419"/>
                </a:lnTo>
                <a:lnTo>
                  <a:pt x="513" y="10419"/>
                </a:lnTo>
                <a:cubicBezTo>
                  <a:pt x="215" y="10419"/>
                  <a:pt x="1" y="10657"/>
                  <a:pt x="1" y="10943"/>
                </a:cubicBezTo>
                <a:lnTo>
                  <a:pt x="1" y="11300"/>
                </a:lnTo>
                <a:cubicBezTo>
                  <a:pt x="1" y="11395"/>
                  <a:pt x="72" y="11466"/>
                  <a:pt x="155" y="11466"/>
                </a:cubicBezTo>
                <a:lnTo>
                  <a:pt x="1965" y="11466"/>
                </a:lnTo>
                <a:cubicBezTo>
                  <a:pt x="2049" y="11466"/>
                  <a:pt x="2120" y="11395"/>
                  <a:pt x="2120" y="11300"/>
                </a:cubicBezTo>
                <a:lnTo>
                  <a:pt x="2120" y="10943"/>
                </a:lnTo>
                <a:cubicBezTo>
                  <a:pt x="2120" y="10645"/>
                  <a:pt x="1882" y="10419"/>
                  <a:pt x="1608" y="10419"/>
                </a:cubicBezTo>
                <a:lnTo>
                  <a:pt x="1227" y="10419"/>
                </a:lnTo>
                <a:lnTo>
                  <a:pt x="1227" y="5740"/>
                </a:lnTo>
                <a:lnTo>
                  <a:pt x="4299" y="5740"/>
                </a:lnTo>
                <a:cubicBezTo>
                  <a:pt x="4489" y="5740"/>
                  <a:pt x="4632" y="5585"/>
                  <a:pt x="4632" y="5394"/>
                </a:cubicBezTo>
                <a:lnTo>
                  <a:pt x="4632" y="5025"/>
                </a:lnTo>
                <a:lnTo>
                  <a:pt x="6883" y="5025"/>
                </a:lnTo>
                <a:cubicBezTo>
                  <a:pt x="7002" y="5025"/>
                  <a:pt x="7109" y="4966"/>
                  <a:pt x="7180" y="4859"/>
                </a:cubicBezTo>
                <a:cubicBezTo>
                  <a:pt x="7228" y="4763"/>
                  <a:pt x="7240" y="4632"/>
                  <a:pt x="7180" y="4525"/>
                </a:cubicBezTo>
                <a:lnTo>
                  <a:pt x="6442" y="2882"/>
                </a:lnTo>
                <a:lnTo>
                  <a:pt x="7180" y="1227"/>
                </a:lnTo>
                <a:cubicBezTo>
                  <a:pt x="7228" y="1120"/>
                  <a:pt x="7228" y="989"/>
                  <a:pt x="7156" y="894"/>
                </a:cubicBezTo>
                <a:cubicBezTo>
                  <a:pt x="7097" y="787"/>
                  <a:pt x="6978" y="727"/>
                  <a:pt x="6859" y="727"/>
                </a:cubicBezTo>
                <a:lnTo>
                  <a:pt x="3358" y="727"/>
                </a:lnTo>
                <a:cubicBezTo>
                  <a:pt x="3275" y="727"/>
                  <a:pt x="3192" y="810"/>
                  <a:pt x="3192" y="894"/>
                </a:cubicBezTo>
                <a:lnTo>
                  <a:pt x="3192" y="1453"/>
                </a:lnTo>
                <a:lnTo>
                  <a:pt x="1215" y="1453"/>
                </a:lnTo>
                <a:lnTo>
                  <a:pt x="1215" y="1037"/>
                </a:lnTo>
                <a:cubicBezTo>
                  <a:pt x="1429" y="953"/>
                  <a:pt x="1572" y="763"/>
                  <a:pt x="1572" y="525"/>
                </a:cubicBezTo>
                <a:cubicBezTo>
                  <a:pt x="1572" y="227"/>
                  <a:pt x="1334" y="1"/>
                  <a:pt x="1048" y="1"/>
                </a:cubicBezTo>
                <a:close/>
              </a:path>
            </a:pathLst>
          </a:cu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60" name="Google Shape;2561;p51">
            <a:extLst>
              <a:ext uri="{FF2B5EF4-FFF2-40B4-BE49-F238E27FC236}">
                <a16:creationId xmlns:a16="http://schemas.microsoft.com/office/drawing/2014/main" id="{FA05CF1A-469F-455B-BEDE-0FEB762402FB}"/>
              </a:ext>
            </a:extLst>
          </p:cNvPr>
          <p:cNvGrpSpPr/>
          <p:nvPr/>
        </p:nvGrpSpPr>
        <p:grpSpPr>
          <a:xfrm>
            <a:off x="4567373" y="1161052"/>
            <a:ext cx="230870" cy="230118"/>
            <a:chOff x="852385" y="1510916"/>
            <a:chExt cx="353145" cy="351998"/>
          </a:xfrm>
          <a:solidFill>
            <a:schemeClr val="tx1">
              <a:lumMod val="85000"/>
              <a:lumOff val="15000"/>
            </a:schemeClr>
          </a:solidFill>
        </p:grpSpPr>
        <p:sp>
          <p:nvSpPr>
            <p:cNvPr id="63" name="Google Shape;2562;p51">
              <a:extLst>
                <a:ext uri="{FF2B5EF4-FFF2-40B4-BE49-F238E27FC236}">
                  <a16:creationId xmlns:a16="http://schemas.microsoft.com/office/drawing/2014/main" id="{B8E3C87E-7523-4330-9AC2-B6D3C7D4141E}"/>
                </a:ext>
              </a:extLst>
            </p:cNvPr>
            <p:cNvSpPr/>
            <p:nvPr/>
          </p:nvSpPr>
          <p:spPr>
            <a:xfrm>
              <a:off x="852385" y="1510916"/>
              <a:ext cx="353145" cy="187785"/>
            </a:xfrm>
            <a:custGeom>
              <a:avLst/>
              <a:gdLst/>
              <a:ahLst/>
              <a:cxnLst/>
              <a:rect l="l" t="t" r="r" b="b"/>
              <a:pathLst>
                <a:path w="11086" h="5895" extrusionOk="0">
                  <a:moveTo>
                    <a:pt x="6145" y="334"/>
                  </a:moveTo>
                  <a:lnTo>
                    <a:pt x="6145" y="703"/>
                  </a:lnTo>
                  <a:lnTo>
                    <a:pt x="4942" y="703"/>
                  </a:lnTo>
                  <a:lnTo>
                    <a:pt x="4942" y="334"/>
                  </a:lnTo>
                  <a:close/>
                  <a:moveTo>
                    <a:pt x="10764" y="1025"/>
                  </a:moveTo>
                  <a:lnTo>
                    <a:pt x="10764" y="1596"/>
                  </a:lnTo>
                  <a:lnTo>
                    <a:pt x="346" y="1596"/>
                  </a:lnTo>
                  <a:lnTo>
                    <a:pt x="346" y="1025"/>
                  </a:lnTo>
                  <a:close/>
                  <a:moveTo>
                    <a:pt x="4775" y="1"/>
                  </a:moveTo>
                  <a:cubicBezTo>
                    <a:pt x="4692" y="1"/>
                    <a:pt x="4621" y="84"/>
                    <a:pt x="4621" y="167"/>
                  </a:cubicBezTo>
                  <a:lnTo>
                    <a:pt x="4621" y="703"/>
                  </a:lnTo>
                  <a:lnTo>
                    <a:pt x="168" y="703"/>
                  </a:lnTo>
                  <a:cubicBezTo>
                    <a:pt x="72" y="703"/>
                    <a:pt x="1" y="775"/>
                    <a:pt x="1" y="870"/>
                  </a:cubicBezTo>
                  <a:lnTo>
                    <a:pt x="1" y="1751"/>
                  </a:lnTo>
                  <a:cubicBezTo>
                    <a:pt x="1" y="1834"/>
                    <a:pt x="72" y="1906"/>
                    <a:pt x="168" y="1906"/>
                  </a:cubicBezTo>
                  <a:lnTo>
                    <a:pt x="656" y="1906"/>
                  </a:lnTo>
                  <a:lnTo>
                    <a:pt x="656" y="2620"/>
                  </a:lnTo>
                  <a:cubicBezTo>
                    <a:pt x="656" y="2715"/>
                    <a:pt x="727" y="2787"/>
                    <a:pt x="822" y="2787"/>
                  </a:cubicBezTo>
                  <a:cubicBezTo>
                    <a:pt x="906" y="2787"/>
                    <a:pt x="989" y="2715"/>
                    <a:pt x="989" y="2620"/>
                  </a:cubicBezTo>
                  <a:lnTo>
                    <a:pt x="989" y="1906"/>
                  </a:lnTo>
                  <a:lnTo>
                    <a:pt x="10109" y="1906"/>
                  </a:lnTo>
                  <a:lnTo>
                    <a:pt x="10109" y="5740"/>
                  </a:lnTo>
                  <a:cubicBezTo>
                    <a:pt x="10109" y="5823"/>
                    <a:pt x="10181" y="5894"/>
                    <a:pt x="10276" y="5894"/>
                  </a:cubicBezTo>
                  <a:cubicBezTo>
                    <a:pt x="10359" y="5894"/>
                    <a:pt x="10431" y="5823"/>
                    <a:pt x="10431" y="5740"/>
                  </a:cubicBezTo>
                  <a:lnTo>
                    <a:pt x="10431" y="1918"/>
                  </a:lnTo>
                  <a:lnTo>
                    <a:pt x="10931" y="1918"/>
                  </a:lnTo>
                  <a:cubicBezTo>
                    <a:pt x="11014" y="1918"/>
                    <a:pt x="11086" y="1846"/>
                    <a:pt x="11086" y="1763"/>
                  </a:cubicBezTo>
                  <a:lnTo>
                    <a:pt x="11086" y="882"/>
                  </a:lnTo>
                  <a:cubicBezTo>
                    <a:pt x="11086" y="775"/>
                    <a:pt x="11014" y="703"/>
                    <a:pt x="10931" y="703"/>
                  </a:cubicBezTo>
                  <a:lnTo>
                    <a:pt x="6478" y="703"/>
                  </a:lnTo>
                  <a:lnTo>
                    <a:pt x="6478" y="167"/>
                  </a:lnTo>
                  <a:cubicBezTo>
                    <a:pt x="6478" y="84"/>
                    <a:pt x="6406" y="1"/>
                    <a:pt x="6311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" name="Google Shape;2563;p51">
              <a:extLst>
                <a:ext uri="{FF2B5EF4-FFF2-40B4-BE49-F238E27FC236}">
                  <a16:creationId xmlns:a16="http://schemas.microsoft.com/office/drawing/2014/main" id="{1919F32F-8FE3-4E2C-B0FC-28AAAB49DEF6}"/>
                </a:ext>
              </a:extLst>
            </p:cNvPr>
            <p:cNvSpPr/>
            <p:nvPr/>
          </p:nvSpPr>
          <p:spPr>
            <a:xfrm>
              <a:off x="852385" y="1609921"/>
              <a:ext cx="353145" cy="252992"/>
            </a:xfrm>
            <a:custGeom>
              <a:avLst/>
              <a:gdLst/>
              <a:ahLst/>
              <a:cxnLst/>
              <a:rect l="l" t="t" r="r" b="b"/>
              <a:pathLst>
                <a:path w="11086" h="7942" extrusionOk="0">
                  <a:moveTo>
                    <a:pt x="10764" y="4382"/>
                  </a:moveTo>
                  <a:lnTo>
                    <a:pt x="10764" y="4953"/>
                  </a:lnTo>
                  <a:lnTo>
                    <a:pt x="346" y="4953"/>
                  </a:lnTo>
                  <a:lnTo>
                    <a:pt x="346" y="4382"/>
                  </a:lnTo>
                  <a:close/>
                  <a:moveTo>
                    <a:pt x="6406" y="5275"/>
                  </a:moveTo>
                  <a:lnTo>
                    <a:pt x="6895" y="6168"/>
                  </a:lnTo>
                  <a:lnTo>
                    <a:pt x="4228" y="6168"/>
                  </a:lnTo>
                  <a:lnTo>
                    <a:pt x="4716" y="5275"/>
                  </a:lnTo>
                  <a:close/>
                  <a:moveTo>
                    <a:pt x="4335" y="5275"/>
                  </a:moveTo>
                  <a:lnTo>
                    <a:pt x="3049" y="7608"/>
                  </a:lnTo>
                  <a:lnTo>
                    <a:pt x="2573" y="7608"/>
                  </a:lnTo>
                  <a:lnTo>
                    <a:pt x="3859" y="5275"/>
                  </a:lnTo>
                  <a:close/>
                  <a:moveTo>
                    <a:pt x="7240" y="5275"/>
                  </a:moveTo>
                  <a:lnTo>
                    <a:pt x="8514" y="7608"/>
                  </a:lnTo>
                  <a:lnTo>
                    <a:pt x="8038" y="7608"/>
                  </a:lnTo>
                  <a:lnTo>
                    <a:pt x="6764" y="5275"/>
                  </a:lnTo>
                  <a:close/>
                  <a:moveTo>
                    <a:pt x="822" y="0"/>
                  </a:moveTo>
                  <a:cubicBezTo>
                    <a:pt x="727" y="0"/>
                    <a:pt x="656" y="84"/>
                    <a:pt x="656" y="167"/>
                  </a:cubicBezTo>
                  <a:lnTo>
                    <a:pt x="656" y="4072"/>
                  </a:lnTo>
                  <a:lnTo>
                    <a:pt x="168" y="4072"/>
                  </a:lnTo>
                  <a:cubicBezTo>
                    <a:pt x="72" y="4072"/>
                    <a:pt x="1" y="4144"/>
                    <a:pt x="1" y="4239"/>
                  </a:cubicBezTo>
                  <a:lnTo>
                    <a:pt x="1" y="5108"/>
                  </a:lnTo>
                  <a:cubicBezTo>
                    <a:pt x="1" y="5203"/>
                    <a:pt x="72" y="5275"/>
                    <a:pt x="168" y="5275"/>
                  </a:cubicBezTo>
                  <a:lnTo>
                    <a:pt x="3489" y="5275"/>
                  </a:lnTo>
                  <a:lnTo>
                    <a:pt x="2144" y="7704"/>
                  </a:lnTo>
                  <a:cubicBezTo>
                    <a:pt x="2120" y="7751"/>
                    <a:pt x="2120" y="7811"/>
                    <a:pt x="2144" y="7870"/>
                  </a:cubicBezTo>
                  <a:cubicBezTo>
                    <a:pt x="2180" y="7906"/>
                    <a:pt x="2239" y="7942"/>
                    <a:pt x="2275" y="7942"/>
                  </a:cubicBezTo>
                  <a:lnTo>
                    <a:pt x="3132" y="7942"/>
                  </a:lnTo>
                  <a:cubicBezTo>
                    <a:pt x="3192" y="7942"/>
                    <a:pt x="3251" y="7906"/>
                    <a:pt x="3275" y="7846"/>
                  </a:cubicBezTo>
                  <a:lnTo>
                    <a:pt x="3644" y="7168"/>
                  </a:lnTo>
                  <a:lnTo>
                    <a:pt x="4644" y="7168"/>
                  </a:lnTo>
                  <a:cubicBezTo>
                    <a:pt x="4728" y="7168"/>
                    <a:pt x="4811" y="7096"/>
                    <a:pt x="4811" y="7001"/>
                  </a:cubicBezTo>
                  <a:cubicBezTo>
                    <a:pt x="4811" y="6906"/>
                    <a:pt x="4728" y="6834"/>
                    <a:pt x="4644" y="6834"/>
                  </a:cubicBezTo>
                  <a:lnTo>
                    <a:pt x="3823" y="6834"/>
                  </a:lnTo>
                  <a:lnTo>
                    <a:pt x="4037" y="6465"/>
                  </a:lnTo>
                  <a:lnTo>
                    <a:pt x="7061" y="6465"/>
                  </a:lnTo>
                  <a:lnTo>
                    <a:pt x="7252" y="6834"/>
                  </a:lnTo>
                  <a:lnTo>
                    <a:pt x="5299" y="6834"/>
                  </a:lnTo>
                  <a:cubicBezTo>
                    <a:pt x="5216" y="6834"/>
                    <a:pt x="5133" y="6906"/>
                    <a:pt x="5133" y="7001"/>
                  </a:cubicBezTo>
                  <a:cubicBezTo>
                    <a:pt x="5133" y="7096"/>
                    <a:pt x="5216" y="7168"/>
                    <a:pt x="5299" y="7168"/>
                  </a:cubicBezTo>
                  <a:lnTo>
                    <a:pt x="7430" y="7168"/>
                  </a:lnTo>
                  <a:lnTo>
                    <a:pt x="7800" y="7846"/>
                  </a:lnTo>
                  <a:cubicBezTo>
                    <a:pt x="7835" y="7894"/>
                    <a:pt x="7895" y="7942"/>
                    <a:pt x="7954" y="7942"/>
                  </a:cubicBezTo>
                  <a:lnTo>
                    <a:pt x="8800" y="7942"/>
                  </a:lnTo>
                  <a:cubicBezTo>
                    <a:pt x="8859" y="7942"/>
                    <a:pt x="8907" y="7906"/>
                    <a:pt x="8931" y="7870"/>
                  </a:cubicBezTo>
                  <a:cubicBezTo>
                    <a:pt x="8966" y="7823"/>
                    <a:pt x="8966" y="7763"/>
                    <a:pt x="8931" y="7704"/>
                  </a:cubicBezTo>
                  <a:lnTo>
                    <a:pt x="7597" y="5275"/>
                  </a:lnTo>
                  <a:lnTo>
                    <a:pt x="10931" y="5275"/>
                  </a:lnTo>
                  <a:cubicBezTo>
                    <a:pt x="11014" y="5275"/>
                    <a:pt x="11086" y="5203"/>
                    <a:pt x="11086" y="5108"/>
                  </a:cubicBezTo>
                  <a:lnTo>
                    <a:pt x="11086" y="4239"/>
                  </a:lnTo>
                  <a:cubicBezTo>
                    <a:pt x="11086" y="4144"/>
                    <a:pt x="11014" y="4072"/>
                    <a:pt x="10931" y="4072"/>
                  </a:cubicBezTo>
                  <a:lnTo>
                    <a:pt x="10431" y="4072"/>
                  </a:lnTo>
                  <a:lnTo>
                    <a:pt x="10431" y="3263"/>
                  </a:lnTo>
                  <a:cubicBezTo>
                    <a:pt x="10431" y="3179"/>
                    <a:pt x="10359" y="3108"/>
                    <a:pt x="10276" y="3108"/>
                  </a:cubicBezTo>
                  <a:cubicBezTo>
                    <a:pt x="10181" y="3108"/>
                    <a:pt x="10109" y="3179"/>
                    <a:pt x="10109" y="3263"/>
                  </a:cubicBezTo>
                  <a:lnTo>
                    <a:pt x="10109" y="4072"/>
                  </a:lnTo>
                  <a:lnTo>
                    <a:pt x="989" y="4072"/>
                  </a:lnTo>
                  <a:lnTo>
                    <a:pt x="989" y="167"/>
                  </a:lnTo>
                  <a:cubicBezTo>
                    <a:pt x="989" y="84"/>
                    <a:pt x="906" y="0"/>
                    <a:pt x="822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" name="Google Shape;2564;p51">
              <a:extLst>
                <a:ext uri="{FF2B5EF4-FFF2-40B4-BE49-F238E27FC236}">
                  <a16:creationId xmlns:a16="http://schemas.microsoft.com/office/drawing/2014/main" id="{CA4BE8FC-BFBD-4665-AB35-B56061B229F9}"/>
                </a:ext>
              </a:extLst>
            </p:cNvPr>
            <p:cNvSpPr/>
            <p:nvPr/>
          </p:nvSpPr>
          <p:spPr>
            <a:xfrm>
              <a:off x="928264" y="1584501"/>
              <a:ext cx="198775" cy="140735"/>
            </a:xfrm>
            <a:custGeom>
              <a:avLst/>
              <a:gdLst/>
              <a:ahLst/>
              <a:cxnLst/>
              <a:rect l="l" t="t" r="r" b="b"/>
              <a:pathLst>
                <a:path w="6240" h="4418" extrusionOk="0">
                  <a:moveTo>
                    <a:pt x="5608" y="322"/>
                  </a:moveTo>
                  <a:cubicBezTo>
                    <a:pt x="5787" y="322"/>
                    <a:pt x="5929" y="465"/>
                    <a:pt x="5929" y="643"/>
                  </a:cubicBezTo>
                  <a:cubicBezTo>
                    <a:pt x="5929" y="798"/>
                    <a:pt x="5775" y="953"/>
                    <a:pt x="5608" y="953"/>
                  </a:cubicBezTo>
                  <a:cubicBezTo>
                    <a:pt x="5453" y="953"/>
                    <a:pt x="5298" y="822"/>
                    <a:pt x="5298" y="643"/>
                  </a:cubicBezTo>
                  <a:cubicBezTo>
                    <a:pt x="5298" y="477"/>
                    <a:pt x="5429" y="322"/>
                    <a:pt x="5608" y="322"/>
                  </a:cubicBezTo>
                  <a:close/>
                  <a:moveTo>
                    <a:pt x="2131" y="1334"/>
                  </a:moveTo>
                  <a:cubicBezTo>
                    <a:pt x="2310" y="1334"/>
                    <a:pt x="2441" y="1477"/>
                    <a:pt x="2441" y="1656"/>
                  </a:cubicBezTo>
                  <a:cubicBezTo>
                    <a:pt x="2441" y="1834"/>
                    <a:pt x="2310" y="1965"/>
                    <a:pt x="2131" y="1965"/>
                  </a:cubicBezTo>
                  <a:cubicBezTo>
                    <a:pt x="1965" y="1965"/>
                    <a:pt x="1822" y="1834"/>
                    <a:pt x="1822" y="1656"/>
                  </a:cubicBezTo>
                  <a:cubicBezTo>
                    <a:pt x="1822" y="1489"/>
                    <a:pt x="1953" y="1334"/>
                    <a:pt x="2131" y="1334"/>
                  </a:cubicBezTo>
                  <a:close/>
                  <a:moveTo>
                    <a:pt x="4036" y="2429"/>
                  </a:moveTo>
                  <a:cubicBezTo>
                    <a:pt x="4215" y="2429"/>
                    <a:pt x="4346" y="2560"/>
                    <a:pt x="4346" y="2739"/>
                  </a:cubicBezTo>
                  <a:cubicBezTo>
                    <a:pt x="4346" y="2918"/>
                    <a:pt x="4203" y="3049"/>
                    <a:pt x="4036" y="3049"/>
                  </a:cubicBezTo>
                  <a:cubicBezTo>
                    <a:pt x="3870" y="3049"/>
                    <a:pt x="3727" y="2918"/>
                    <a:pt x="3727" y="2739"/>
                  </a:cubicBezTo>
                  <a:cubicBezTo>
                    <a:pt x="3727" y="2572"/>
                    <a:pt x="3858" y="2429"/>
                    <a:pt x="4036" y="2429"/>
                  </a:cubicBezTo>
                  <a:close/>
                  <a:moveTo>
                    <a:pt x="595" y="3501"/>
                  </a:moveTo>
                  <a:cubicBezTo>
                    <a:pt x="774" y="3501"/>
                    <a:pt x="905" y="3632"/>
                    <a:pt x="905" y="3811"/>
                  </a:cubicBezTo>
                  <a:cubicBezTo>
                    <a:pt x="905" y="3989"/>
                    <a:pt x="762" y="4120"/>
                    <a:pt x="595" y="4120"/>
                  </a:cubicBezTo>
                  <a:cubicBezTo>
                    <a:pt x="429" y="4120"/>
                    <a:pt x="286" y="3989"/>
                    <a:pt x="286" y="3811"/>
                  </a:cubicBezTo>
                  <a:cubicBezTo>
                    <a:pt x="286" y="3644"/>
                    <a:pt x="417" y="3501"/>
                    <a:pt x="595" y="3501"/>
                  </a:cubicBezTo>
                  <a:close/>
                  <a:moveTo>
                    <a:pt x="5608" y="1"/>
                  </a:moveTo>
                  <a:cubicBezTo>
                    <a:pt x="5275" y="1"/>
                    <a:pt x="4989" y="286"/>
                    <a:pt x="4989" y="632"/>
                  </a:cubicBezTo>
                  <a:cubicBezTo>
                    <a:pt x="4989" y="786"/>
                    <a:pt x="5048" y="941"/>
                    <a:pt x="5156" y="1048"/>
                  </a:cubicBezTo>
                  <a:lnTo>
                    <a:pt x="4239" y="2132"/>
                  </a:lnTo>
                  <a:cubicBezTo>
                    <a:pt x="4179" y="2120"/>
                    <a:pt x="4108" y="2096"/>
                    <a:pt x="4048" y="2096"/>
                  </a:cubicBezTo>
                  <a:cubicBezTo>
                    <a:pt x="3858" y="2096"/>
                    <a:pt x="3679" y="2191"/>
                    <a:pt x="3560" y="2334"/>
                  </a:cubicBezTo>
                  <a:lnTo>
                    <a:pt x="2739" y="1882"/>
                  </a:lnTo>
                  <a:cubicBezTo>
                    <a:pt x="2774" y="1798"/>
                    <a:pt x="2786" y="1727"/>
                    <a:pt x="2786" y="1656"/>
                  </a:cubicBezTo>
                  <a:cubicBezTo>
                    <a:pt x="2786" y="1310"/>
                    <a:pt x="2500" y="1024"/>
                    <a:pt x="2155" y="1024"/>
                  </a:cubicBezTo>
                  <a:cubicBezTo>
                    <a:pt x="1822" y="1024"/>
                    <a:pt x="1536" y="1310"/>
                    <a:pt x="1536" y="1656"/>
                  </a:cubicBezTo>
                  <a:cubicBezTo>
                    <a:pt x="1536" y="1822"/>
                    <a:pt x="1596" y="1953"/>
                    <a:pt x="1703" y="2072"/>
                  </a:cubicBezTo>
                  <a:lnTo>
                    <a:pt x="834" y="3203"/>
                  </a:lnTo>
                  <a:cubicBezTo>
                    <a:pt x="774" y="3191"/>
                    <a:pt x="703" y="3168"/>
                    <a:pt x="631" y="3168"/>
                  </a:cubicBezTo>
                  <a:cubicBezTo>
                    <a:pt x="286" y="3168"/>
                    <a:pt x="0" y="3453"/>
                    <a:pt x="0" y="3799"/>
                  </a:cubicBezTo>
                  <a:cubicBezTo>
                    <a:pt x="0" y="4144"/>
                    <a:pt x="286" y="4418"/>
                    <a:pt x="631" y="4418"/>
                  </a:cubicBezTo>
                  <a:cubicBezTo>
                    <a:pt x="965" y="4418"/>
                    <a:pt x="1250" y="4144"/>
                    <a:pt x="1250" y="3799"/>
                  </a:cubicBezTo>
                  <a:cubicBezTo>
                    <a:pt x="1250" y="3632"/>
                    <a:pt x="1191" y="3501"/>
                    <a:pt x="1084" y="3382"/>
                  </a:cubicBezTo>
                  <a:lnTo>
                    <a:pt x="1953" y="2251"/>
                  </a:lnTo>
                  <a:cubicBezTo>
                    <a:pt x="2012" y="2263"/>
                    <a:pt x="2084" y="2275"/>
                    <a:pt x="2155" y="2275"/>
                  </a:cubicBezTo>
                  <a:cubicBezTo>
                    <a:pt x="2310" y="2275"/>
                    <a:pt x="2441" y="2215"/>
                    <a:pt x="2560" y="2144"/>
                  </a:cubicBezTo>
                  <a:lnTo>
                    <a:pt x="3441" y="2632"/>
                  </a:lnTo>
                  <a:cubicBezTo>
                    <a:pt x="3441" y="2668"/>
                    <a:pt x="3429" y="2691"/>
                    <a:pt x="3429" y="2739"/>
                  </a:cubicBezTo>
                  <a:cubicBezTo>
                    <a:pt x="3429" y="3084"/>
                    <a:pt x="3703" y="3370"/>
                    <a:pt x="4048" y="3370"/>
                  </a:cubicBezTo>
                  <a:cubicBezTo>
                    <a:pt x="4394" y="3370"/>
                    <a:pt x="4679" y="3084"/>
                    <a:pt x="4679" y="2739"/>
                  </a:cubicBezTo>
                  <a:cubicBezTo>
                    <a:pt x="4679" y="2572"/>
                    <a:pt x="4620" y="2429"/>
                    <a:pt x="4513" y="2322"/>
                  </a:cubicBezTo>
                  <a:lnTo>
                    <a:pt x="5418" y="1239"/>
                  </a:lnTo>
                  <a:cubicBezTo>
                    <a:pt x="5477" y="1251"/>
                    <a:pt x="5548" y="1263"/>
                    <a:pt x="5608" y="1263"/>
                  </a:cubicBezTo>
                  <a:cubicBezTo>
                    <a:pt x="5953" y="1263"/>
                    <a:pt x="6239" y="989"/>
                    <a:pt x="6239" y="643"/>
                  </a:cubicBezTo>
                  <a:cubicBezTo>
                    <a:pt x="6239" y="286"/>
                    <a:pt x="5953" y="1"/>
                    <a:pt x="5608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66" name="Google Shape;3637;p53">
            <a:extLst>
              <a:ext uri="{FF2B5EF4-FFF2-40B4-BE49-F238E27FC236}">
                <a16:creationId xmlns:a16="http://schemas.microsoft.com/office/drawing/2014/main" id="{4AD75BB9-FA08-4795-8951-1D6FAE49B1F3}"/>
              </a:ext>
            </a:extLst>
          </p:cNvPr>
          <p:cNvGrpSpPr/>
          <p:nvPr/>
        </p:nvGrpSpPr>
        <p:grpSpPr>
          <a:xfrm>
            <a:off x="8649695" y="1169935"/>
            <a:ext cx="286642" cy="288164"/>
            <a:chOff x="7098912" y="1969392"/>
            <a:chExt cx="359651" cy="361560"/>
          </a:xfrm>
          <a:solidFill>
            <a:schemeClr val="tx1">
              <a:lumMod val="85000"/>
              <a:lumOff val="15000"/>
            </a:schemeClr>
          </a:solidFill>
        </p:grpSpPr>
        <p:sp>
          <p:nvSpPr>
            <p:cNvPr id="67" name="Google Shape;3638;p53">
              <a:extLst>
                <a:ext uri="{FF2B5EF4-FFF2-40B4-BE49-F238E27FC236}">
                  <a16:creationId xmlns:a16="http://schemas.microsoft.com/office/drawing/2014/main" id="{720044B5-7EC5-459E-A6AE-048C2133F775}"/>
                </a:ext>
              </a:extLst>
            </p:cNvPr>
            <p:cNvSpPr/>
            <p:nvPr/>
          </p:nvSpPr>
          <p:spPr>
            <a:xfrm>
              <a:off x="7098912" y="2127607"/>
              <a:ext cx="134567" cy="202582"/>
            </a:xfrm>
            <a:custGeom>
              <a:avLst/>
              <a:gdLst/>
              <a:ahLst/>
              <a:cxnLst/>
              <a:rect l="l" t="t" r="r" b="b"/>
              <a:pathLst>
                <a:path w="4228" h="6365" extrusionOk="0">
                  <a:moveTo>
                    <a:pt x="2108" y="331"/>
                  </a:moveTo>
                  <a:cubicBezTo>
                    <a:pt x="2153" y="331"/>
                    <a:pt x="2198" y="334"/>
                    <a:pt x="2239" y="340"/>
                  </a:cubicBezTo>
                  <a:cubicBezTo>
                    <a:pt x="2978" y="399"/>
                    <a:pt x="3537" y="1042"/>
                    <a:pt x="3537" y="1780"/>
                  </a:cubicBezTo>
                  <a:cubicBezTo>
                    <a:pt x="3537" y="2483"/>
                    <a:pt x="3704" y="3138"/>
                    <a:pt x="3847" y="3483"/>
                  </a:cubicBezTo>
                  <a:lnTo>
                    <a:pt x="3847" y="3495"/>
                  </a:lnTo>
                  <a:cubicBezTo>
                    <a:pt x="3656" y="3602"/>
                    <a:pt x="3335" y="3793"/>
                    <a:pt x="2787" y="3912"/>
                  </a:cubicBezTo>
                  <a:lnTo>
                    <a:pt x="2787" y="3864"/>
                  </a:lnTo>
                  <a:lnTo>
                    <a:pt x="2787" y="3531"/>
                  </a:lnTo>
                  <a:cubicBezTo>
                    <a:pt x="3001" y="3412"/>
                    <a:pt x="3180" y="3233"/>
                    <a:pt x="3299" y="3007"/>
                  </a:cubicBezTo>
                  <a:cubicBezTo>
                    <a:pt x="3537" y="2590"/>
                    <a:pt x="3454" y="2066"/>
                    <a:pt x="3108" y="1745"/>
                  </a:cubicBezTo>
                  <a:cubicBezTo>
                    <a:pt x="2870" y="1518"/>
                    <a:pt x="2430" y="1245"/>
                    <a:pt x="1727" y="1245"/>
                  </a:cubicBezTo>
                  <a:cubicBezTo>
                    <a:pt x="1680" y="1245"/>
                    <a:pt x="1632" y="1268"/>
                    <a:pt x="1608" y="1292"/>
                  </a:cubicBezTo>
                  <a:lnTo>
                    <a:pt x="1251" y="1649"/>
                  </a:lnTo>
                  <a:cubicBezTo>
                    <a:pt x="1192" y="1709"/>
                    <a:pt x="1192" y="1816"/>
                    <a:pt x="1251" y="1888"/>
                  </a:cubicBezTo>
                  <a:cubicBezTo>
                    <a:pt x="1281" y="1917"/>
                    <a:pt x="1323" y="1932"/>
                    <a:pt x="1366" y="1932"/>
                  </a:cubicBezTo>
                  <a:cubicBezTo>
                    <a:pt x="1409" y="1932"/>
                    <a:pt x="1454" y="1917"/>
                    <a:pt x="1489" y="1888"/>
                  </a:cubicBezTo>
                  <a:lnTo>
                    <a:pt x="1799" y="1578"/>
                  </a:lnTo>
                  <a:cubicBezTo>
                    <a:pt x="2239" y="1590"/>
                    <a:pt x="2608" y="1721"/>
                    <a:pt x="2882" y="1983"/>
                  </a:cubicBezTo>
                  <a:cubicBezTo>
                    <a:pt x="3120" y="2185"/>
                    <a:pt x="3180" y="2542"/>
                    <a:pt x="3025" y="2828"/>
                  </a:cubicBezTo>
                  <a:cubicBezTo>
                    <a:pt x="2823" y="3173"/>
                    <a:pt x="2466" y="3376"/>
                    <a:pt x="2085" y="3376"/>
                  </a:cubicBezTo>
                  <a:cubicBezTo>
                    <a:pt x="1489" y="3376"/>
                    <a:pt x="1013" y="2900"/>
                    <a:pt x="1013" y="2304"/>
                  </a:cubicBezTo>
                  <a:cubicBezTo>
                    <a:pt x="1013" y="2209"/>
                    <a:pt x="942" y="2138"/>
                    <a:pt x="846" y="2138"/>
                  </a:cubicBezTo>
                  <a:cubicBezTo>
                    <a:pt x="763" y="2138"/>
                    <a:pt x="680" y="2209"/>
                    <a:pt x="680" y="2304"/>
                  </a:cubicBezTo>
                  <a:cubicBezTo>
                    <a:pt x="680" y="2828"/>
                    <a:pt x="965" y="3292"/>
                    <a:pt x="1394" y="3519"/>
                  </a:cubicBezTo>
                  <a:lnTo>
                    <a:pt x="1394" y="3852"/>
                  </a:lnTo>
                  <a:lnTo>
                    <a:pt x="1394" y="3900"/>
                  </a:lnTo>
                  <a:cubicBezTo>
                    <a:pt x="834" y="3781"/>
                    <a:pt x="501" y="3602"/>
                    <a:pt x="370" y="3495"/>
                  </a:cubicBezTo>
                  <a:cubicBezTo>
                    <a:pt x="370" y="3495"/>
                    <a:pt x="358" y="3495"/>
                    <a:pt x="370" y="3483"/>
                  </a:cubicBezTo>
                  <a:cubicBezTo>
                    <a:pt x="525" y="3138"/>
                    <a:pt x="680" y="2483"/>
                    <a:pt x="680" y="1780"/>
                  </a:cubicBezTo>
                  <a:cubicBezTo>
                    <a:pt x="680" y="1042"/>
                    <a:pt x="1251" y="399"/>
                    <a:pt x="1977" y="340"/>
                  </a:cubicBezTo>
                  <a:cubicBezTo>
                    <a:pt x="2019" y="334"/>
                    <a:pt x="2064" y="331"/>
                    <a:pt x="2108" y="331"/>
                  </a:cubicBezTo>
                  <a:close/>
                  <a:moveTo>
                    <a:pt x="2442" y="3662"/>
                  </a:moveTo>
                  <a:lnTo>
                    <a:pt x="2442" y="3852"/>
                  </a:lnTo>
                  <a:cubicBezTo>
                    <a:pt x="2442" y="4043"/>
                    <a:pt x="2549" y="4221"/>
                    <a:pt x="2727" y="4316"/>
                  </a:cubicBezTo>
                  <a:lnTo>
                    <a:pt x="2823" y="4376"/>
                  </a:lnTo>
                  <a:cubicBezTo>
                    <a:pt x="2680" y="4626"/>
                    <a:pt x="2382" y="4793"/>
                    <a:pt x="2073" y="4793"/>
                  </a:cubicBezTo>
                  <a:cubicBezTo>
                    <a:pt x="1751" y="4793"/>
                    <a:pt x="1477" y="4626"/>
                    <a:pt x="1311" y="4376"/>
                  </a:cubicBezTo>
                  <a:lnTo>
                    <a:pt x="1418" y="4316"/>
                  </a:lnTo>
                  <a:cubicBezTo>
                    <a:pt x="1596" y="4221"/>
                    <a:pt x="1692" y="4043"/>
                    <a:pt x="1692" y="3852"/>
                  </a:cubicBezTo>
                  <a:lnTo>
                    <a:pt x="1692" y="3662"/>
                  </a:lnTo>
                  <a:cubicBezTo>
                    <a:pt x="1811" y="3685"/>
                    <a:pt x="1930" y="3709"/>
                    <a:pt x="2073" y="3709"/>
                  </a:cubicBezTo>
                  <a:cubicBezTo>
                    <a:pt x="2192" y="3709"/>
                    <a:pt x="2323" y="3685"/>
                    <a:pt x="2442" y="3662"/>
                  </a:cubicBezTo>
                  <a:close/>
                  <a:moveTo>
                    <a:pt x="2096" y="0"/>
                  </a:moveTo>
                  <a:cubicBezTo>
                    <a:pt x="2040" y="0"/>
                    <a:pt x="1983" y="6"/>
                    <a:pt x="1930" y="18"/>
                  </a:cubicBezTo>
                  <a:cubicBezTo>
                    <a:pt x="1037" y="102"/>
                    <a:pt x="334" y="875"/>
                    <a:pt x="334" y="1780"/>
                  </a:cubicBezTo>
                  <a:cubicBezTo>
                    <a:pt x="334" y="2435"/>
                    <a:pt x="180" y="3042"/>
                    <a:pt x="60" y="3364"/>
                  </a:cubicBezTo>
                  <a:cubicBezTo>
                    <a:pt x="1" y="3507"/>
                    <a:pt x="37" y="3673"/>
                    <a:pt x="180" y="3781"/>
                  </a:cubicBezTo>
                  <a:cubicBezTo>
                    <a:pt x="311" y="3888"/>
                    <a:pt x="596" y="4043"/>
                    <a:pt x="1037" y="4162"/>
                  </a:cubicBezTo>
                  <a:lnTo>
                    <a:pt x="382" y="4495"/>
                  </a:lnTo>
                  <a:cubicBezTo>
                    <a:pt x="144" y="4614"/>
                    <a:pt x="1" y="4852"/>
                    <a:pt x="1" y="5114"/>
                  </a:cubicBezTo>
                  <a:lnTo>
                    <a:pt x="1" y="6209"/>
                  </a:lnTo>
                  <a:cubicBezTo>
                    <a:pt x="1" y="6293"/>
                    <a:pt x="72" y="6364"/>
                    <a:pt x="156" y="6364"/>
                  </a:cubicBezTo>
                  <a:cubicBezTo>
                    <a:pt x="251" y="6364"/>
                    <a:pt x="322" y="6293"/>
                    <a:pt x="322" y="6209"/>
                  </a:cubicBezTo>
                  <a:lnTo>
                    <a:pt x="322" y="5114"/>
                  </a:lnTo>
                  <a:cubicBezTo>
                    <a:pt x="322" y="4983"/>
                    <a:pt x="394" y="4852"/>
                    <a:pt x="537" y="4793"/>
                  </a:cubicBezTo>
                  <a:lnTo>
                    <a:pt x="1049" y="4519"/>
                  </a:lnTo>
                  <a:cubicBezTo>
                    <a:pt x="1275" y="4900"/>
                    <a:pt x="1680" y="5138"/>
                    <a:pt x="2108" y="5138"/>
                  </a:cubicBezTo>
                  <a:cubicBezTo>
                    <a:pt x="2561" y="5138"/>
                    <a:pt x="2942" y="4900"/>
                    <a:pt x="3168" y="4519"/>
                  </a:cubicBezTo>
                  <a:lnTo>
                    <a:pt x="3692" y="4793"/>
                  </a:lnTo>
                  <a:cubicBezTo>
                    <a:pt x="3811" y="4852"/>
                    <a:pt x="3894" y="4983"/>
                    <a:pt x="3894" y="5114"/>
                  </a:cubicBezTo>
                  <a:lnTo>
                    <a:pt x="3894" y="6209"/>
                  </a:lnTo>
                  <a:cubicBezTo>
                    <a:pt x="3894" y="6293"/>
                    <a:pt x="3966" y="6364"/>
                    <a:pt x="4061" y="6364"/>
                  </a:cubicBezTo>
                  <a:cubicBezTo>
                    <a:pt x="4144" y="6364"/>
                    <a:pt x="4228" y="6293"/>
                    <a:pt x="4228" y="6209"/>
                  </a:cubicBezTo>
                  <a:lnTo>
                    <a:pt x="4228" y="5114"/>
                  </a:lnTo>
                  <a:cubicBezTo>
                    <a:pt x="4192" y="4852"/>
                    <a:pt x="4049" y="4614"/>
                    <a:pt x="3811" y="4495"/>
                  </a:cubicBezTo>
                  <a:lnTo>
                    <a:pt x="3156" y="4162"/>
                  </a:lnTo>
                  <a:cubicBezTo>
                    <a:pt x="3597" y="4043"/>
                    <a:pt x="3870" y="3888"/>
                    <a:pt x="4013" y="3781"/>
                  </a:cubicBezTo>
                  <a:cubicBezTo>
                    <a:pt x="4156" y="3685"/>
                    <a:pt x="4192" y="3507"/>
                    <a:pt x="4132" y="3364"/>
                  </a:cubicBezTo>
                  <a:cubicBezTo>
                    <a:pt x="4001" y="3042"/>
                    <a:pt x="3847" y="2435"/>
                    <a:pt x="3847" y="1780"/>
                  </a:cubicBezTo>
                  <a:cubicBezTo>
                    <a:pt x="3847" y="875"/>
                    <a:pt x="3156" y="90"/>
                    <a:pt x="2263" y="18"/>
                  </a:cubicBezTo>
                  <a:cubicBezTo>
                    <a:pt x="2210" y="6"/>
                    <a:pt x="2153" y="0"/>
                    <a:pt x="209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68" name="Google Shape;3639;p53">
              <a:extLst>
                <a:ext uri="{FF2B5EF4-FFF2-40B4-BE49-F238E27FC236}">
                  <a16:creationId xmlns:a16="http://schemas.microsoft.com/office/drawing/2014/main" id="{FC9BBF50-6DDB-4E90-BFCE-9AE41ECC7DCE}"/>
                </a:ext>
              </a:extLst>
            </p:cNvPr>
            <p:cNvSpPr/>
            <p:nvPr/>
          </p:nvSpPr>
          <p:spPr>
            <a:xfrm>
              <a:off x="7120141" y="2297184"/>
              <a:ext cx="10662" cy="33005"/>
            </a:xfrm>
            <a:custGeom>
              <a:avLst/>
              <a:gdLst/>
              <a:ahLst/>
              <a:cxnLst/>
              <a:rect l="l" t="t" r="r" b="b"/>
              <a:pathLst>
                <a:path w="335" h="1037" extrusionOk="0">
                  <a:moveTo>
                    <a:pt x="167" y="0"/>
                  </a:moveTo>
                  <a:cubicBezTo>
                    <a:pt x="72" y="0"/>
                    <a:pt x="1" y="72"/>
                    <a:pt x="1" y="167"/>
                  </a:cubicBezTo>
                  <a:lnTo>
                    <a:pt x="1" y="881"/>
                  </a:lnTo>
                  <a:cubicBezTo>
                    <a:pt x="1" y="965"/>
                    <a:pt x="72" y="1036"/>
                    <a:pt x="167" y="1036"/>
                  </a:cubicBezTo>
                  <a:cubicBezTo>
                    <a:pt x="251" y="1036"/>
                    <a:pt x="334" y="965"/>
                    <a:pt x="334" y="881"/>
                  </a:cubicBezTo>
                  <a:lnTo>
                    <a:pt x="334" y="167"/>
                  </a:lnTo>
                  <a:cubicBezTo>
                    <a:pt x="334" y="72"/>
                    <a:pt x="251" y="0"/>
                    <a:pt x="167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69" name="Google Shape;3640;p53">
              <a:extLst>
                <a:ext uri="{FF2B5EF4-FFF2-40B4-BE49-F238E27FC236}">
                  <a16:creationId xmlns:a16="http://schemas.microsoft.com/office/drawing/2014/main" id="{CFF6D3A9-9607-469D-811B-FCB4162826D3}"/>
                </a:ext>
              </a:extLst>
            </p:cNvPr>
            <p:cNvSpPr/>
            <p:nvPr/>
          </p:nvSpPr>
          <p:spPr>
            <a:xfrm>
              <a:off x="7199360" y="2297184"/>
              <a:ext cx="10248" cy="33005"/>
            </a:xfrm>
            <a:custGeom>
              <a:avLst/>
              <a:gdLst/>
              <a:ahLst/>
              <a:cxnLst/>
              <a:rect l="l" t="t" r="r" b="b"/>
              <a:pathLst>
                <a:path w="322" h="1037" extrusionOk="0">
                  <a:moveTo>
                    <a:pt x="167" y="0"/>
                  </a:moveTo>
                  <a:cubicBezTo>
                    <a:pt x="72" y="0"/>
                    <a:pt x="0" y="72"/>
                    <a:pt x="0" y="167"/>
                  </a:cubicBezTo>
                  <a:lnTo>
                    <a:pt x="0" y="881"/>
                  </a:lnTo>
                  <a:cubicBezTo>
                    <a:pt x="0" y="965"/>
                    <a:pt x="72" y="1036"/>
                    <a:pt x="167" y="1036"/>
                  </a:cubicBezTo>
                  <a:cubicBezTo>
                    <a:pt x="250" y="1036"/>
                    <a:pt x="322" y="965"/>
                    <a:pt x="322" y="881"/>
                  </a:cubicBezTo>
                  <a:lnTo>
                    <a:pt x="322" y="167"/>
                  </a:lnTo>
                  <a:cubicBezTo>
                    <a:pt x="322" y="72"/>
                    <a:pt x="250" y="0"/>
                    <a:pt x="167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70" name="Google Shape;3641;p53">
              <a:extLst>
                <a:ext uri="{FF2B5EF4-FFF2-40B4-BE49-F238E27FC236}">
                  <a16:creationId xmlns:a16="http://schemas.microsoft.com/office/drawing/2014/main" id="{DB651687-7563-4694-B26B-5A783AE845C3}"/>
                </a:ext>
              </a:extLst>
            </p:cNvPr>
            <p:cNvSpPr/>
            <p:nvPr/>
          </p:nvSpPr>
          <p:spPr>
            <a:xfrm>
              <a:off x="7357001" y="2165704"/>
              <a:ext cx="56876" cy="17823"/>
            </a:xfrm>
            <a:custGeom>
              <a:avLst/>
              <a:gdLst/>
              <a:ahLst/>
              <a:cxnLst/>
              <a:rect l="l" t="t" r="r" b="b"/>
              <a:pathLst>
                <a:path w="1787" h="560" extrusionOk="0">
                  <a:moveTo>
                    <a:pt x="630" y="0"/>
                  </a:moveTo>
                  <a:cubicBezTo>
                    <a:pt x="478" y="0"/>
                    <a:pt x="311" y="14"/>
                    <a:pt x="131" y="48"/>
                  </a:cubicBezTo>
                  <a:cubicBezTo>
                    <a:pt x="60" y="71"/>
                    <a:pt x="0" y="143"/>
                    <a:pt x="0" y="214"/>
                  </a:cubicBezTo>
                  <a:lnTo>
                    <a:pt x="0" y="393"/>
                  </a:lnTo>
                  <a:cubicBezTo>
                    <a:pt x="0" y="488"/>
                    <a:pt x="72" y="560"/>
                    <a:pt x="167" y="560"/>
                  </a:cubicBezTo>
                  <a:cubicBezTo>
                    <a:pt x="250" y="560"/>
                    <a:pt x="322" y="488"/>
                    <a:pt x="322" y="393"/>
                  </a:cubicBezTo>
                  <a:lnTo>
                    <a:pt x="322" y="345"/>
                  </a:lnTo>
                  <a:cubicBezTo>
                    <a:pt x="436" y="334"/>
                    <a:pt x="543" y="328"/>
                    <a:pt x="642" y="328"/>
                  </a:cubicBezTo>
                  <a:cubicBezTo>
                    <a:pt x="851" y="328"/>
                    <a:pt x="1022" y="352"/>
                    <a:pt x="1143" y="393"/>
                  </a:cubicBezTo>
                  <a:cubicBezTo>
                    <a:pt x="1369" y="452"/>
                    <a:pt x="1488" y="524"/>
                    <a:pt x="1488" y="524"/>
                  </a:cubicBezTo>
                  <a:cubicBezTo>
                    <a:pt x="1512" y="548"/>
                    <a:pt x="1548" y="560"/>
                    <a:pt x="1572" y="560"/>
                  </a:cubicBezTo>
                  <a:cubicBezTo>
                    <a:pt x="1631" y="560"/>
                    <a:pt x="1679" y="524"/>
                    <a:pt x="1715" y="488"/>
                  </a:cubicBezTo>
                  <a:cubicBezTo>
                    <a:pt x="1786" y="405"/>
                    <a:pt x="1762" y="310"/>
                    <a:pt x="1679" y="262"/>
                  </a:cubicBezTo>
                  <a:cubicBezTo>
                    <a:pt x="1660" y="252"/>
                    <a:pt x="1280" y="0"/>
                    <a:pt x="630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71" name="Google Shape;3642;p53">
              <a:extLst>
                <a:ext uri="{FF2B5EF4-FFF2-40B4-BE49-F238E27FC236}">
                  <a16:creationId xmlns:a16="http://schemas.microsoft.com/office/drawing/2014/main" id="{865F944F-1BF6-4B63-9342-8FF534273A68}"/>
                </a:ext>
              </a:extLst>
            </p:cNvPr>
            <p:cNvSpPr/>
            <p:nvPr/>
          </p:nvSpPr>
          <p:spPr>
            <a:xfrm>
              <a:off x="7312666" y="2133113"/>
              <a:ext cx="145897" cy="197840"/>
            </a:xfrm>
            <a:custGeom>
              <a:avLst/>
              <a:gdLst/>
              <a:ahLst/>
              <a:cxnLst/>
              <a:rect l="l" t="t" r="r" b="b"/>
              <a:pathLst>
                <a:path w="4584" h="6216" extrusionOk="0">
                  <a:moveTo>
                    <a:pt x="3536" y="345"/>
                  </a:moveTo>
                  <a:lnTo>
                    <a:pt x="3536" y="1167"/>
                  </a:lnTo>
                  <a:cubicBezTo>
                    <a:pt x="3536" y="1298"/>
                    <a:pt x="3512" y="1453"/>
                    <a:pt x="3453" y="1572"/>
                  </a:cubicBezTo>
                  <a:lnTo>
                    <a:pt x="3393" y="1703"/>
                  </a:lnTo>
                  <a:cubicBezTo>
                    <a:pt x="3370" y="1726"/>
                    <a:pt x="3370" y="1750"/>
                    <a:pt x="3370" y="1774"/>
                  </a:cubicBezTo>
                  <a:lnTo>
                    <a:pt x="3370" y="2131"/>
                  </a:lnTo>
                  <a:cubicBezTo>
                    <a:pt x="3358" y="2417"/>
                    <a:pt x="3239" y="2703"/>
                    <a:pt x="3036" y="2905"/>
                  </a:cubicBezTo>
                  <a:cubicBezTo>
                    <a:pt x="2834" y="3108"/>
                    <a:pt x="2568" y="3204"/>
                    <a:pt x="2288" y="3204"/>
                  </a:cubicBezTo>
                  <a:cubicBezTo>
                    <a:pt x="2271" y="3204"/>
                    <a:pt x="2255" y="3203"/>
                    <a:pt x="2238" y="3203"/>
                  </a:cubicBezTo>
                  <a:cubicBezTo>
                    <a:pt x="1667" y="3191"/>
                    <a:pt x="1203" y="2679"/>
                    <a:pt x="1203" y="2072"/>
                  </a:cubicBezTo>
                  <a:lnTo>
                    <a:pt x="1203" y="1774"/>
                  </a:lnTo>
                  <a:cubicBezTo>
                    <a:pt x="1203" y="1750"/>
                    <a:pt x="1203" y="1726"/>
                    <a:pt x="1191" y="1703"/>
                  </a:cubicBezTo>
                  <a:lnTo>
                    <a:pt x="1131" y="1572"/>
                  </a:lnTo>
                  <a:cubicBezTo>
                    <a:pt x="1072" y="1453"/>
                    <a:pt x="1036" y="1298"/>
                    <a:pt x="1036" y="1167"/>
                  </a:cubicBezTo>
                  <a:cubicBezTo>
                    <a:pt x="1036" y="702"/>
                    <a:pt x="1405" y="345"/>
                    <a:pt x="1857" y="345"/>
                  </a:cubicBezTo>
                  <a:close/>
                  <a:moveTo>
                    <a:pt x="1726" y="3417"/>
                  </a:moveTo>
                  <a:cubicBezTo>
                    <a:pt x="1869" y="3489"/>
                    <a:pt x="2048" y="3512"/>
                    <a:pt x="2227" y="3536"/>
                  </a:cubicBezTo>
                  <a:lnTo>
                    <a:pt x="2274" y="3536"/>
                  </a:lnTo>
                  <a:cubicBezTo>
                    <a:pt x="2465" y="3536"/>
                    <a:pt x="2643" y="3489"/>
                    <a:pt x="2822" y="3429"/>
                  </a:cubicBezTo>
                  <a:lnTo>
                    <a:pt x="2822" y="3655"/>
                  </a:lnTo>
                  <a:cubicBezTo>
                    <a:pt x="2822" y="3691"/>
                    <a:pt x="2834" y="3750"/>
                    <a:pt x="2834" y="3798"/>
                  </a:cubicBezTo>
                  <a:lnTo>
                    <a:pt x="2274" y="4227"/>
                  </a:lnTo>
                  <a:lnTo>
                    <a:pt x="1703" y="3798"/>
                  </a:lnTo>
                  <a:cubicBezTo>
                    <a:pt x="1726" y="3750"/>
                    <a:pt x="1726" y="3715"/>
                    <a:pt x="1726" y="3655"/>
                  </a:cubicBezTo>
                  <a:lnTo>
                    <a:pt x="1726" y="3417"/>
                  </a:lnTo>
                  <a:close/>
                  <a:moveTo>
                    <a:pt x="1857" y="0"/>
                  </a:moveTo>
                  <a:cubicBezTo>
                    <a:pt x="1215" y="0"/>
                    <a:pt x="691" y="524"/>
                    <a:pt x="691" y="1167"/>
                  </a:cubicBezTo>
                  <a:cubicBezTo>
                    <a:pt x="691" y="1357"/>
                    <a:pt x="738" y="1548"/>
                    <a:pt x="834" y="1715"/>
                  </a:cubicBezTo>
                  <a:lnTo>
                    <a:pt x="869" y="1810"/>
                  </a:lnTo>
                  <a:lnTo>
                    <a:pt x="869" y="2072"/>
                  </a:lnTo>
                  <a:cubicBezTo>
                    <a:pt x="869" y="2536"/>
                    <a:pt x="1084" y="2941"/>
                    <a:pt x="1405" y="3215"/>
                  </a:cubicBezTo>
                  <a:lnTo>
                    <a:pt x="1405" y="3667"/>
                  </a:lnTo>
                  <a:cubicBezTo>
                    <a:pt x="1405" y="3739"/>
                    <a:pt x="1369" y="3810"/>
                    <a:pt x="1286" y="3846"/>
                  </a:cubicBezTo>
                  <a:lnTo>
                    <a:pt x="441" y="4155"/>
                  </a:lnTo>
                  <a:cubicBezTo>
                    <a:pt x="179" y="4262"/>
                    <a:pt x="0" y="4512"/>
                    <a:pt x="0" y="4810"/>
                  </a:cubicBezTo>
                  <a:lnTo>
                    <a:pt x="0" y="6048"/>
                  </a:lnTo>
                  <a:cubicBezTo>
                    <a:pt x="0" y="6132"/>
                    <a:pt x="72" y="6215"/>
                    <a:pt x="155" y="6215"/>
                  </a:cubicBezTo>
                  <a:cubicBezTo>
                    <a:pt x="250" y="6215"/>
                    <a:pt x="322" y="6132"/>
                    <a:pt x="322" y="6048"/>
                  </a:cubicBezTo>
                  <a:lnTo>
                    <a:pt x="322" y="4810"/>
                  </a:lnTo>
                  <a:cubicBezTo>
                    <a:pt x="322" y="4655"/>
                    <a:pt x="417" y="4524"/>
                    <a:pt x="560" y="4465"/>
                  </a:cubicBezTo>
                  <a:lnTo>
                    <a:pt x="1405" y="4155"/>
                  </a:lnTo>
                  <a:cubicBezTo>
                    <a:pt x="1453" y="4143"/>
                    <a:pt x="1500" y="4108"/>
                    <a:pt x="1524" y="4084"/>
                  </a:cubicBezTo>
                  <a:lnTo>
                    <a:pt x="2119" y="4524"/>
                  </a:lnTo>
                  <a:lnTo>
                    <a:pt x="2119" y="6036"/>
                  </a:lnTo>
                  <a:cubicBezTo>
                    <a:pt x="2119" y="6120"/>
                    <a:pt x="2203" y="6191"/>
                    <a:pt x="2286" y="6191"/>
                  </a:cubicBezTo>
                  <a:cubicBezTo>
                    <a:pt x="2369" y="6191"/>
                    <a:pt x="2453" y="6120"/>
                    <a:pt x="2453" y="6036"/>
                  </a:cubicBezTo>
                  <a:lnTo>
                    <a:pt x="2453" y="4512"/>
                  </a:lnTo>
                  <a:lnTo>
                    <a:pt x="3048" y="4072"/>
                  </a:lnTo>
                  <a:cubicBezTo>
                    <a:pt x="3084" y="4096"/>
                    <a:pt x="3120" y="4108"/>
                    <a:pt x="3167" y="4143"/>
                  </a:cubicBezTo>
                  <a:lnTo>
                    <a:pt x="4012" y="4453"/>
                  </a:lnTo>
                  <a:cubicBezTo>
                    <a:pt x="4155" y="4512"/>
                    <a:pt x="4251" y="4643"/>
                    <a:pt x="4251" y="4798"/>
                  </a:cubicBezTo>
                  <a:lnTo>
                    <a:pt x="4251" y="6036"/>
                  </a:lnTo>
                  <a:cubicBezTo>
                    <a:pt x="4251" y="6120"/>
                    <a:pt x="4322" y="6191"/>
                    <a:pt x="4417" y="6191"/>
                  </a:cubicBezTo>
                  <a:cubicBezTo>
                    <a:pt x="4501" y="6191"/>
                    <a:pt x="4572" y="6120"/>
                    <a:pt x="4572" y="6036"/>
                  </a:cubicBezTo>
                  <a:lnTo>
                    <a:pt x="4572" y="4798"/>
                  </a:lnTo>
                  <a:cubicBezTo>
                    <a:pt x="4584" y="4512"/>
                    <a:pt x="4382" y="4251"/>
                    <a:pt x="4120" y="4143"/>
                  </a:cubicBezTo>
                  <a:lnTo>
                    <a:pt x="3274" y="3834"/>
                  </a:lnTo>
                  <a:cubicBezTo>
                    <a:pt x="3191" y="3798"/>
                    <a:pt x="3155" y="3727"/>
                    <a:pt x="3155" y="3655"/>
                  </a:cubicBezTo>
                  <a:lnTo>
                    <a:pt x="3155" y="3215"/>
                  </a:lnTo>
                  <a:cubicBezTo>
                    <a:pt x="3179" y="3191"/>
                    <a:pt x="3227" y="3155"/>
                    <a:pt x="3250" y="3131"/>
                  </a:cubicBezTo>
                  <a:cubicBezTo>
                    <a:pt x="3536" y="2858"/>
                    <a:pt x="3691" y="2500"/>
                    <a:pt x="3691" y="2119"/>
                  </a:cubicBezTo>
                  <a:lnTo>
                    <a:pt x="3691" y="1810"/>
                  </a:lnTo>
                  <a:lnTo>
                    <a:pt x="3727" y="1715"/>
                  </a:lnTo>
                  <a:cubicBezTo>
                    <a:pt x="3822" y="1548"/>
                    <a:pt x="3870" y="1357"/>
                    <a:pt x="3870" y="1167"/>
                  </a:cubicBezTo>
                  <a:lnTo>
                    <a:pt x="3870" y="167"/>
                  </a:lnTo>
                  <a:cubicBezTo>
                    <a:pt x="3870" y="71"/>
                    <a:pt x="3786" y="0"/>
                    <a:pt x="370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72" name="Google Shape;3643;p53">
              <a:extLst>
                <a:ext uri="{FF2B5EF4-FFF2-40B4-BE49-F238E27FC236}">
                  <a16:creationId xmlns:a16="http://schemas.microsoft.com/office/drawing/2014/main" id="{E1A349CE-F0AF-49B1-AF89-7EBC145FD517}"/>
                </a:ext>
              </a:extLst>
            </p:cNvPr>
            <p:cNvSpPr/>
            <p:nvPr/>
          </p:nvSpPr>
          <p:spPr>
            <a:xfrm>
              <a:off x="7340324" y="2291486"/>
              <a:ext cx="10630" cy="38702"/>
            </a:xfrm>
            <a:custGeom>
              <a:avLst/>
              <a:gdLst/>
              <a:ahLst/>
              <a:cxnLst/>
              <a:rect l="l" t="t" r="r" b="b"/>
              <a:pathLst>
                <a:path w="334" h="1216" extrusionOk="0">
                  <a:moveTo>
                    <a:pt x="167" y="1"/>
                  </a:moveTo>
                  <a:cubicBezTo>
                    <a:pt x="84" y="1"/>
                    <a:pt x="0" y="72"/>
                    <a:pt x="0" y="167"/>
                  </a:cubicBezTo>
                  <a:lnTo>
                    <a:pt x="0" y="1060"/>
                  </a:lnTo>
                  <a:cubicBezTo>
                    <a:pt x="0" y="1144"/>
                    <a:pt x="84" y="1215"/>
                    <a:pt x="167" y="1215"/>
                  </a:cubicBezTo>
                  <a:cubicBezTo>
                    <a:pt x="262" y="1215"/>
                    <a:pt x="334" y="1144"/>
                    <a:pt x="334" y="1060"/>
                  </a:cubicBezTo>
                  <a:lnTo>
                    <a:pt x="334" y="167"/>
                  </a:lnTo>
                  <a:cubicBezTo>
                    <a:pt x="334" y="72"/>
                    <a:pt x="262" y="1"/>
                    <a:pt x="16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73" name="Google Shape;3644;p53">
              <a:extLst>
                <a:ext uri="{FF2B5EF4-FFF2-40B4-BE49-F238E27FC236}">
                  <a16:creationId xmlns:a16="http://schemas.microsoft.com/office/drawing/2014/main" id="{544C8F6D-6685-4C1E-A1FC-7D7F95AE4AD9}"/>
                </a:ext>
              </a:extLst>
            </p:cNvPr>
            <p:cNvSpPr/>
            <p:nvPr/>
          </p:nvSpPr>
          <p:spPr>
            <a:xfrm>
              <a:off x="7419511" y="2291486"/>
              <a:ext cx="10630" cy="38702"/>
            </a:xfrm>
            <a:custGeom>
              <a:avLst/>
              <a:gdLst/>
              <a:ahLst/>
              <a:cxnLst/>
              <a:rect l="l" t="t" r="r" b="b"/>
              <a:pathLst>
                <a:path w="334" h="1216" extrusionOk="0">
                  <a:moveTo>
                    <a:pt x="167" y="1"/>
                  </a:moveTo>
                  <a:cubicBezTo>
                    <a:pt x="72" y="1"/>
                    <a:pt x="1" y="72"/>
                    <a:pt x="1" y="167"/>
                  </a:cubicBezTo>
                  <a:lnTo>
                    <a:pt x="1" y="1060"/>
                  </a:lnTo>
                  <a:cubicBezTo>
                    <a:pt x="1" y="1144"/>
                    <a:pt x="72" y="1215"/>
                    <a:pt x="167" y="1215"/>
                  </a:cubicBezTo>
                  <a:cubicBezTo>
                    <a:pt x="251" y="1215"/>
                    <a:pt x="334" y="1144"/>
                    <a:pt x="334" y="1060"/>
                  </a:cubicBezTo>
                  <a:lnTo>
                    <a:pt x="334" y="167"/>
                  </a:lnTo>
                  <a:cubicBezTo>
                    <a:pt x="334" y="72"/>
                    <a:pt x="251" y="1"/>
                    <a:pt x="16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74" name="Google Shape;3645;p53">
              <a:extLst>
                <a:ext uri="{FF2B5EF4-FFF2-40B4-BE49-F238E27FC236}">
                  <a16:creationId xmlns:a16="http://schemas.microsoft.com/office/drawing/2014/main" id="{74FC2806-F583-402D-A48B-18F4122BA020}"/>
                </a:ext>
              </a:extLst>
            </p:cNvPr>
            <p:cNvSpPr/>
            <p:nvPr/>
          </p:nvSpPr>
          <p:spPr>
            <a:xfrm>
              <a:off x="7153878" y="1969392"/>
              <a:ext cx="225498" cy="188355"/>
            </a:xfrm>
            <a:custGeom>
              <a:avLst/>
              <a:gdLst/>
              <a:ahLst/>
              <a:cxnLst/>
              <a:rect l="l" t="t" r="r" b="b"/>
              <a:pathLst>
                <a:path w="7085" h="5918" extrusionOk="0">
                  <a:moveTo>
                    <a:pt x="2441" y="4227"/>
                  </a:moveTo>
                  <a:lnTo>
                    <a:pt x="2346" y="4608"/>
                  </a:lnTo>
                  <a:lnTo>
                    <a:pt x="2132" y="4608"/>
                  </a:lnTo>
                  <a:cubicBezTo>
                    <a:pt x="1917" y="4608"/>
                    <a:pt x="1751" y="4442"/>
                    <a:pt x="1751" y="4239"/>
                  </a:cubicBezTo>
                  <a:lnTo>
                    <a:pt x="1751" y="4227"/>
                  </a:lnTo>
                  <a:close/>
                  <a:moveTo>
                    <a:pt x="5668" y="310"/>
                  </a:moveTo>
                  <a:cubicBezTo>
                    <a:pt x="5882" y="310"/>
                    <a:pt x="6037" y="477"/>
                    <a:pt x="6037" y="679"/>
                  </a:cubicBezTo>
                  <a:lnTo>
                    <a:pt x="6037" y="3525"/>
                  </a:lnTo>
                  <a:cubicBezTo>
                    <a:pt x="6037" y="3739"/>
                    <a:pt x="5882" y="3894"/>
                    <a:pt x="5668" y="3894"/>
                  </a:cubicBezTo>
                  <a:lnTo>
                    <a:pt x="4251" y="3894"/>
                  </a:lnTo>
                  <a:cubicBezTo>
                    <a:pt x="4227" y="3894"/>
                    <a:pt x="4179" y="3918"/>
                    <a:pt x="4156" y="3930"/>
                  </a:cubicBezTo>
                  <a:lnTo>
                    <a:pt x="2572" y="5084"/>
                  </a:lnTo>
                  <a:lnTo>
                    <a:pt x="2810" y="4108"/>
                  </a:lnTo>
                  <a:cubicBezTo>
                    <a:pt x="2822" y="4061"/>
                    <a:pt x="2810" y="4001"/>
                    <a:pt x="2786" y="3953"/>
                  </a:cubicBezTo>
                  <a:cubicBezTo>
                    <a:pt x="2751" y="3918"/>
                    <a:pt x="2703" y="3894"/>
                    <a:pt x="2644" y="3894"/>
                  </a:cubicBezTo>
                  <a:lnTo>
                    <a:pt x="703" y="3894"/>
                  </a:lnTo>
                  <a:cubicBezTo>
                    <a:pt x="489" y="3894"/>
                    <a:pt x="322" y="3739"/>
                    <a:pt x="322" y="3525"/>
                  </a:cubicBezTo>
                  <a:lnTo>
                    <a:pt x="322" y="679"/>
                  </a:lnTo>
                  <a:cubicBezTo>
                    <a:pt x="322" y="477"/>
                    <a:pt x="489" y="310"/>
                    <a:pt x="703" y="310"/>
                  </a:cubicBezTo>
                  <a:close/>
                  <a:moveTo>
                    <a:pt x="6382" y="1036"/>
                  </a:moveTo>
                  <a:cubicBezTo>
                    <a:pt x="6585" y="1036"/>
                    <a:pt x="6751" y="1203"/>
                    <a:pt x="6751" y="1417"/>
                  </a:cubicBezTo>
                  <a:lnTo>
                    <a:pt x="6751" y="4251"/>
                  </a:lnTo>
                  <a:lnTo>
                    <a:pt x="6739" y="4251"/>
                  </a:lnTo>
                  <a:cubicBezTo>
                    <a:pt x="6739" y="4465"/>
                    <a:pt x="6573" y="4632"/>
                    <a:pt x="6370" y="4632"/>
                  </a:cubicBezTo>
                  <a:lnTo>
                    <a:pt x="4953" y="4632"/>
                  </a:lnTo>
                  <a:cubicBezTo>
                    <a:pt x="4906" y="4632"/>
                    <a:pt x="4870" y="4644"/>
                    <a:pt x="4822" y="4692"/>
                  </a:cubicBezTo>
                  <a:cubicBezTo>
                    <a:pt x="4787" y="4727"/>
                    <a:pt x="4775" y="4775"/>
                    <a:pt x="4787" y="4823"/>
                  </a:cubicBezTo>
                  <a:lnTo>
                    <a:pt x="4906" y="5501"/>
                  </a:lnTo>
                  <a:lnTo>
                    <a:pt x="3691" y="4692"/>
                  </a:lnTo>
                  <a:lnTo>
                    <a:pt x="4299" y="4239"/>
                  </a:lnTo>
                  <a:lnTo>
                    <a:pt x="5668" y="4239"/>
                  </a:lnTo>
                  <a:cubicBezTo>
                    <a:pt x="6049" y="4239"/>
                    <a:pt x="6370" y="3930"/>
                    <a:pt x="6370" y="3537"/>
                  </a:cubicBezTo>
                  <a:lnTo>
                    <a:pt x="6370" y="1036"/>
                  </a:lnTo>
                  <a:close/>
                  <a:moveTo>
                    <a:pt x="703" y="1"/>
                  </a:moveTo>
                  <a:cubicBezTo>
                    <a:pt x="310" y="1"/>
                    <a:pt x="0" y="310"/>
                    <a:pt x="0" y="703"/>
                  </a:cubicBezTo>
                  <a:lnTo>
                    <a:pt x="0" y="3537"/>
                  </a:lnTo>
                  <a:cubicBezTo>
                    <a:pt x="0" y="3930"/>
                    <a:pt x="310" y="4239"/>
                    <a:pt x="703" y="4239"/>
                  </a:cubicBezTo>
                  <a:lnTo>
                    <a:pt x="1405" y="4239"/>
                  </a:lnTo>
                  <a:lnTo>
                    <a:pt x="1405" y="4251"/>
                  </a:lnTo>
                  <a:cubicBezTo>
                    <a:pt x="1405" y="4644"/>
                    <a:pt x="1727" y="4954"/>
                    <a:pt x="2108" y="4954"/>
                  </a:cubicBezTo>
                  <a:lnTo>
                    <a:pt x="2263" y="4954"/>
                  </a:lnTo>
                  <a:lnTo>
                    <a:pt x="2203" y="5227"/>
                  </a:lnTo>
                  <a:cubicBezTo>
                    <a:pt x="2167" y="5323"/>
                    <a:pt x="2215" y="5430"/>
                    <a:pt x="2298" y="5489"/>
                  </a:cubicBezTo>
                  <a:cubicBezTo>
                    <a:pt x="2346" y="5525"/>
                    <a:pt x="2394" y="5537"/>
                    <a:pt x="2453" y="5537"/>
                  </a:cubicBezTo>
                  <a:cubicBezTo>
                    <a:pt x="2513" y="5537"/>
                    <a:pt x="2560" y="5525"/>
                    <a:pt x="2596" y="5489"/>
                  </a:cubicBezTo>
                  <a:lnTo>
                    <a:pt x="3334" y="4954"/>
                  </a:lnTo>
                  <a:lnTo>
                    <a:pt x="3489" y="4954"/>
                  </a:lnTo>
                  <a:lnTo>
                    <a:pt x="4882" y="5882"/>
                  </a:lnTo>
                  <a:cubicBezTo>
                    <a:pt x="4918" y="5906"/>
                    <a:pt x="4965" y="5918"/>
                    <a:pt x="5013" y="5918"/>
                  </a:cubicBezTo>
                  <a:cubicBezTo>
                    <a:pt x="5061" y="5918"/>
                    <a:pt x="5096" y="5906"/>
                    <a:pt x="5144" y="5882"/>
                  </a:cubicBezTo>
                  <a:cubicBezTo>
                    <a:pt x="5239" y="5823"/>
                    <a:pt x="5287" y="5727"/>
                    <a:pt x="5263" y="5620"/>
                  </a:cubicBezTo>
                  <a:lnTo>
                    <a:pt x="5168" y="4954"/>
                  </a:lnTo>
                  <a:lnTo>
                    <a:pt x="6382" y="4954"/>
                  </a:lnTo>
                  <a:cubicBezTo>
                    <a:pt x="6763" y="4954"/>
                    <a:pt x="7085" y="4644"/>
                    <a:pt x="7085" y="4251"/>
                  </a:cubicBezTo>
                  <a:lnTo>
                    <a:pt x="7085" y="1417"/>
                  </a:lnTo>
                  <a:cubicBezTo>
                    <a:pt x="7085" y="1024"/>
                    <a:pt x="6775" y="715"/>
                    <a:pt x="6382" y="715"/>
                  </a:cubicBezTo>
                  <a:cubicBezTo>
                    <a:pt x="6370" y="310"/>
                    <a:pt x="6061" y="1"/>
                    <a:pt x="5668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75" name="Google Shape;3646;p53">
              <a:extLst>
                <a:ext uri="{FF2B5EF4-FFF2-40B4-BE49-F238E27FC236}">
                  <a16:creationId xmlns:a16="http://schemas.microsoft.com/office/drawing/2014/main" id="{6FC96592-2A6E-4DB9-9131-CD4DC2115BB0}"/>
                </a:ext>
              </a:extLst>
            </p:cNvPr>
            <p:cNvSpPr/>
            <p:nvPr/>
          </p:nvSpPr>
          <p:spPr>
            <a:xfrm>
              <a:off x="7193663" y="2003511"/>
              <a:ext cx="27308" cy="10248"/>
            </a:xfrm>
            <a:custGeom>
              <a:avLst/>
              <a:gdLst/>
              <a:ahLst/>
              <a:cxnLst/>
              <a:rect l="l" t="t" r="r" b="b"/>
              <a:pathLst>
                <a:path w="858" h="322" extrusionOk="0">
                  <a:moveTo>
                    <a:pt x="167" y="0"/>
                  </a:moveTo>
                  <a:cubicBezTo>
                    <a:pt x="72" y="0"/>
                    <a:pt x="1" y="72"/>
                    <a:pt x="1" y="167"/>
                  </a:cubicBezTo>
                  <a:cubicBezTo>
                    <a:pt x="1" y="250"/>
                    <a:pt x="72" y="322"/>
                    <a:pt x="167" y="322"/>
                  </a:cubicBezTo>
                  <a:lnTo>
                    <a:pt x="703" y="322"/>
                  </a:lnTo>
                  <a:cubicBezTo>
                    <a:pt x="786" y="322"/>
                    <a:pt x="858" y="250"/>
                    <a:pt x="858" y="167"/>
                  </a:cubicBezTo>
                  <a:cubicBezTo>
                    <a:pt x="858" y="72"/>
                    <a:pt x="786" y="0"/>
                    <a:pt x="70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76" name="Google Shape;3647;p53">
              <a:extLst>
                <a:ext uri="{FF2B5EF4-FFF2-40B4-BE49-F238E27FC236}">
                  <a16:creationId xmlns:a16="http://schemas.microsoft.com/office/drawing/2014/main" id="{90596896-1DCC-415F-9A2F-919E17534953}"/>
                </a:ext>
              </a:extLst>
            </p:cNvPr>
            <p:cNvSpPr/>
            <p:nvPr/>
          </p:nvSpPr>
          <p:spPr>
            <a:xfrm>
              <a:off x="7233065" y="2003511"/>
              <a:ext cx="83802" cy="10248"/>
            </a:xfrm>
            <a:custGeom>
              <a:avLst/>
              <a:gdLst/>
              <a:ahLst/>
              <a:cxnLst/>
              <a:rect l="l" t="t" r="r" b="b"/>
              <a:pathLst>
                <a:path w="2633" h="322" extrusionOk="0">
                  <a:moveTo>
                    <a:pt x="156" y="0"/>
                  </a:moveTo>
                  <a:cubicBezTo>
                    <a:pt x="72" y="0"/>
                    <a:pt x="1" y="72"/>
                    <a:pt x="1" y="167"/>
                  </a:cubicBezTo>
                  <a:cubicBezTo>
                    <a:pt x="1" y="250"/>
                    <a:pt x="72" y="322"/>
                    <a:pt x="156" y="322"/>
                  </a:cubicBezTo>
                  <a:lnTo>
                    <a:pt x="2465" y="322"/>
                  </a:lnTo>
                  <a:cubicBezTo>
                    <a:pt x="2561" y="322"/>
                    <a:pt x="2632" y="250"/>
                    <a:pt x="2632" y="167"/>
                  </a:cubicBezTo>
                  <a:cubicBezTo>
                    <a:pt x="2632" y="72"/>
                    <a:pt x="2573" y="0"/>
                    <a:pt x="24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77" name="Google Shape;3648;p53">
              <a:extLst>
                <a:ext uri="{FF2B5EF4-FFF2-40B4-BE49-F238E27FC236}">
                  <a16:creationId xmlns:a16="http://schemas.microsoft.com/office/drawing/2014/main" id="{71CF477D-1DB6-4289-B06B-1FEC11D46A4E}"/>
                </a:ext>
              </a:extLst>
            </p:cNvPr>
            <p:cNvSpPr/>
            <p:nvPr/>
          </p:nvSpPr>
          <p:spPr>
            <a:xfrm>
              <a:off x="7193281" y="2031933"/>
              <a:ext cx="123936" cy="10248"/>
            </a:xfrm>
            <a:custGeom>
              <a:avLst/>
              <a:gdLst/>
              <a:ahLst/>
              <a:cxnLst/>
              <a:rect l="l" t="t" r="r" b="b"/>
              <a:pathLst>
                <a:path w="3894" h="322" extrusionOk="0">
                  <a:moveTo>
                    <a:pt x="155" y="0"/>
                  </a:moveTo>
                  <a:cubicBezTo>
                    <a:pt x="72" y="0"/>
                    <a:pt x="1" y="71"/>
                    <a:pt x="1" y="167"/>
                  </a:cubicBezTo>
                  <a:cubicBezTo>
                    <a:pt x="1" y="250"/>
                    <a:pt x="72" y="322"/>
                    <a:pt x="155" y="322"/>
                  </a:cubicBezTo>
                  <a:lnTo>
                    <a:pt x="3715" y="322"/>
                  </a:lnTo>
                  <a:cubicBezTo>
                    <a:pt x="3811" y="322"/>
                    <a:pt x="3882" y="250"/>
                    <a:pt x="3882" y="167"/>
                  </a:cubicBezTo>
                  <a:cubicBezTo>
                    <a:pt x="3894" y="71"/>
                    <a:pt x="3823" y="0"/>
                    <a:pt x="371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78" name="Google Shape;3649;p53">
              <a:extLst>
                <a:ext uri="{FF2B5EF4-FFF2-40B4-BE49-F238E27FC236}">
                  <a16:creationId xmlns:a16="http://schemas.microsoft.com/office/drawing/2014/main" id="{2A31E7BC-0C90-475A-BA8F-0DD0E5DA2140}"/>
                </a:ext>
              </a:extLst>
            </p:cNvPr>
            <p:cNvSpPr/>
            <p:nvPr/>
          </p:nvSpPr>
          <p:spPr>
            <a:xfrm>
              <a:off x="7193663" y="2059973"/>
              <a:ext cx="83770" cy="10248"/>
            </a:xfrm>
            <a:custGeom>
              <a:avLst/>
              <a:gdLst/>
              <a:ahLst/>
              <a:cxnLst/>
              <a:rect l="l" t="t" r="r" b="b"/>
              <a:pathLst>
                <a:path w="2632" h="322" extrusionOk="0">
                  <a:moveTo>
                    <a:pt x="167" y="0"/>
                  </a:moveTo>
                  <a:cubicBezTo>
                    <a:pt x="72" y="0"/>
                    <a:pt x="1" y="72"/>
                    <a:pt x="1" y="155"/>
                  </a:cubicBezTo>
                  <a:cubicBezTo>
                    <a:pt x="1" y="250"/>
                    <a:pt x="72" y="322"/>
                    <a:pt x="167" y="322"/>
                  </a:cubicBezTo>
                  <a:lnTo>
                    <a:pt x="2465" y="322"/>
                  </a:lnTo>
                  <a:cubicBezTo>
                    <a:pt x="2560" y="322"/>
                    <a:pt x="2632" y="250"/>
                    <a:pt x="2632" y="155"/>
                  </a:cubicBezTo>
                  <a:cubicBezTo>
                    <a:pt x="2632" y="72"/>
                    <a:pt x="2560" y="0"/>
                    <a:pt x="24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79" name="Google Shape;3650;p53">
              <a:extLst>
                <a:ext uri="{FF2B5EF4-FFF2-40B4-BE49-F238E27FC236}">
                  <a16:creationId xmlns:a16="http://schemas.microsoft.com/office/drawing/2014/main" id="{61E3588D-84A4-4DAD-A606-CF0D951733BC}"/>
                </a:ext>
              </a:extLst>
            </p:cNvPr>
            <p:cNvSpPr/>
            <p:nvPr/>
          </p:nvSpPr>
          <p:spPr>
            <a:xfrm>
              <a:off x="7289145" y="2059973"/>
              <a:ext cx="27722" cy="10248"/>
            </a:xfrm>
            <a:custGeom>
              <a:avLst/>
              <a:gdLst/>
              <a:ahLst/>
              <a:cxnLst/>
              <a:rect l="l" t="t" r="r" b="b"/>
              <a:pathLst>
                <a:path w="871" h="322" extrusionOk="0">
                  <a:moveTo>
                    <a:pt x="168" y="0"/>
                  </a:moveTo>
                  <a:cubicBezTo>
                    <a:pt x="84" y="0"/>
                    <a:pt x="1" y="72"/>
                    <a:pt x="1" y="155"/>
                  </a:cubicBezTo>
                  <a:cubicBezTo>
                    <a:pt x="1" y="250"/>
                    <a:pt x="84" y="322"/>
                    <a:pt x="168" y="322"/>
                  </a:cubicBezTo>
                  <a:lnTo>
                    <a:pt x="703" y="322"/>
                  </a:lnTo>
                  <a:cubicBezTo>
                    <a:pt x="799" y="322"/>
                    <a:pt x="870" y="250"/>
                    <a:pt x="870" y="155"/>
                  </a:cubicBezTo>
                  <a:cubicBezTo>
                    <a:pt x="870" y="72"/>
                    <a:pt x="811" y="0"/>
                    <a:pt x="70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</p:grpSp>
      <p:sp>
        <p:nvSpPr>
          <p:cNvPr id="95" name="CaixaDeTexto 94">
            <a:extLst>
              <a:ext uri="{FF2B5EF4-FFF2-40B4-BE49-F238E27FC236}">
                <a16:creationId xmlns:a16="http://schemas.microsoft.com/office/drawing/2014/main" id="{26FE4117-0B31-45D8-BB3E-B9DCE4B9D21F}"/>
              </a:ext>
            </a:extLst>
          </p:cNvPr>
          <p:cNvSpPr txBox="1"/>
          <p:nvPr/>
        </p:nvSpPr>
        <p:spPr>
          <a:xfrm>
            <a:off x="8677869" y="2165311"/>
            <a:ext cx="265812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0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(Qualidade + Operação)</a:t>
            </a:r>
          </a:p>
        </p:txBody>
      </p:sp>
      <p:sp>
        <p:nvSpPr>
          <p:cNvPr id="103" name="CaixaDeTexto 102">
            <a:extLst>
              <a:ext uri="{FF2B5EF4-FFF2-40B4-BE49-F238E27FC236}">
                <a16:creationId xmlns:a16="http://schemas.microsoft.com/office/drawing/2014/main" id="{52AD7D11-7E76-41F2-A6E5-6FFDF70046B7}"/>
              </a:ext>
            </a:extLst>
          </p:cNvPr>
          <p:cNvSpPr txBox="1"/>
          <p:nvPr/>
        </p:nvSpPr>
        <p:spPr>
          <a:xfrm>
            <a:off x="794506" y="2177941"/>
            <a:ext cx="265812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0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(Qualidade + Operação)</a:t>
            </a:r>
          </a:p>
        </p:txBody>
      </p:sp>
      <p:sp>
        <p:nvSpPr>
          <p:cNvPr id="7" name="Retângulo 6">
            <a:extLst>
              <a:ext uri="{FF2B5EF4-FFF2-40B4-BE49-F238E27FC236}">
                <a16:creationId xmlns:a16="http://schemas.microsoft.com/office/drawing/2014/main" id="{9A59BC82-3516-0C14-D4EE-673BF2C276F4}"/>
              </a:ext>
            </a:extLst>
          </p:cNvPr>
          <p:cNvSpPr/>
          <p:nvPr/>
        </p:nvSpPr>
        <p:spPr>
          <a:xfrm>
            <a:off x="0" y="-51217"/>
            <a:ext cx="12192000" cy="627321"/>
          </a:xfrm>
          <a:prstGeom prst="rect">
            <a:avLst/>
          </a:prstGeom>
          <a:gradFill>
            <a:gsLst>
              <a:gs pos="3000">
                <a:srgbClr val="002060"/>
              </a:gs>
              <a:gs pos="61000">
                <a:schemeClr val="accent5">
                  <a:lumMod val="75000"/>
                </a:schemeClr>
              </a:gs>
            </a:gsLst>
            <a:lin ang="108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8" name="Título 1">
            <a:extLst>
              <a:ext uri="{FF2B5EF4-FFF2-40B4-BE49-F238E27FC236}">
                <a16:creationId xmlns:a16="http://schemas.microsoft.com/office/drawing/2014/main" id="{5F086875-8EF0-57BF-0155-F15977B6485A}"/>
              </a:ext>
            </a:extLst>
          </p:cNvPr>
          <p:cNvSpPr txBox="1">
            <a:spLocks/>
          </p:cNvSpPr>
          <p:nvPr/>
        </p:nvSpPr>
        <p:spPr>
          <a:xfrm>
            <a:off x="324876" y="0"/>
            <a:ext cx="9144000" cy="489098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pt-BR" sz="1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br>
              <a:rPr lang="pt-BR" sz="1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pt-BR" sz="1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Monitorias Realizadas </a:t>
            </a:r>
          </a:p>
        </p:txBody>
      </p:sp>
      <p:pic>
        <p:nvPicPr>
          <p:cNvPr id="9" name="Imagem 8">
            <a:extLst>
              <a:ext uri="{FF2B5EF4-FFF2-40B4-BE49-F238E27FC236}">
                <a16:creationId xmlns:a16="http://schemas.microsoft.com/office/drawing/2014/main" id="{1AF1B93A-7A04-73EE-913D-7E82B7C9BEC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33514" y="0"/>
            <a:ext cx="6834659" cy="371724"/>
          </a:xfrm>
          <a:prstGeom prst="rect">
            <a:avLst/>
          </a:prstGeom>
        </p:spPr>
      </p:pic>
      <p:sp>
        <p:nvSpPr>
          <p:cNvPr id="10" name="Retângulo: Cantos Arredondados 9">
            <a:extLst>
              <a:ext uri="{FF2B5EF4-FFF2-40B4-BE49-F238E27FC236}">
                <a16:creationId xmlns:a16="http://schemas.microsoft.com/office/drawing/2014/main" id="{B6CB2564-1CE7-553D-E921-BE655203FCA8}"/>
              </a:ext>
            </a:extLst>
          </p:cNvPr>
          <p:cNvSpPr/>
          <p:nvPr/>
        </p:nvSpPr>
        <p:spPr>
          <a:xfrm>
            <a:off x="10183368" y="154969"/>
            <a:ext cx="1080648" cy="134697"/>
          </a:xfrm>
          <a:prstGeom prst="roundRect">
            <a:avLst>
              <a:gd name="adj" fmla="val 42683"/>
            </a:avLst>
          </a:prstGeom>
          <a:solidFill>
            <a:schemeClr val="bg1">
              <a:alpha val="21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6" name="Retângulo: Cantos Arredondados 5">
            <a:extLst>
              <a:ext uri="{FF2B5EF4-FFF2-40B4-BE49-F238E27FC236}">
                <a16:creationId xmlns:a16="http://schemas.microsoft.com/office/drawing/2014/main" id="{EBAE24C8-7756-AD63-F949-22F95F2E78B7}"/>
              </a:ext>
            </a:extLst>
          </p:cNvPr>
          <p:cNvSpPr/>
          <p:nvPr/>
        </p:nvSpPr>
        <p:spPr>
          <a:xfrm>
            <a:off x="6433787" y="3554757"/>
            <a:ext cx="4716379" cy="2358190"/>
          </a:xfrm>
          <a:prstGeom prst="roundRect">
            <a:avLst/>
          </a:prstGeom>
          <a:solidFill>
            <a:schemeClr val="bg1">
              <a:alpha val="76000"/>
            </a:schemeClr>
          </a:solidFill>
          <a:ln>
            <a:noFill/>
          </a:ln>
          <a:effectLst>
            <a:outerShdw blurRad="177800" dist="38100" dir="5400000" sx="107000" sy="107000" algn="t" rotWithShape="0">
              <a:prstClr val="black">
                <a:alpha val="11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4" name="Retângulo: Cantos Arredondados 3">
            <a:extLst>
              <a:ext uri="{FF2B5EF4-FFF2-40B4-BE49-F238E27FC236}">
                <a16:creationId xmlns:a16="http://schemas.microsoft.com/office/drawing/2014/main" id="{5A8C29EB-C261-30D0-B4FA-BEEAF8BB7F7C}"/>
              </a:ext>
            </a:extLst>
          </p:cNvPr>
          <p:cNvSpPr/>
          <p:nvPr/>
        </p:nvSpPr>
        <p:spPr>
          <a:xfrm>
            <a:off x="616259" y="3554757"/>
            <a:ext cx="4716379" cy="2358190"/>
          </a:xfrm>
          <a:prstGeom prst="roundRect">
            <a:avLst/>
          </a:prstGeom>
          <a:solidFill>
            <a:schemeClr val="bg1">
              <a:alpha val="76000"/>
            </a:schemeClr>
          </a:solidFill>
          <a:ln>
            <a:noFill/>
          </a:ln>
          <a:effectLst>
            <a:outerShdw blurRad="177800" dist="38100" dir="5400000" sx="107000" sy="107000" algn="t" rotWithShape="0">
              <a:prstClr val="black">
                <a:alpha val="11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graphicFrame>
        <p:nvGraphicFramePr>
          <p:cNvPr id="11" name="Gráfico 10">
            <a:extLst>
              <a:ext uri="{FF2B5EF4-FFF2-40B4-BE49-F238E27FC236}">
                <a16:creationId xmlns:a16="http://schemas.microsoft.com/office/drawing/2014/main" id="{10C8A205-FD08-5F73-238D-0B9363FF15A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691504980"/>
              </p:ext>
            </p:extLst>
          </p:nvPr>
        </p:nvGraphicFramePr>
        <p:xfrm>
          <a:off x="6713007" y="3704037"/>
          <a:ext cx="4157940" cy="205962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12" name="Gráfico 11">
            <a:extLst>
              <a:ext uri="{FF2B5EF4-FFF2-40B4-BE49-F238E27FC236}">
                <a16:creationId xmlns:a16="http://schemas.microsoft.com/office/drawing/2014/main" id="{D1E56073-E7E7-214A-CE2F-2768DAFD2084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520393666"/>
              </p:ext>
            </p:extLst>
          </p:nvPr>
        </p:nvGraphicFramePr>
        <p:xfrm>
          <a:off x="768805" y="3704037"/>
          <a:ext cx="4157940" cy="205962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13" name="Título 1">
            <a:extLst>
              <a:ext uri="{FF2B5EF4-FFF2-40B4-BE49-F238E27FC236}">
                <a16:creationId xmlns:a16="http://schemas.microsoft.com/office/drawing/2014/main" id="{91E6BAA0-66EB-B877-841C-8AF36FD70BFE}"/>
              </a:ext>
            </a:extLst>
          </p:cNvPr>
          <p:cNvSpPr txBox="1">
            <a:spLocks/>
          </p:cNvSpPr>
          <p:nvPr/>
        </p:nvSpPr>
        <p:spPr>
          <a:xfrm>
            <a:off x="3226455" y="443796"/>
            <a:ext cx="5168247" cy="556642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50000"/>
              </a:lnSpc>
            </a:pPr>
            <a:r>
              <a:rPr lang="pt-BR" sz="1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VISÃO MENSAL </a:t>
            </a:r>
          </a:p>
        </p:txBody>
      </p:sp>
      <p:sp>
        <p:nvSpPr>
          <p:cNvPr id="14" name="Título 1">
            <a:extLst>
              <a:ext uri="{FF2B5EF4-FFF2-40B4-BE49-F238E27FC236}">
                <a16:creationId xmlns:a16="http://schemas.microsoft.com/office/drawing/2014/main" id="{64FF15C7-9CF7-32C5-BAC6-2B17E85E8603}"/>
              </a:ext>
            </a:extLst>
          </p:cNvPr>
          <p:cNvSpPr txBox="1">
            <a:spLocks/>
          </p:cNvSpPr>
          <p:nvPr/>
        </p:nvSpPr>
        <p:spPr>
          <a:xfrm>
            <a:off x="3285605" y="2846797"/>
            <a:ext cx="5168247" cy="556642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50000"/>
              </a:lnSpc>
            </a:pPr>
            <a:r>
              <a:rPr lang="pt-BR" sz="1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VISÃO POR CICLO </a:t>
            </a:r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9EC6708B-78F8-AEEE-B042-F47E3457A0E3}"/>
              </a:ext>
            </a:extLst>
          </p:cNvPr>
          <p:cNvSpPr txBox="1"/>
          <p:nvPr/>
        </p:nvSpPr>
        <p:spPr>
          <a:xfrm>
            <a:off x="2750576" y="1683744"/>
            <a:ext cx="777384" cy="307777"/>
          </a:xfrm>
          <a:prstGeom prst="rect">
            <a:avLst/>
          </a:prstGeom>
          <a:solidFill>
            <a:srgbClr val="00B050"/>
          </a:solidFill>
        </p:spPr>
        <p:txBody>
          <a:bodyPr wrap="square" rtlCol="0">
            <a:spAutoFit/>
          </a:bodyPr>
          <a:lstStyle/>
          <a:p>
            <a:pPr algn="ctr"/>
            <a:r>
              <a:rPr lang="pt-BR" sz="7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3 monitorias </a:t>
            </a:r>
          </a:p>
          <a:p>
            <a:pPr algn="ctr"/>
            <a:r>
              <a:rPr lang="pt-BR" sz="7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justificada*</a:t>
            </a:r>
          </a:p>
        </p:txBody>
      </p:sp>
      <p:sp>
        <p:nvSpPr>
          <p:cNvPr id="19" name="CaixaDeTexto 18">
            <a:extLst>
              <a:ext uri="{FF2B5EF4-FFF2-40B4-BE49-F238E27FC236}">
                <a16:creationId xmlns:a16="http://schemas.microsoft.com/office/drawing/2014/main" id="{70B36B1C-3B64-57D4-F43B-DEF1BA373D3A}"/>
              </a:ext>
            </a:extLst>
          </p:cNvPr>
          <p:cNvSpPr txBox="1"/>
          <p:nvPr/>
        </p:nvSpPr>
        <p:spPr>
          <a:xfrm>
            <a:off x="10718949" y="1682038"/>
            <a:ext cx="777384" cy="307777"/>
          </a:xfrm>
          <a:prstGeom prst="rect">
            <a:avLst/>
          </a:prstGeom>
          <a:solidFill>
            <a:srgbClr val="00B050"/>
          </a:solidFill>
        </p:spPr>
        <p:txBody>
          <a:bodyPr wrap="square" rtlCol="0">
            <a:spAutoFit/>
          </a:bodyPr>
          <a:lstStyle/>
          <a:p>
            <a:pPr algn="ctr"/>
            <a:r>
              <a:rPr lang="pt-BR" sz="7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3 monitorias </a:t>
            </a:r>
          </a:p>
          <a:p>
            <a:pPr algn="ctr"/>
            <a:r>
              <a:rPr lang="pt-BR" sz="7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justificadas*</a:t>
            </a:r>
          </a:p>
        </p:txBody>
      </p:sp>
    </p:spTree>
    <p:extLst>
      <p:ext uri="{BB962C8B-B14F-4D97-AF65-F5344CB8AC3E}">
        <p14:creationId xmlns:p14="http://schemas.microsoft.com/office/powerpoint/2010/main" val="289874923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  <a:alpha val="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05C30D4-5FB0-2070-BA00-9E219C3148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Retângulo: Cantos Arredondados 31">
            <a:extLst>
              <a:ext uri="{FF2B5EF4-FFF2-40B4-BE49-F238E27FC236}">
                <a16:creationId xmlns:a16="http://schemas.microsoft.com/office/drawing/2014/main" id="{BAF8061E-A2FE-987C-DD3F-26F491E77A87}"/>
              </a:ext>
            </a:extLst>
          </p:cNvPr>
          <p:cNvSpPr/>
          <p:nvPr/>
        </p:nvSpPr>
        <p:spPr>
          <a:xfrm>
            <a:off x="3415292" y="1070810"/>
            <a:ext cx="4846674" cy="2358190"/>
          </a:xfrm>
          <a:prstGeom prst="roundRect">
            <a:avLst/>
          </a:prstGeom>
          <a:solidFill>
            <a:schemeClr val="bg1">
              <a:alpha val="76000"/>
            </a:schemeClr>
          </a:solidFill>
          <a:ln>
            <a:noFill/>
          </a:ln>
          <a:effectLst>
            <a:outerShdw blurRad="177800" dist="38100" dir="5400000" sx="107000" sy="107000" algn="t" rotWithShape="0">
              <a:prstClr val="black">
                <a:alpha val="11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4" name="Retângulo 3">
            <a:extLst>
              <a:ext uri="{FF2B5EF4-FFF2-40B4-BE49-F238E27FC236}">
                <a16:creationId xmlns:a16="http://schemas.microsoft.com/office/drawing/2014/main" id="{BD07A4D6-EB74-2360-B852-F04C5B507659}"/>
              </a:ext>
            </a:extLst>
          </p:cNvPr>
          <p:cNvSpPr/>
          <p:nvPr/>
        </p:nvSpPr>
        <p:spPr>
          <a:xfrm>
            <a:off x="0" y="-51217"/>
            <a:ext cx="12192000" cy="627321"/>
          </a:xfrm>
          <a:prstGeom prst="rect">
            <a:avLst/>
          </a:prstGeom>
          <a:gradFill>
            <a:gsLst>
              <a:gs pos="3000">
                <a:srgbClr val="002060"/>
              </a:gs>
              <a:gs pos="61000">
                <a:schemeClr val="accent5">
                  <a:lumMod val="75000"/>
                </a:schemeClr>
              </a:gs>
            </a:gsLst>
            <a:lin ang="108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16" name="Título 1">
            <a:extLst>
              <a:ext uri="{FF2B5EF4-FFF2-40B4-BE49-F238E27FC236}">
                <a16:creationId xmlns:a16="http://schemas.microsoft.com/office/drawing/2014/main" id="{0AEE683D-362E-878B-2369-5A1663B51BF1}"/>
              </a:ext>
            </a:extLst>
          </p:cNvPr>
          <p:cNvSpPr txBox="1">
            <a:spLocks/>
          </p:cNvSpPr>
          <p:nvPr/>
        </p:nvSpPr>
        <p:spPr>
          <a:xfrm>
            <a:off x="324876" y="0"/>
            <a:ext cx="9144000" cy="489098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pt-BR" sz="1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br>
              <a:rPr lang="pt-BR" sz="1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pt-BR" sz="1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Monitorias Realizadas </a:t>
            </a:r>
          </a:p>
        </p:txBody>
      </p:sp>
      <p:pic>
        <p:nvPicPr>
          <p:cNvPr id="20" name="Imagem 19">
            <a:extLst>
              <a:ext uri="{FF2B5EF4-FFF2-40B4-BE49-F238E27FC236}">
                <a16:creationId xmlns:a16="http://schemas.microsoft.com/office/drawing/2014/main" id="{D0EFABD4-90CF-4B6A-8C38-61C54792FF7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33514" y="0"/>
            <a:ext cx="6834659" cy="371724"/>
          </a:xfrm>
          <a:prstGeom prst="rect">
            <a:avLst/>
          </a:prstGeom>
        </p:spPr>
      </p:pic>
      <p:sp>
        <p:nvSpPr>
          <p:cNvPr id="22" name="Retângulo: Cantos Arredondados 21">
            <a:extLst>
              <a:ext uri="{FF2B5EF4-FFF2-40B4-BE49-F238E27FC236}">
                <a16:creationId xmlns:a16="http://schemas.microsoft.com/office/drawing/2014/main" id="{72BBE69E-CD83-419A-8353-298F0A9973DD}"/>
              </a:ext>
            </a:extLst>
          </p:cNvPr>
          <p:cNvSpPr/>
          <p:nvPr/>
        </p:nvSpPr>
        <p:spPr>
          <a:xfrm>
            <a:off x="10183368" y="154969"/>
            <a:ext cx="1080648" cy="134697"/>
          </a:xfrm>
          <a:prstGeom prst="roundRect">
            <a:avLst>
              <a:gd name="adj" fmla="val 42683"/>
            </a:avLst>
          </a:prstGeom>
          <a:solidFill>
            <a:schemeClr val="bg1">
              <a:alpha val="21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graphicFrame>
        <p:nvGraphicFramePr>
          <p:cNvPr id="11" name="Gráfico 10">
            <a:extLst>
              <a:ext uri="{FF2B5EF4-FFF2-40B4-BE49-F238E27FC236}">
                <a16:creationId xmlns:a16="http://schemas.microsoft.com/office/drawing/2014/main" id="{C4B02C4A-3F93-4F71-AE26-7F1ED7D57199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670847498"/>
              </p:ext>
            </p:extLst>
          </p:nvPr>
        </p:nvGraphicFramePr>
        <p:xfrm>
          <a:off x="3778992" y="1034953"/>
          <a:ext cx="4157940" cy="234112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31" name="Título 1">
            <a:extLst>
              <a:ext uri="{FF2B5EF4-FFF2-40B4-BE49-F238E27FC236}">
                <a16:creationId xmlns:a16="http://schemas.microsoft.com/office/drawing/2014/main" id="{FA242372-A1A2-38D1-E6F1-1AC0C493438A}"/>
              </a:ext>
            </a:extLst>
          </p:cNvPr>
          <p:cNvSpPr txBox="1">
            <a:spLocks/>
          </p:cNvSpPr>
          <p:nvPr/>
        </p:nvSpPr>
        <p:spPr>
          <a:xfrm>
            <a:off x="3415292" y="469863"/>
            <a:ext cx="5168247" cy="556642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50000"/>
              </a:lnSpc>
            </a:pPr>
            <a:r>
              <a:rPr lang="pt-BR" sz="1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VISÃO POR CICLO </a:t>
            </a:r>
          </a:p>
        </p:txBody>
      </p:sp>
      <p:sp>
        <p:nvSpPr>
          <p:cNvPr id="2" name="Retângulo: Cantos Arredondados 1">
            <a:extLst>
              <a:ext uri="{FF2B5EF4-FFF2-40B4-BE49-F238E27FC236}">
                <a16:creationId xmlns:a16="http://schemas.microsoft.com/office/drawing/2014/main" id="{BED62C60-F3E2-8E8B-08F4-0C639FC2C1B9}"/>
              </a:ext>
            </a:extLst>
          </p:cNvPr>
          <p:cNvSpPr/>
          <p:nvPr/>
        </p:nvSpPr>
        <p:spPr>
          <a:xfrm>
            <a:off x="714154" y="3908470"/>
            <a:ext cx="4930209" cy="2358190"/>
          </a:xfrm>
          <a:prstGeom prst="roundRect">
            <a:avLst/>
          </a:prstGeom>
          <a:solidFill>
            <a:schemeClr val="bg1">
              <a:alpha val="76000"/>
            </a:schemeClr>
          </a:solidFill>
          <a:ln>
            <a:noFill/>
          </a:ln>
          <a:effectLst>
            <a:outerShdw blurRad="177800" dist="38100" dir="5400000" sx="103000" sy="103000" algn="t" rotWithShape="0">
              <a:prstClr val="black">
                <a:alpha val="14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3" name="Retângulo: Cantos Arredondados 2">
            <a:extLst>
              <a:ext uri="{FF2B5EF4-FFF2-40B4-BE49-F238E27FC236}">
                <a16:creationId xmlns:a16="http://schemas.microsoft.com/office/drawing/2014/main" id="{AEF4C487-A273-5C35-9543-E717939E3E01}"/>
              </a:ext>
            </a:extLst>
          </p:cNvPr>
          <p:cNvSpPr/>
          <p:nvPr/>
        </p:nvSpPr>
        <p:spPr>
          <a:xfrm>
            <a:off x="6547637" y="3908470"/>
            <a:ext cx="4930209" cy="2358190"/>
          </a:xfrm>
          <a:prstGeom prst="roundRect">
            <a:avLst/>
          </a:prstGeom>
          <a:solidFill>
            <a:schemeClr val="bg1">
              <a:alpha val="76000"/>
            </a:schemeClr>
          </a:solidFill>
          <a:ln>
            <a:noFill/>
          </a:ln>
          <a:effectLst>
            <a:outerShdw blurRad="177800" dist="38100" dir="5400000" sx="103000" sy="103000" algn="t" rotWithShape="0">
              <a:prstClr val="black">
                <a:alpha val="14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D373BEA4-1D38-1B8A-CF64-F306EAD6E667}"/>
              </a:ext>
            </a:extLst>
          </p:cNvPr>
          <p:cNvSpPr txBox="1"/>
          <p:nvPr/>
        </p:nvSpPr>
        <p:spPr>
          <a:xfrm>
            <a:off x="8920237" y="5087565"/>
            <a:ext cx="54863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800" dirty="0">
                <a:solidFill>
                  <a:schemeClr val="bg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100%</a:t>
            </a:r>
            <a:endParaRPr lang="pt-BR" sz="700" dirty="0">
              <a:solidFill>
                <a:schemeClr val="bg1">
                  <a:lumMod val="9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aphicFrame>
        <p:nvGraphicFramePr>
          <p:cNvPr id="7" name="Gráfico 6">
            <a:extLst>
              <a:ext uri="{FF2B5EF4-FFF2-40B4-BE49-F238E27FC236}">
                <a16:creationId xmlns:a16="http://schemas.microsoft.com/office/drawing/2014/main" id="{CEC66AF5-D6A1-2B07-7393-3E3B7DD4B339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45930908"/>
              </p:ext>
            </p:extLst>
          </p:nvPr>
        </p:nvGraphicFramePr>
        <p:xfrm>
          <a:off x="6652627" y="3884777"/>
          <a:ext cx="4825219" cy="240557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graphicFrame>
        <p:nvGraphicFramePr>
          <p:cNvPr id="17" name="Gráfico 16">
            <a:extLst>
              <a:ext uri="{FF2B5EF4-FFF2-40B4-BE49-F238E27FC236}">
                <a16:creationId xmlns:a16="http://schemas.microsoft.com/office/drawing/2014/main" id="{D6537593-5F7E-FED8-299B-01C8530F0BA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784189282"/>
              </p:ext>
            </p:extLst>
          </p:nvPr>
        </p:nvGraphicFramePr>
        <p:xfrm>
          <a:off x="821069" y="3936008"/>
          <a:ext cx="4825219" cy="240557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6"/>
          </a:graphicData>
        </a:graphic>
      </p:graphicFrame>
    </p:spTree>
    <p:extLst>
      <p:ext uri="{BB962C8B-B14F-4D97-AF65-F5344CB8AC3E}">
        <p14:creationId xmlns:p14="http://schemas.microsoft.com/office/powerpoint/2010/main" val="129559202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3000">
              <a:srgbClr val="002060"/>
            </a:gs>
            <a:gs pos="61000">
              <a:schemeClr val="accent5">
                <a:lumMod val="75000"/>
              </a:schemeClr>
            </a:gs>
          </a:gsLst>
          <a:lin ang="108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" name="Imagem 24">
            <a:extLst>
              <a:ext uri="{FF2B5EF4-FFF2-40B4-BE49-F238E27FC236}">
                <a16:creationId xmlns:a16="http://schemas.microsoft.com/office/drawing/2014/main" id="{5690F34F-6DC4-4D3B-8AE5-0F7CF3C14FD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34526" y="4867357"/>
            <a:ext cx="1864237" cy="741712"/>
          </a:xfrm>
          <a:prstGeom prst="rect">
            <a:avLst/>
          </a:prstGeom>
        </p:spPr>
      </p:pic>
      <p:pic>
        <p:nvPicPr>
          <p:cNvPr id="27" name="Imagem 26">
            <a:extLst>
              <a:ext uri="{FF2B5EF4-FFF2-40B4-BE49-F238E27FC236}">
                <a16:creationId xmlns:a16="http://schemas.microsoft.com/office/drawing/2014/main" id="{984C369A-FC16-4D49-A9F0-7F27D392F90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16947"/>
          <a:stretch>
            <a:fillRect/>
          </a:stretch>
        </p:blipFill>
        <p:spPr>
          <a:xfrm>
            <a:off x="848018" y="578522"/>
            <a:ext cx="2818941" cy="892469"/>
          </a:xfrm>
          <a:prstGeom prst="rect">
            <a:avLst/>
          </a:prstGeom>
        </p:spPr>
      </p:pic>
      <p:pic>
        <p:nvPicPr>
          <p:cNvPr id="5" name="Imagem 4">
            <a:extLst>
              <a:ext uri="{FF2B5EF4-FFF2-40B4-BE49-F238E27FC236}">
                <a16:creationId xmlns:a16="http://schemas.microsoft.com/office/drawing/2014/main" id="{1C1F5892-E6FF-4C14-BF4B-C8D9A96587F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09323" y="744087"/>
            <a:ext cx="6834659" cy="371724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B298AD8E-BC99-20BF-53C9-625BD7B551C4}"/>
              </a:ext>
            </a:extLst>
          </p:cNvPr>
          <p:cNvSpPr txBox="1">
            <a:spLocks/>
          </p:cNvSpPr>
          <p:nvPr/>
        </p:nvSpPr>
        <p:spPr>
          <a:xfrm>
            <a:off x="1178351" y="2878286"/>
            <a:ext cx="9426804" cy="100165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50000"/>
              </a:lnSpc>
            </a:pPr>
            <a:r>
              <a:rPr lang="pt-BR" sz="1800" b="1" dirty="0">
                <a:solidFill>
                  <a:schemeClr val="bg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“Resultados consistentes são construídos com análise, </a:t>
            </a:r>
          </a:p>
          <a:p>
            <a:pPr>
              <a:lnSpc>
                <a:spcPct val="150000"/>
              </a:lnSpc>
            </a:pPr>
            <a:r>
              <a:rPr lang="pt-BR" sz="1800" b="1" dirty="0">
                <a:solidFill>
                  <a:schemeClr val="bg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direcionamento e ação.”</a:t>
            </a:r>
            <a:endParaRPr lang="pt-BR" sz="2800" b="1" dirty="0">
              <a:solidFill>
                <a:schemeClr val="bg1">
                  <a:lumMod val="9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54809977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3909</TotalTime>
  <Words>529</Words>
  <Application>Microsoft Office PowerPoint</Application>
  <PresentationFormat>Widescreen</PresentationFormat>
  <Paragraphs>187</Paragraphs>
  <Slides>15</Slides>
  <Notes>1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15</vt:i4>
      </vt:variant>
    </vt:vector>
  </HeadingPairs>
  <TitlesOfParts>
    <vt:vector size="19" baseType="lpstr">
      <vt:lpstr>Arial</vt:lpstr>
      <vt:lpstr>Calibri</vt:lpstr>
      <vt:lpstr>Calibri Light</vt:lpstr>
      <vt:lpstr>Tema do Office</vt:lpstr>
      <vt:lpstr>RELATÓRIO  </vt:lpstr>
      <vt:lpstr>Apresentação do PowerPoint</vt:lpstr>
      <vt:lpstr>CENTRAL DE AJUDA</vt:lpstr>
      <vt:lpstr>Apresentação do PowerPoint</vt:lpstr>
      <vt:lpstr>Apresentação do PowerPoint</vt:lpstr>
      <vt:lpstr>CHAT</vt:lpstr>
      <vt:lpstr>Apresentação do PowerPoint</vt:lpstr>
      <vt:lpstr>Apresentação do PowerPoint</vt:lpstr>
      <vt:lpstr>CONSUMIDOR.GOV</vt:lpstr>
      <vt:lpstr>Apresentação do PowerPoint</vt:lpstr>
      <vt:lpstr>Apresentação do PowerPoint</vt:lpstr>
      <vt:lpstr>RECLAME AQUI</vt:lpstr>
      <vt:lpstr>Apresentação do PowerPoint</vt:lpstr>
      <vt:lpstr>Apresentação do PowerPoint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RELATÓRIO</dc:title>
  <dc:creator>MONITORIA</dc:creator>
  <cp:lastModifiedBy>Qualidade ITS</cp:lastModifiedBy>
  <cp:revision>134</cp:revision>
  <dcterms:created xsi:type="dcterms:W3CDTF">2026-02-20T17:53:40Z</dcterms:created>
  <dcterms:modified xsi:type="dcterms:W3CDTF">2026-10-19T14:04:26Z</dcterms:modified>
</cp:coreProperties>
</file>
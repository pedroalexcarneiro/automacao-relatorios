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10.xml" ContentType="application/vnd.ms-office.chartcolorstyle+xml"/>
  <Override PartName="/ppt/charts/colors11.xml" ContentType="application/vnd.ms-office.chartcolorstyle+xml"/>
  <Override PartName="/ppt/charts/colors12.xml" ContentType="application/vnd.ms-office.chartcolorstyle+xml"/>
  <Override PartName="/ppt/charts/colors13.xml" ContentType="application/vnd.ms-office.chartcolorstyle+xml"/>
  <Override PartName="/ppt/charts/colors14.xml" ContentType="application/vnd.ms-office.chartcolorstyle+xml"/>
  <Override PartName="/ppt/charts/colors15.xml" ContentType="application/vnd.ms-office.chartcolorstyle+xml"/>
  <Override PartName="/ppt/charts/colors16.xml" ContentType="application/vnd.ms-office.chartcolorstyle+xml"/>
  <Override PartName="/ppt/charts/colors17.xml" ContentType="application/vnd.ms-office.chartcolorstyle+xml"/>
  <Override PartName="/ppt/charts/colors18.xml" ContentType="application/vnd.ms-office.chartcolorstyle+xml"/>
  <Override PartName="/ppt/charts/colors19.xml" ContentType="application/vnd.ms-office.chartcolorstyle+xml"/>
  <Override PartName="/ppt/charts/colors2.xml" ContentType="application/vnd.ms-office.chartcolorstyle+xml"/>
  <Override PartName="/ppt/charts/colors20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11.xml" ContentType="application/vnd.ms-office.chartstyle+xml"/>
  <Override PartName="/ppt/charts/style12.xml" ContentType="application/vnd.ms-office.chartstyle+xml"/>
  <Override PartName="/ppt/charts/style13.xml" ContentType="application/vnd.ms-office.chartstyle+xml"/>
  <Override PartName="/ppt/charts/style14.xml" ContentType="application/vnd.ms-office.chartstyle+xml"/>
  <Override PartName="/ppt/charts/style15.xml" ContentType="application/vnd.ms-office.chartstyle+xml"/>
  <Override PartName="/ppt/charts/style16.xml" ContentType="application/vnd.ms-office.chartstyle+xml"/>
  <Override PartName="/ppt/charts/style17.xml" ContentType="application/vnd.ms-office.chartstyle+xml"/>
  <Override PartName="/ppt/charts/style18.xml" ContentType="application/vnd.ms-office.chartstyle+xml"/>
  <Override PartName="/ppt/charts/style19.xml" ContentType="application/vnd.ms-office.chartstyle+xml"/>
  <Override PartName="/ppt/charts/style2.xml" ContentType="application/vnd.ms-office.chartstyle+xml"/>
  <Override PartName="/ppt/charts/style20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89" r:id="rId3"/>
    <p:sldId id="280" r:id="rId4"/>
    <p:sldId id="259" r:id="rId5"/>
    <p:sldId id="261" r:id="rId6"/>
    <p:sldId id="283" r:id="rId7"/>
    <p:sldId id="290" r:id="rId8"/>
    <p:sldId id="293" r:id="rId9"/>
    <p:sldId id="282" r:id="rId10"/>
    <p:sldId id="291" r:id="rId11"/>
    <p:sldId id="272" r:id="rId12"/>
    <p:sldId id="281" r:id="rId13"/>
    <p:sldId id="292" r:id="rId14"/>
    <p:sldId id="285" r:id="rId15"/>
    <p:sldId id="274" r:id="rId1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FA2D4"/>
    <a:srgbClr val="F9F9F9"/>
    <a:srgbClr val="FFC000"/>
    <a:srgbClr val="7F7F7F"/>
    <a:srgbClr val="00B050"/>
    <a:srgbClr val="FA9382"/>
    <a:srgbClr val="FFFFFF"/>
    <a:srgbClr val="194E8E"/>
    <a:srgbClr val="2E75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37" autoAdjust="0"/>
    <p:restoredTop sz="95394" autoAdjust="0"/>
  </p:normalViewPr>
  <p:slideViewPr>
    <p:cSldViewPr snapToGrid="0">
      <p:cViewPr>
        <p:scale>
          <a:sx n="125" d="100"/>
          <a:sy n="125" d="100"/>
        </p:scale>
        <p:origin x="-1800" y="-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microsoft.com/office/2011/relationships/chartStyle" Target="style9.xml"/><Relationship Id="rId2" Type="http://schemas.microsoft.com/office/2011/relationships/chartColorStyle" Target="colors9.xml"/><Relationship Id="rId3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microsoft.com/office/2011/relationships/chartStyle" Target="style10.xml"/><Relationship Id="rId2" Type="http://schemas.microsoft.com/office/2011/relationships/chartColorStyle" Target="colors10.xml"/><Relationship Id="rId3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microsoft.com/office/2011/relationships/chartStyle" Target="style11.xml"/><Relationship Id="rId2" Type="http://schemas.microsoft.com/office/2011/relationships/chartColorStyle" Target="colors11.xml"/><Relationship Id="rId3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microsoft.com/office/2011/relationships/chartStyle" Target="style12.xml"/><Relationship Id="rId2" Type="http://schemas.microsoft.com/office/2011/relationships/chartColorStyle" Target="colors12.xml"/><Relationship Id="rId3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microsoft.com/office/2011/relationships/chartStyle" Target="style13.xml"/><Relationship Id="rId2" Type="http://schemas.microsoft.com/office/2011/relationships/chartColorStyle" Target="colors13.xml"/><Relationship Id="rId3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microsoft.com/office/2011/relationships/chartStyle" Target="style14.xml"/><Relationship Id="rId2" Type="http://schemas.microsoft.com/office/2011/relationships/chartColorStyle" Target="colors14.xml"/><Relationship Id="rId3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microsoft.com/office/2011/relationships/chartStyle" Target="style15.xml"/><Relationship Id="rId2" Type="http://schemas.microsoft.com/office/2011/relationships/chartColorStyle" Target="colors15.xml"/><Relationship Id="rId3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microsoft.com/office/2011/relationships/chartStyle" Target="style16.xml"/><Relationship Id="rId2" Type="http://schemas.microsoft.com/office/2011/relationships/chartColorStyle" Target="colors16.xml"/><Relationship Id="rId3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microsoft.com/office/2011/relationships/chartStyle" Target="style17.xml"/><Relationship Id="rId2" Type="http://schemas.microsoft.com/office/2011/relationships/chartColorStyle" Target="colors17.xml"/><Relationship Id="rId3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microsoft.com/office/2011/relationships/chartStyle" Target="style18.xml"/><Relationship Id="rId2" Type="http://schemas.microsoft.com/office/2011/relationships/chartColorStyle" Target="colors18.xml"/><Relationship Id="rId3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microsoft.com/office/2011/relationships/chartStyle" Target="style19.xml"/><Relationship Id="rId2" Type="http://schemas.microsoft.com/office/2011/relationships/chartColorStyle" Target="colors19.xml"/><Relationship Id="rId3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microsoft.com/office/2011/relationships/chartStyle" Target="style20.xml"/><Relationship Id="rId2" Type="http://schemas.microsoft.com/office/2011/relationships/chartColorStyle" Target="colors20.xml"/><Relationship Id="rId3" Type="http://schemas.openxmlformats.org/officeDocument/2006/relationships/package" Target="../embeddings/Microsoft_Excel_Worksheet1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QUANTIDADE</a:t>
            </a:r>
            <a:r>
              <a:rPr lang="en-US" sz="1200" baseline="0" dirty="0">
                <a:latin typeface="Arial" panose="020B0604020202020204" pitchFamily="34" charset="0"/>
                <a:cs typeface="Arial" panose="020B0604020202020204" pitchFamily="34" charset="0"/>
              </a:rPr>
              <a:t> DE MONITORIAS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</c:v>
                </c:pt>
                <c:pt idx="1">
                  <c:v>9</c:v>
                </c:pt>
                <c:pt idx="2">
                  <c:v>11</c:v>
                </c:pt>
                <c:pt idx="3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6-42C8-AD67-FAA98B7D4EA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22</c:v>
                </c:pt>
                <c:pt idx="1">
                  <c:v>20</c:v>
                </c:pt>
                <c:pt idx="2">
                  <c:v>21</c:v>
                </c:pt>
                <c:pt idx="3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E36-4977-A7C9-2747BBF2E28F}"/>
            </c:ext>
          </c:extLst>
        </c:ser>
        <c:dLbls>
          <c:numFmt formatCode="#,##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5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/>
              <a:t>MÉDIA DO CANAL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92.48</c:v>
                </c:pt>
                <c:pt idx="1">
                  <c:v>77.78</c:v>
                </c:pt>
                <c:pt idx="2">
                  <c:v>90.91</c:v>
                </c:pt>
                <c:pt idx="3">
                  <c:v>86.33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7BD-4BFA-B1F6-7D918F12F80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6.1087942586954113E-3"/>
                  <c:y val="6.1661590509747141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181C-4544-B807-43A658E42469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78.77</c:v>
                </c:pt>
                <c:pt idx="1">
                  <c:v>81.3</c:v>
                </c:pt>
                <c:pt idx="2">
                  <c:v>75.62</c:v>
                </c:pt>
                <c:pt idx="3">
                  <c:v>80.62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Sheet1!$C$3</c15:sqref>
                  <c15:dLbl>
                    <c:idx val="0"/>
                    <c:layout>
                      <c:manualLayout>
                        <c:x val="1.2217588517390712E-2"/>
                        <c:y val="3.0830795254873516E-2"/>
                      </c:manualLayout>
                    </c:layout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1-181C-4544-B807-43A658E42469}"/>
                      </c:ext>
                    </c:extLst>
                  </c15:dLbl>
                </c15:categoryFilterException>
                <c15:categoryFilterException>
                  <c15:sqref>Sheet1!$C$4</c15:sqref>
                  <c15:dLbl>
                    <c:idx val="0"/>
                    <c:layout>
                      <c:manualLayout>
                        <c:x val="1.8326382776086236E-2"/>
                        <c:y val="1.2332318101949373E-2"/>
                      </c:manualLayout>
                    </c:layout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181C-4544-B807-43A658E42469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0-E7BD-4BFA-B1F6-7D918F12F803}"/>
            </c:ext>
          </c:extLst>
        </c:ser>
        <c:dLbls>
          <c:numFmt formatCode="0.0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VOLUME</a:t>
            </a:r>
            <a:r>
              <a:rPr lang="en-US" sz="1400" baseline="0" dirty="0">
                <a:latin typeface="Arial" panose="020B0604020202020204" pitchFamily="34" charset="0"/>
                <a:cs typeface="Arial" panose="020B0604020202020204" pitchFamily="34" charset="0"/>
              </a:rPr>
              <a:t> DE NC E NCG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>7</c:v>
                </c:pt>
                <c:pt idx="2">
                  <c:v>10</c:v>
                </c:pt>
                <c:pt idx="3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89-448A-97A5-5BFC6BEC296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NCG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89-448A-97A5-5BFC6BEC2962}"/>
            </c:ext>
          </c:extLst>
        </c:ser>
        <c:dLbls>
          <c:numFmt formatCode="#,##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6320048893117357E-3"/>
                  <c:y val="1.381831212150434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D770-4FE1-8FB8-B92F1322A6B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900" b="0" i="0" u="none" strike="noStrike" kern="1200" baseline="0">
                    <a:solidFill>
                      <a:schemeClr val="bg2">
                        <a:lumMod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0.9286</c:v>
                </c:pt>
                <c:pt idx="1">
                  <c:v>0.8571</c:v>
                </c:pt>
                <c:pt idx="2">
                  <c:v>1.0</c:v>
                </c:pt>
                <c:pt idx="3">
                  <c:v>0.85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Sheet1!$B$3</c15:sqref>
                  <c15:dLbl>
                    <c:idx val="0"/>
                    <c:layout>
                      <c:manualLayout>
                        <c:x val="2.6320048893117599E-3"/>
                        <c:y val="1.0114001802478859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4-B76E-4B20-85E7-1EC017EBD4BF}"/>
                      </c:ext>
                    </c:extLst>
                  </c15:dLbl>
                </c15:categoryFilterException>
                <c15:categoryFilterException>
                  <c15:sqref>Sheet1!$B$4</c15:sqref>
                  <c15:dLbl>
                    <c:idx val="0"/>
                    <c:layout>
                      <c:manualLayout>
                        <c:x val="-9.6505731098990385E-17"/>
                        <c:y val="3.0727775800889267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2-2499-4C7B-9EBB-862EC259A0C4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2-D770-4FE1-8FB8-B92F1322A6B9}"/>
            </c:ext>
          </c:extLst>
        </c:ser>
        <c:ser>
          <c:idx val="2"/>
          <c:order val="2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9.6505731098990385E-17"/>
                  <c:y val="1.9251106595675079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0ACB-4BA7-BEB4-75649996CBAE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900" b="0" i="0" u="none" strike="noStrike" kern="1200" baseline="0">
                    <a:solidFill>
                      <a:schemeClr val="bg2">
                        <a:lumMod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0.0714</c:v>
                </c:pt>
                <c:pt idx="1">
                  <c:v>0.0</c:v>
                </c:pt>
                <c:pt idx="2">
                  <c:v>0.0</c:v>
                </c:pt>
                <c:pt idx="3">
                  <c:v>0.15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Sheet1!$C$3</c15:sqref>
                  <c15:dLbl>
                    <c:idx val="0"/>
                    <c:layout>
                      <c:manualLayout>
                        <c:x val="2.6320048893117599E-3"/>
                        <c:y val="2.5388929719950552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3-B76E-4B20-85E7-1EC017EBD4BF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2-B76E-4B20-85E7-1EC017EBD4BF}"/>
            </c:ext>
          </c:extLst>
        </c:ser>
        <c:ser>
          <c:idx val="3"/>
          <c:order val="3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900" b="0" i="0" u="none" strike="noStrike" kern="1200" baseline="0">
                    <a:solidFill>
                      <a:schemeClr val="bg2">
                        <a:lumMod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0.1429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Sheet1!$D$3</c15:sqref>
                  <c15:dLbl>
                    <c:idx val="0"/>
                    <c:layout>
                      <c:manualLayout>
                        <c:x val="2.6320048893117599E-3"/>
                        <c:y val="2.5388929719950552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3-B76E-4B20-85E7-1EC017EBD4BF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2-B76E-4B20-85E7-1EC017EBD4BF}"/>
            </c:ext>
          </c:extLst>
        </c:ser>
        <c:dLbls>
          <c:numFmt formatCode="0%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  <c:extLst>
          <c:ext xmlns:c15="http://schemas.microsoft.com/office/drawing/2012/chart" uri="{02D57815-91ED-43cb-92C2-25804820EDAC}"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Fora do Prazo</c:v>
                      </c:pt>
                    </c:strCache>
                  </c:strRef>
                </c:tx>
                <c:spPr>
                  <a:solidFill>
                    <a:srgbClr val="FFC000"/>
                  </a:solidFill>
                  <a:ln>
                    <a:noFill/>
                  </a:ln>
                  <a:effectLst/>
                </c:spPr>
                <c:invertIfNegative val="0"/>
                <c:dPt>
                  <c:idx val="0"/>
                  <c:invertIfNegative val="0"/>
                  <c:bubble3D val="0"/>
                  <c:spPr>
                    <a:solidFill>
                      <a:srgbClr val="FFC000"/>
                    </a:solidFill>
                    <a:ln>
                      <a:noFill/>
                    </a:ln>
                    <a:effectLst/>
                  </c:spPr>
                  <c:extLst>
                    <c:ext xmlns:c16="http://schemas.microsoft.com/office/drawing/2014/chart" uri="{C3380CC4-5D6E-409C-BE32-E72D297353CC}">
                      <c16:uniqueId val="{00000001-EB18-45A0-B861-29E114BD67BE}"/>
                    </c:ext>
                  </c:extLst>
                </c:dPt>
                <c:dLbls>
                  <c:dLbl>
                    <c:idx val="0"/>
                    <c:layout>
                      <c:manualLayout>
                        <c:x val="-4.8252865549495192E-17"/>
                        <c:y val="4.5390376358926581E-3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1-EB18-45A0-B861-29E114BD67BE}"/>
                      </c:ext>
                    </c:extLst>
                  </c:dLbl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1000" b="0" i="0" u="none" strike="noStrike" kern="1200" baseline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>Sheet1!$A$2:$A$4</c15:sqref>
                        </c15:fullRef>
                        <c15:formulaRef>
                          <c15:sqref>Sheet1!$A$2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ullRef>
                          <c15:sqref>Sheet1!$C$2:$C$4</c15:sqref>
                        </c15:fullRef>
                        <c15:formulaRef>
                          <c15:sqref>Sheet1!$C$2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7.1400000000000005E-2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0-EB18-45A0-B861-29E114BD67BE}"/>
                  </c:ext>
                </c:extLst>
              </c15:ser>
            </c15:filteredBarSeries>
          </c:ext>
        </c:extLst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.15"/>
          <c:min val="0.0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NCG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6320048893117357E-3"/>
                  <c:y val="8.5389112628326859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0EE-40B3-97E5-C571C24666EF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</c:v>
                </c:pt>
                <c:pt idx="1">
                  <c:v>1.0</c:v>
                </c:pt>
                <c:pt idx="2">
                  <c:v>0.8</c:v>
                </c:pt>
                <c:pt idx="3">
                  <c:v>1.0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Sheet1!$B$3</c15:sqref>
                  <c15:dLbl>
                    <c:idx val="0"/>
                    <c:layout>
                      <c:manualLayout>
                        <c:x val="0"/>
                        <c:y val="2.6222409934252754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14B3-42FD-ADC7-6986FB8A5613}"/>
                      </c:ext>
                    </c:extLst>
                  </c15:dLbl>
                </c15:categoryFilterException>
                <c15:categoryFilterException>
                  <c15:sqref>Sheet1!$B$4</c15:sqref>
                  <c15:dLbl>
                    <c:idx val="0"/>
                    <c:layout>
                      <c:manualLayout>
                        <c:x val="-9.6505731098990385E-17"/>
                        <c:y val="1.7114404200906561E-3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887B-446C-9601-43A13E5B40E3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2-F0EE-40B3-97E5-C571C24666EF}"/>
            </c:ext>
          </c:extLst>
        </c:ser>
        <c:ser>
          <c:idx val="2"/>
          <c:order val="2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6320048893117599E-3"/>
                  <c:y val="9.659225067094117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0EE-40B3-97E5-C571C24666EF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Sheet1!$C$4</c15:sqref>
                  <c15:dLbl>
                    <c:idx val="0"/>
                    <c:layout>
                      <c:manualLayout>
                        <c:x val="-9.6505731098990385E-17"/>
                        <c:y val="2.2624934734965668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1-887B-446C-9601-43A13E5B40E3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5-F0EE-40B3-97E5-C571C24666EF}"/>
            </c:ext>
          </c:extLst>
        </c:ser>
        <c:ser>
          <c:idx val="3"/>
          <c:order val="3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8.995766502492542E-4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0EE-40B3-97E5-C571C24666EF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0.2</c:v>
                </c:pt>
                <c:pt idx="1">
                  <c:v>0.0</c:v>
                </c:pt>
                <c:pt idx="2">
                  <c:v>0.2</c:v>
                </c:pt>
                <c:pt idx="3">
                  <c:v>0.0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Sheet1!$D$4</c15:sqref>
                  <c15:dLbl>
                    <c:idx val="0"/>
                    <c:layout>
                      <c:manualLayout>
                        <c:x val="-9.6505731098990385E-17"/>
                        <c:y val="2.2624934734965668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1-887B-446C-9601-43A13E5B40E3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5-F0EE-40B3-97E5-C571C24666EF}"/>
            </c:ext>
          </c:extLst>
        </c:ser>
        <c:dLbls>
          <c:numFmt formatCode="0%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  <c:extLst>
          <c:ext xmlns:c15="http://schemas.microsoft.com/office/drawing/2012/chart" uri="{02D57815-91ED-43cb-92C2-25804820EDAC}"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Fora do Prazo</c:v>
                      </c:pt>
                    </c:strCache>
                  </c:strRef>
                </c:tx>
                <c:spPr>
                  <a:solidFill>
                    <a:srgbClr val="FFC00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0"/>
                        <c:y val="-8.995766502492542E-4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3-F0EE-40B3-97E5-C571C24666EF}"/>
                      </c:ext>
                    </c:extLst>
                  </c:dLbl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1100" b="0" i="0" u="none" strike="noStrike" kern="1200" baseline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>Sheet1!$A$2:$A$4</c15:sqref>
                        </c15:fullRef>
                        <c15:formulaRef>
                          <c15:sqref>Sheet1!$A$2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ullRef>
                          <c15:sqref>Sheet1!$C$2:$C$4</c15:sqref>
                        </c15:fullRef>
                        <c15:formulaRef>
                          <c15:sqref>Sheet1!$C$2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0.2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5-F0EE-40B3-97E5-C571C24666EF}"/>
                  </c:ext>
                </c:extLst>
              </c15:ser>
            </c15:filteredBarSeries>
          </c:ext>
        </c:extLst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.15"/>
          <c:min val="0.0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QUANTIDADE</a:t>
            </a:r>
            <a:r>
              <a:rPr lang="en-US" sz="1200" baseline="0" dirty="0">
                <a:latin typeface="Arial" panose="020B0604020202020204" pitchFamily="34" charset="0"/>
                <a:cs typeface="Arial" panose="020B0604020202020204" pitchFamily="34" charset="0"/>
              </a:rPr>
              <a:t> DE MONITORIAS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39</c:v>
                </c:pt>
                <c:pt idx="1">
                  <c:v>26</c:v>
                </c:pt>
                <c:pt idx="2">
                  <c:v>41</c:v>
                </c:pt>
                <c:pt idx="3">
                  <c:v>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CA4-48E1-A7C6-409E7A20E6D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39</c:v>
                </c:pt>
                <c:pt idx="1">
                  <c:v>42</c:v>
                </c:pt>
                <c:pt idx="2">
                  <c:v>41</c:v>
                </c:pt>
                <c:pt idx="3">
                  <c:v>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CA4-48E1-A7C6-409E7A20E6D4}"/>
            </c:ext>
          </c:extLst>
        </c:ser>
        <c:dLbls>
          <c:numFmt formatCode="#,##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5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/>
              <a:t>MÉDIA DO CANAL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6.1087942586953558E-3"/>
                  <c:y val="1.233231810194942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2E09-4425-A2C5-44CE109969F9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90.95</c:v>
                </c:pt>
                <c:pt idx="1">
                  <c:v>89.5</c:v>
                </c:pt>
                <c:pt idx="2">
                  <c:v>88.22</c:v>
                </c:pt>
                <c:pt idx="3">
                  <c:v>79.73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F2-40AD-9855-C65A210FC3E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6.1087942586954113E-3"/>
                  <c:y val="1.849847715292414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D0A4-42A5-9520-8DC6C0F17ED9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86.9</c:v>
                </c:pt>
                <c:pt idx="1">
                  <c:v>79.79</c:v>
                </c:pt>
                <c:pt idx="2">
                  <c:v>79.32</c:v>
                </c:pt>
                <c:pt idx="3">
                  <c:v>79.82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Sheet1!$C$3</c15:sqref>
                  <c15:dLbl>
                    <c:idx val="0"/>
                    <c:layout>
                      <c:manualLayout>
                        <c:x val="2.1380779905433828E-2"/>
                        <c:y val="3.0830795254873599E-2"/>
                      </c:manualLayout>
                    </c:layout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1-D0A4-42A5-9520-8DC6C0F17ED9}"/>
                      </c:ext>
                    </c:extLst>
                  </c15:dLbl>
                </c15:categoryFilterException>
                <c15:categoryFilterException>
                  <c15:sqref>Sheet1!$C$4</c15:sqref>
                  <c15:dLbl>
                    <c:idx val="0"/>
                    <c:layout>
                      <c:manualLayout>
                        <c:x val="1.5271985646738529E-2"/>
                        <c:y val="3.0830795254873571E-2"/>
                      </c:manualLayout>
                    </c:layout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D0A4-42A5-9520-8DC6C0F17ED9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0-DFF2-40AD-9855-C65A210FC3ED}"/>
            </c:ext>
          </c:extLst>
        </c:ser>
        <c:dLbls>
          <c:numFmt formatCode="0.0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10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VOLUME</a:t>
            </a:r>
            <a:r>
              <a:rPr lang="en-US" sz="1400" baseline="0" dirty="0">
                <a:latin typeface="Arial" panose="020B0604020202020204" pitchFamily="34" charset="0"/>
                <a:cs typeface="Arial" panose="020B0604020202020204" pitchFamily="34" charset="0"/>
              </a:rPr>
              <a:t> DE NC E NCG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31</c:v>
                </c:pt>
                <c:pt idx="2">
                  <c:v>43</c:v>
                </c:pt>
                <c:pt idx="3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490-4F4E-A83D-20B00F4496D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NCG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</c:v>
                </c:pt>
                <c:pt idx="1">
                  <c:v>8</c:v>
                </c:pt>
                <c:pt idx="2">
                  <c:v>8</c:v>
                </c:pt>
                <c:pt idx="3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490-4F4E-A83D-20B00F4496DF}"/>
            </c:ext>
          </c:extLst>
        </c:ser>
        <c:dLbls>
          <c:numFmt formatCode="#,##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7.8960146679352798E-3"/>
                  <c:y val="8.538911262832710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619-4462-9C86-CC3E07FA2B8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bg2">
                        <a:lumMod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0.9111</c:v>
                </c:pt>
                <c:pt idx="1">
                  <c:v>1.0</c:v>
                </c:pt>
                <c:pt idx="2">
                  <c:v>0.8605</c:v>
                </c:pt>
                <c:pt idx="3">
                  <c:v>0.9796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Sheet1!$B$3</c15:sqref>
                  <c15:dLbl>
                    <c:idx val="0"/>
                    <c:layout>
                      <c:manualLayout>
                        <c:x val="2.6320048893116632E-3"/>
                        <c:y val="2.6632706678151121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16CA-4342-AAC5-66F7BF6E982D}"/>
                      </c:ext>
                    </c:extLst>
                  </c15:dLbl>
                </c15:categoryFilterException>
                <c15:categoryFilterException>
                  <c15:sqref>Sheet1!$B$4</c15:sqref>
                  <c15:dLbl>
                    <c:idx val="0"/>
                    <c:layout>
                      <c:manualLayout>
                        <c:x val="7.8960146679351827E-3"/>
                        <c:y val="2.3204421726854607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762B-4DBE-980E-0281AB99508E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2-1619-4462-9C86-CC3E07FA2B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2640097786235199E-3"/>
                  <c:y val="4.3798242084224321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619-4462-9C86-CC3E07FA2B8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0.0222</c:v>
                </c:pt>
                <c:pt idx="1">
                  <c:v>0.0</c:v>
                </c:pt>
                <c:pt idx="2">
                  <c:v>0.0233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619-4462-9C86-CC3E07FA2B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900" b="0" i="0" u="none" strike="noStrike" kern="1200" baseline="0">
                    <a:solidFill>
                      <a:schemeClr val="bg2">
                        <a:lumMod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0.0667</c:v>
                </c:pt>
                <c:pt idx="1">
                  <c:v>0.0</c:v>
                </c:pt>
                <c:pt idx="2">
                  <c:v>0.1163</c:v>
                </c:pt>
                <c:pt idx="3">
                  <c:v>0.0204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0BF-4CE9-8E41-CDD9F3C4C97D}"/>
            </c:ext>
          </c:extLst>
        </c:ser>
        <c:dLbls>
          <c:numFmt formatCode="0%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.15"/>
          <c:min val="0.0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NCG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6320048893117357E-3"/>
                  <c:y val="8.5389112628326859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500E-4497-8EEA-1FC5F21F111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1.0</c:v>
                </c:pt>
                <c:pt idx="1">
                  <c:v>0.875</c:v>
                </c:pt>
                <c:pt idx="2">
                  <c:v>0.875</c:v>
                </c:pt>
                <c:pt idx="3">
                  <c:v>0.9167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Sheet1!$B$3</c15:sqref>
                  <c15:dLbl>
                    <c:idx val="0"/>
                    <c:layout>
                      <c:manualLayout>
                        <c:x val="0"/>
                        <c:y val="2.0943009075581068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7C71-4A32-9092-B886E851DA96}"/>
                      </c:ext>
                    </c:extLst>
                  </c15:dLbl>
                </c15:categoryFilterException>
                <c15:categoryFilterException>
                  <c15:sqref>Sheet1!$B$4</c15:sqref>
                  <c15:dLbl>
                    <c:idx val="0"/>
                    <c:layout>
                      <c:manualLayout>
                        <c:x val="-9.6505731098990385E-17"/>
                        <c:y val="1.7172602320608452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DE3F-483E-A409-F11C13D67870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1-500E-4497-8EEA-1FC5F21F111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8.995766502492542E-4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500E-4497-8EEA-1FC5F21F111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0.0833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00E-4497-8EEA-1FC5F21F111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1827E-3"/>
                  <c:y val="-1.2637305992410964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0E-4497-8EEA-1FC5F21F111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0.125</c:v>
                </c:pt>
                <c:pt idx="2">
                  <c:v>0.125</c:v>
                </c:pt>
                <c:pt idx="3">
                  <c:v>0.0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Sheet1!$D$4</c15:sqref>
                  <c15:dLbl>
                    <c:idx val="0"/>
                    <c:layout>
                      <c:manualLayout>
                        <c:x val="-9.6505731098990385E-17"/>
                        <c:y val="3.3938233504158574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1-DE3F-483E-A409-F11C13D67870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4-500E-4497-8EEA-1FC5F21F111B}"/>
            </c:ext>
          </c:extLst>
        </c:ser>
        <c:dLbls>
          <c:numFmt formatCode="0%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.15"/>
          <c:min val="0.0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/>
              <a:t>MÉDIA DO CANAL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5996633826815589E-17"/>
                  <c:y val="3.69969543058482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2F75-4950-A880-04BAB1B94231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100.0</c:v>
                </c:pt>
                <c:pt idx="1">
                  <c:v>100.0</c:v>
                </c:pt>
                <c:pt idx="2">
                  <c:v>98.5</c:v>
                </c:pt>
                <c:pt idx="3">
                  <c:v>100.0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DE0-4237-9B06-BD04226AF64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9.1631913880431178E-3"/>
                  <c:y val="3.083079525487357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2738-46F7-8B1B-5A4D395EE057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60.0</c:v>
                </c:pt>
                <c:pt idx="1">
                  <c:v>93.75</c:v>
                </c:pt>
                <c:pt idx="2">
                  <c:v>73.25</c:v>
                </c:pt>
                <c:pt idx="3">
                  <c:v>93.5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Sheet1!$C$3</c15:sqref>
                  <c15:dLbl>
                    <c:idx val="0"/>
                    <c:layout>
                      <c:manualLayout>
                        <c:x val="1.2217588517390712E-2"/>
                        <c:y val="1.23323181019494E-2"/>
                      </c:manualLayout>
                    </c:layout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1-2738-46F7-8B1B-5A4D395EE057}"/>
                      </c:ext>
                    </c:extLst>
                  </c15:dLbl>
                </c15:categoryFilterException>
                <c15:categoryFilterException>
                  <c15:sqref>Sheet1!$C$4</c15:sqref>
                  <c15:dLbl>
                    <c:idx val="0"/>
                    <c:layout>
                      <c:manualLayout>
                        <c:x val="1.8326382776086236E-2"/>
                        <c:y val="6.1661590509746863E-3"/>
                      </c:manualLayout>
                    </c:layout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2-2738-46F7-8B1B-5A4D395EE057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0-2DE0-4237-9B06-BD04226AF645}"/>
            </c:ext>
          </c:extLst>
        </c:ser>
        <c:dLbls>
          <c:numFmt formatCode="0.0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QUANTIDADE</a:t>
            </a:r>
            <a:r>
              <a:rPr lang="en-US" sz="1200" baseline="0" dirty="0">
                <a:latin typeface="Arial" panose="020B0604020202020204" pitchFamily="34" charset="0"/>
                <a:cs typeface="Arial" panose="020B0604020202020204" pitchFamily="34" charset="0"/>
              </a:rPr>
              <a:t> DE MONITORIAS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B7C-4335-A6A7-793673C903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B7C-4335-A6A7-793673C90337}"/>
            </c:ext>
          </c:extLst>
        </c:ser>
        <c:dLbls>
          <c:numFmt formatCode="#,##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1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VOLUME</a:t>
            </a:r>
            <a:r>
              <a:rPr lang="en-US" sz="1400" baseline="0" dirty="0">
                <a:latin typeface="Arial" panose="020B0604020202020204" pitchFamily="34" charset="0"/>
                <a:cs typeface="Arial" panose="020B0604020202020204" pitchFamily="34" charset="0"/>
              </a:rPr>
              <a:t> DE NC E NCG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layout>
        <c:manualLayout>
          <c:xMode val="edge"/>
          <c:yMode val="edge"/>
          <c:x val="0.25441877468169333"/>
          <c:y val="1.627425494026152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6CA-4C91-AC7A-C4651CB3662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NCG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6CA-4C91-AC7A-C4651CB36628}"/>
            </c:ext>
          </c:extLst>
        </c:ser>
        <c:dLbls>
          <c:numFmt formatCode="#,##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6"/>
        <c:overlap val="-34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7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</a:t>
            </a:r>
          </a:p>
        </c:rich>
      </c:tx>
      <c:layout>
        <c:manualLayout>
          <c:xMode val="edge"/>
          <c:yMode val="edge"/>
          <c:x val="0.23189082195025759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8424034225182368E-2"/>
                  <c:y val="-2.0198904545107111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15A-441C-8CEE-B88F25E81AB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1.0</c:v>
                </c:pt>
                <c:pt idx="2">
                  <c:v>0.5</c:v>
                </c:pt>
                <c:pt idx="3">
                  <c:v>1.0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Sheet1!$B$3</c15:sqref>
                  <c15:dLbl>
                    <c:idx val="0"/>
                    <c:layout>
                      <c:manualLayout>
                        <c:x val="0"/>
                        <c:y val="7.3662191508395494E-3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09A9-4ECD-B716-5B9A97C2528A}"/>
                      </c:ext>
                    </c:extLst>
                  </c15:dLbl>
                </c15:categoryFilterException>
                <c15:categoryFilterException>
                  <c15:sqref>Sheet1!$B$4</c15:sqref>
                  <c15:dLbl>
                    <c:idx val="0"/>
                    <c:layout>
                      <c:manualLayout>
                        <c:x val="-5.2640097786236162E-3"/>
                        <c:y val="2.4565426326168868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1-DC49-4D66-8793-925D562772CD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2-115A-441C-8CEE-B88F25E81AB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2798E-3"/>
                  <c:y val="-6.1789775089209405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15A-441C-8CEE-B88F25E81AB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900" b="0" i="0" u="none" strike="noStrike" kern="1200" baseline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0.5</c:v>
                </c:pt>
                <c:pt idx="3">
                  <c:v>0.0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Sheet1!$C$4</c15:sqref>
                  <c15:dLbl>
                    <c:idx val="0"/>
                    <c:layout>
                      <c:manualLayout>
                        <c:x val="0"/>
                        <c:y val="1.8832495834677384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DC49-4D66-8793-925D562772CD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5-115A-441C-8CEE-B88F25E81AB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2798E-3"/>
                  <c:y val="-6.1789775089209405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15A-441C-8CEE-B88F25E81AB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900" b="0" i="0" u="none" strike="noStrike" kern="1200" baseline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Sheet1!$D$4</c15:sqref>
                  <c15:dLbl>
                    <c:idx val="0"/>
                    <c:layout>
                      <c:manualLayout>
                        <c:x val="0"/>
                        <c:y val="1.8832495834677384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DC49-4D66-8793-925D562772CD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5-115A-441C-8CEE-B88F25E81AB0}"/>
            </c:ext>
          </c:extLst>
        </c:ser>
        <c:dLbls>
          <c:numFmt formatCode="0%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.15"/>
          <c:min val="0.0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NCG</a:t>
            </a:r>
          </a:p>
        </c:rich>
      </c:tx>
      <c:layout>
        <c:manualLayout>
          <c:xMode val="edge"/>
          <c:yMode val="edge"/>
          <c:x val="0.23189082195025759"/>
          <c:y val="4.751460772804517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2312E-3"/>
                  <c:y val="-2.0198904545107111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C96-425E-B00B-A84AD8425CA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900" b="0" i="0" u="none" strike="noStrike" kern="1200" baseline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Sheet1!$B$4</c15:sqref>
                  <c15:dLbl>
                    <c:idx val="0"/>
                    <c:layout>
                      <c:manualLayout>
                        <c:x val="-9.6505731098990385E-17"/>
                        <c:y val="2.8483822585526269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F9D5-4926-AF85-478C6CCB573C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2-1C96-425E-B00B-A84AD8425CA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6320048893117114E-3"/>
                  <c:y val="3.077682850178086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C96-425E-B00B-A84AD8425CA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900" b="0" i="0" u="none" strike="noStrike" kern="1200" baseline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Sheet1!$C$3</c15:sqref>
                  <c15:dLbl>
                    <c:idx val="0"/>
                    <c:layout>
                      <c:manualLayout>
                        <c:x val="0"/>
                        <c:y val="2.8483822585526269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25E3-4E92-B96C-EAD84EB2E4F6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5-1C96-425E-B00B-A84AD8425CA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6320048893117114E-3"/>
                  <c:y val="3.077682850178086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C96-425E-B00B-A84AD8425CA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900" b="0" i="0" u="none" strike="noStrike" kern="1200" baseline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Sheet1!$D$3</c15:sqref>
                  <c15:dLbl>
                    <c:idx val="0"/>
                    <c:layout>
                      <c:manualLayout>
                        <c:x val="0"/>
                        <c:y val="2.8483822585526269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25E3-4E92-B96C-EAD84EB2E4F6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5-1C96-425E-B00B-A84AD8425CA5}"/>
            </c:ext>
          </c:extLst>
        </c:ser>
        <c:dLbls>
          <c:numFmt formatCode="0%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.15"/>
          <c:min val="0.0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QUANTIDADE</a:t>
            </a:r>
            <a:r>
              <a:rPr lang="en-US" sz="1200" baseline="0" dirty="0">
                <a:latin typeface="Arial" panose="020B0604020202020204" pitchFamily="34" charset="0"/>
                <a:cs typeface="Arial" panose="020B0604020202020204" pitchFamily="34" charset="0"/>
              </a:rPr>
              <a:t> DE MONITORIAS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9.1958036912509561E-2"/>
          <c:y val="0.2496682654983009"/>
          <c:w val="0.8744435946646657"/>
          <c:h val="0.4276580879371964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95-4844-A746-0B9E7D9C493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95-4844-A746-0B9E7D9C4936}"/>
            </c:ext>
          </c:extLst>
        </c:ser>
        <c:dLbls>
          <c:numFmt formatCode="#,##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15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/>
              <a:t>MÉDIA DO CANAL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73.38</c:v>
                </c:pt>
                <c:pt idx="1">
                  <c:v>94.25</c:v>
                </c:pt>
                <c:pt idx="2">
                  <c:v>81.75</c:v>
                </c:pt>
                <c:pt idx="3">
                  <c:v>82.75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87-4EB5-88FB-7C451FDC67C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6.1087942586954113E-3"/>
                  <c:y val="1.233231810194942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4EF0-4A10-A9AF-A05C6EA03614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71.56</c:v>
                </c:pt>
                <c:pt idx="1">
                  <c:v>62.5</c:v>
                </c:pt>
                <c:pt idx="2">
                  <c:v>72.75</c:v>
                </c:pt>
                <c:pt idx="3">
                  <c:v>70.5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Sheet1!$C$3</c15:sqref>
                  <c15:dLbl>
                    <c:idx val="0"/>
                    <c:layout>
                      <c:manualLayout>
                        <c:x val="2.4435177034781534E-2"/>
                        <c:y val="0"/>
                      </c:manualLayout>
                    </c:layout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4EF0-4A10-A9AF-A05C6EA03614}"/>
                      </c:ext>
                    </c:extLst>
                  </c15:dLbl>
                </c15:categoryFilterException>
                <c15:categoryFilterException>
                  <c15:sqref>Sheet1!$C$4</c15:sqref>
                  <c15:dLbl>
                    <c:idx val="0"/>
                    <c:layout>
                      <c:manualLayout>
                        <c:x val="2.1380779905433942E-2"/>
                        <c:y val="6.1661590509747141E-3"/>
                      </c:manualLayout>
                    </c:layout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1-4EF0-4A10-A9AF-A05C6EA03614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0-1F87-4EB5-88FB-7C451FDC67C6}"/>
            </c:ext>
          </c:extLst>
        </c:ser>
        <c:dLbls>
          <c:numFmt formatCode="0.0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10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VOLUME</a:t>
            </a:r>
            <a:r>
              <a:rPr lang="en-US" sz="1400" baseline="0" dirty="0">
                <a:latin typeface="Arial" panose="020B0604020202020204" pitchFamily="34" charset="0"/>
                <a:cs typeface="Arial" panose="020B0604020202020204" pitchFamily="34" charset="0"/>
              </a:rPr>
              <a:t> DE NC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4</c:v>
                </c:pt>
                <c:pt idx="2">
                  <c:v>6</c:v>
                </c:pt>
                <c:pt idx="3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0F5-4269-8225-8B2ECE3D896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NCG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0F5-4269-8225-8B2ECE3D8967}"/>
            </c:ext>
          </c:extLst>
        </c:ser>
        <c:dLbls>
          <c:numFmt formatCode="#,##0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NCG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09771298017605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B290-4464-86F7-897D890F7A9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 rtl="0">
                  <a:defRPr lang="en-US" sz="900" b="0" i="0" u="none" strike="noStrike" kern="1200" baseline="0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0.75</c:v>
                </c:pt>
                <c:pt idx="1">
                  <c:v>1.0</c:v>
                </c:pt>
                <c:pt idx="2">
                  <c:v>1.0</c:v>
                </c:pt>
                <c:pt idx="3">
                  <c:v>0.6667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Sheet1!$B$3</c15:sqref>
                  <c15:dLbl>
                    <c:idx val="0"/>
                    <c:layout>
                      <c:manualLayout>
                        <c:x val="7.8960146679351827E-3"/>
                        <c:y val="1.7907145731417339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B8C8-4208-BF6F-454B13A8FC4E}"/>
                      </c:ext>
                    </c:extLst>
                  </c15:dLbl>
                </c15:categoryFilterException>
                <c15:categoryFilterException>
                  <c15:sqref>Sheet1!$B$4</c15:sqref>
                  <c15:dLbl>
                    <c:idx val="0"/>
                    <c:layout>
                      <c:manualLayout>
                        <c:x val="-9.6505731098990385E-17"/>
                        <c:y val="2.8465947448760666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A045-427F-B808-C1A5E89686A8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2-B290-4464-86F7-897D890F7A9D}"/>
            </c:ext>
          </c:extLst>
        </c:ser>
        <c:ser>
          <c:idx val="1"/>
          <c:order val="2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09771298017605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B290-4464-86F7-897D890F7A9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 rtl="0">
                  <a:defRPr lang="en-US" sz="900" b="0" i="0" u="none" strike="noStrike" kern="1200" baseline="0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0.25</c:v>
                </c:pt>
                <c:pt idx="1">
                  <c:v>0.0</c:v>
                </c:pt>
                <c:pt idx="2">
                  <c:v>0.0</c:v>
                </c:pt>
                <c:pt idx="3">
                  <c:v>0.3333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Sheet1!$C$3</c15:sqref>
                  <c15:dLbl>
                    <c:idx val="0"/>
                    <c:layout>
                      <c:manualLayout>
                        <c:x val="7.8960146679351827E-3"/>
                        <c:y val="1.7907145731417339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B8C8-4208-BF6F-454B13A8FC4E}"/>
                      </c:ext>
                    </c:extLst>
                  </c15:dLbl>
                </c15:categoryFilterException>
                <c15:categoryFilterException>
                  <c15:sqref>Sheet1!$C$4</c15:sqref>
                  <c15:dLbl>
                    <c:idx val="0"/>
                    <c:layout>
                      <c:manualLayout>
                        <c:x val="-9.6505731098990385E-17"/>
                        <c:y val="2.8465947448760666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A045-427F-B808-C1A5E89686A8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2-B290-4464-86F7-897D890F7A9D}"/>
            </c:ext>
          </c:extLst>
        </c:ser>
        <c:ser>
          <c:idx val="2"/>
          <c:order val="3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09771298017605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B290-4464-86F7-897D890F7A9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 rtl="0">
                  <a:defRPr lang="en-US" sz="900" b="0" i="0" u="none" strike="noStrike" kern="1200" baseline="0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Sheet1!$D$3</c15:sqref>
                  <c15:dLbl>
                    <c:idx val="0"/>
                    <c:layout>
                      <c:manualLayout>
                        <c:x val="7.8960146679351827E-3"/>
                        <c:y val="1.7907145731417339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B8C8-4208-BF6F-454B13A8FC4E}"/>
                      </c:ext>
                    </c:extLst>
                  </c15:dLbl>
                </c15:categoryFilterException>
                <c15:categoryFilterException>
                  <c15:sqref>Sheet1!$D$4</c15:sqref>
                  <c15:dLbl>
                    <c:idx val="0"/>
                    <c:layout>
                      <c:manualLayout>
                        <c:x val="-9.6505731098990385E-17"/>
                        <c:y val="2.8465947448760666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A045-427F-B808-C1A5E89686A8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2-B290-4464-86F7-897D890F7A9D}"/>
            </c:ext>
          </c:extLst>
        </c:ser>
        <c:dLbls>
          <c:numFmt formatCode="0%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  <c:extLst>
          <c:ext xmlns:c15="http://schemas.microsoft.com/office/drawing/2012/chart" uri="{02D57815-91ED-43cb-92C2-25804820EDAC}">
            <c15:filteredBarSeries>
              <c15:ser>
                <c:idx val="3"/>
                <c:order val="1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Fora do Prazo</c:v>
                      </c:pt>
                    </c:strCache>
                  </c:strRef>
                </c:tx>
                <c:spPr>
                  <a:solidFill>
                    <a:srgbClr val="FFC00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7.8960146679352798E-3"/>
                        <c:y val="1.4938625925765805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3-B290-4464-86F7-897D890F7A9D}"/>
                      </c:ext>
                    </c:extLst>
                  </c:dLbl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1000" b="0" i="0" u="none" strike="noStrike" kern="1200" baseline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>Sheet1!$A$2:$A$4</c15:sqref>
                        </c15:fullRef>
                        <c15:formulaRef>
                          <c15:sqref>Sheet1!$A$2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ullRef>
                          <c15:sqref>Sheet1!$C$2:$C$4</c15:sqref>
                        </c15:fullRef>
                        <c15:formulaRef>
                          <c15:sqref>Sheet1!$C$2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0.25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5-B290-4464-86F7-897D890F7A9D}"/>
                  </c:ext>
                </c:extLst>
              </c15:ser>
            </c15:filteredBarSeries>
          </c:ext>
        </c:extLst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.15"/>
          <c:min val="0.0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6320048893117114E-3"/>
                  <c:y val="1.3818312121504372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0F0-474E-AF93-E9E6C240F67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0.8333</c:v>
                </c:pt>
                <c:pt idx="1">
                  <c:v>1.0</c:v>
                </c:pt>
                <c:pt idx="2">
                  <c:v>0.8333</c:v>
                </c:pt>
                <c:pt idx="3">
                  <c:v>1.0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Sheet1!$B$3</c15:sqref>
                  <c15:dLbl>
                    <c:idx val="0"/>
                    <c:layout>
                      <c:manualLayout>
                        <c:x val="5.2640097786234227E-3"/>
                        <c:y val="2.0168974083545895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D8B0-4540-828D-5D89D5786787}"/>
                      </c:ext>
                    </c:extLst>
                  </c15:dLbl>
                </c15:categoryFilterException>
                <c15:categoryFilterException>
                  <c15:sqref>Sheet1!$B$4</c15:sqref>
                  <c15:dLbl>
                    <c:idx val="0"/>
                    <c:layout>
                      <c:manualLayout>
                        <c:x val="-7.8960146679352798E-3"/>
                        <c:y val="2.0168974083545895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EB01-4A93-9454-1B658D34B8CF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2-F0F0-474E-AF93-E9E6C240F67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6320048893117599E-3"/>
                  <c:y val="9.659225067094117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0F0-474E-AF93-E9E6C240F67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0.1667</c:v>
                </c:pt>
                <c:pt idx="1">
                  <c:v>0.0</c:v>
                </c:pt>
                <c:pt idx="2">
                  <c:v>0.1667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F0F0-474E-AF93-E9E6C240F67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6320048893117599E-3"/>
                  <c:y val="9.659225067094117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0F0-474E-AF93-E9E6C240F67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F0F0-474E-AF93-E9E6C240F675}"/>
            </c:ext>
          </c:extLst>
        </c:ser>
        <c:dLbls>
          <c:numFmt formatCode="0%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.15"/>
          <c:min val="0.0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4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5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6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9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0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3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14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5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6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19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20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10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15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1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20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9245EE-EF44-448C-B390-217F9D881779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F80D8A-1E00-4A2A-88B3-6582234B067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48148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F80D8A-1E00-4A2A-88B3-6582234B067C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053067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44667C-1779-915A-9A58-07692E38C0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70F7840-2ED8-C090-B013-3045B02CAB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1B0C983-51AB-2547-D278-5014C7BF3E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53F8875-8D6E-A49C-9D96-5C00932D5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22570FB-1546-C81A-61BE-BCC4B525B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0686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8F619C-A085-9A39-6580-FBF22239C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D9218D9-73A5-5607-523C-A8A906961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245548A-C663-60E9-0525-77AAF95D1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3D34AE8-9DA7-6CB9-5437-B1AE97974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0BBA2AA-54B2-8A08-52F1-E56F0A129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101216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041A84-0A01-88C2-2FEC-9E0866B2F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26DC73D-D277-B614-64FB-29A881F7CE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BC2B70A-1426-A1D8-9D9A-44A2B69FE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0B4DBAD-38E3-FFCB-7F72-D494724C2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BAF5775-177E-C2FD-EBF9-367699AD0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377504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C6AEF5-9A4E-1E14-31AD-C812C3E43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303929-F888-E25E-664E-3319CAE95C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AE4F04F-7FBE-B94D-EF3F-CFE4E9FBE6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EB75313-18DB-1BEF-BB75-0BEB09D86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0DDA59D-804E-3F6A-1102-54071638B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2B0B1DC-2183-9577-99E6-9A51624A9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092591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D70268-943B-CD3F-54C4-351885B12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EE5216E-A0DC-C3BA-EF8A-3A83FB82EA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3F4B113-E8F0-02F2-2A8D-2D497A278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83F50F49-8E00-576C-A19F-4480568DF4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8FB761D-0C60-C999-A700-6C55FD59CC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FB9C745-6A90-6129-2D91-72DECD7DE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5658E8B3-48E2-4C72-D9C9-C43608748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95C75CC9-9345-A727-A0A0-B69949D38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2163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F7CF9-3460-73C6-B668-154070084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963CECB-0D98-FB33-D798-BA017AD0A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8743CC6-C236-AAC5-0162-FD508FCA6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92577B5-DC71-5575-F278-88ADA068E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59479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218DBE7A-F360-711A-2ADD-0BE02B403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52C6401-B6B5-5BD3-A40E-0C24E2BBD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CB61B61-EE28-097A-EE1D-8C816F94C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10754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1835FD-03DD-1621-4A2D-E935611FF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294484-D149-CBD1-69D3-BD2E773E6A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9B06622-2452-682C-C833-AA988ABBDC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7E1C842-C711-6708-F040-97BD007CE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7814B53-BC52-5921-D41E-5CE4BFC24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F76A38B-91AA-D6C8-2BE8-3C7F82807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037972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124F7C-161A-FCD3-F40E-AAC0C9BA8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579FFB9-31C0-32AC-086D-749C798D7E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C4C321C-2788-471F-72EC-C8BBCD241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2C7916B-F7D5-C78E-3DC1-EB760939C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37FEC02-8419-6475-B7DA-11D88A8E3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11D4D07-7272-6A2F-0F82-851A8BCF9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872212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86EEDF-640D-48A6-E7ED-A09E3B298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AC36AC4-2199-1A24-D590-05B5F674F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C3053D-B7CA-D1CD-880D-DE397C1E1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C52112-DBEA-44CD-DA8F-9185B64DA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27F6235-9C47-E2DF-E2E4-7905F2F10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72448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13CC2E6-4EF2-7D0C-8A36-42DAB41FBD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5D5126D-6858-0E33-9ACF-30BB0FF94E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6E277D4-69CE-313C-FD1E-83530E0AD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120995D-3DD7-5A1B-A851-132C703C3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A4E9136-675D-0C68-118D-C575F5DAE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6571165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A0975BED-518B-5053-2D39-FD7466A4C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F4B80A4-34C3-C446-C8D3-B30E9D07C8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DF6A3F9-1AE9-D8FB-AE3E-AD7A9C9E71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2AF87F7-73B1-2F68-0E3D-E10643686B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AB79649-65E7-0E68-563D-9B43B6E03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76163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chart" Target="../charts/chart8.xml"/><Relationship Id="rId4" Type="http://schemas.openxmlformats.org/officeDocument/2006/relationships/chart" Target="../charts/chart9.xml"/><Relationship Id="rId5" Type="http://schemas.openxmlformats.org/officeDocument/2006/relationships/chart" Target="../charts/char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chart" Target="../charts/chart11.xml"/><Relationship Id="rId4" Type="http://schemas.openxmlformats.org/officeDocument/2006/relationships/chart" Target="../charts/char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chart" Target="../charts/chart13.xml"/><Relationship Id="rId4" Type="http://schemas.openxmlformats.org/officeDocument/2006/relationships/chart" Target="../charts/chart14.xml"/><Relationship Id="rId5" Type="http://schemas.openxmlformats.org/officeDocument/2006/relationships/chart" Target="../charts/chart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chart" Target="../charts/chart16.xml"/><Relationship Id="rId4" Type="http://schemas.openxmlformats.org/officeDocument/2006/relationships/chart" Target="../charts/chart1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chart" Target="../charts/chart18.xml"/><Relationship Id="rId5" Type="http://schemas.openxmlformats.org/officeDocument/2006/relationships/chart" Target="../charts/chart19.xml"/><Relationship Id="rId6" Type="http://schemas.openxmlformats.org/officeDocument/2006/relationships/chart" Target="../charts/chart2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D9B7EF7A-7DD1-8797-9CDB-D42DC05CB1F6}"/>
              </a:ext>
            </a:extLst>
          </p:cNvPr>
          <p:cNvSpPr/>
          <p:nvPr/>
        </p:nvSpPr>
        <p:spPr>
          <a:xfrm>
            <a:off x="1362258" y="5956397"/>
            <a:ext cx="2248329" cy="31999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0C35198-21E9-7780-50CF-D3C1559A87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77233" y="1878717"/>
            <a:ext cx="9144000" cy="2219149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RELATÓRIO </a:t>
            </a:r>
            <a:b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t-BR" sz="6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DAAA4997-7826-4F55-37AE-1D2B4B0C46B4}"/>
              </a:ext>
            </a:extLst>
          </p:cNvPr>
          <p:cNvSpPr txBox="1">
            <a:spLocks/>
          </p:cNvSpPr>
          <p:nvPr/>
        </p:nvSpPr>
        <p:spPr>
          <a:xfrm>
            <a:off x="1177233" y="2471385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 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A725FB1-BEAA-D8EA-D9C9-9B8D50154A9E}"/>
              </a:ext>
            </a:extLst>
          </p:cNvPr>
          <p:cNvSpPr txBox="1">
            <a:spLocks/>
          </p:cNvSpPr>
          <p:nvPr/>
        </p:nvSpPr>
        <p:spPr>
          <a:xfrm>
            <a:off x="2115879" y="4778396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A90514CF-FD6C-D0CE-5DAF-FC712ABBFA98}"/>
              </a:ext>
            </a:extLst>
          </p:cNvPr>
          <p:cNvSpPr txBox="1">
            <a:spLocks/>
          </p:cNvSpPr>
          <p:nvPr/>
        </p:nvSpPr>
        <p:spPr>
          <a:xfrm>
            <a:off x="1177233" y="1618191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E7CDE282-6D37-ADCD-BC23-245D0D2717DD}"/>
              </a:ext>
            </a:extLst>
          </p:cNvPr>
          <p:cNvCxnSpPr>
            <a:cxnSpLocks/>
          </p:cNvCxnSpPr>
          <p:nvPr/>
        </p:nvCxnSpPr>
        <p:spPr>
          <a:xfrm>
            <a:off x="770663" y="1421259"/>
            <a:ext cx="0" cy="40191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ipse 10">
            <a:extLst>
              <a:ext uri="{FF2B5EF4-FFF2-40B4-BE49-F238E27FC236}">
                <a16:creationId xmlns:a16="http://schemas.microsoft.com/office/drawing/2014/main" id="{BA24F666-9D27-8354-F7A0-97A1B18F7B3C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7606BDFD-9C72-0DB8-CE82-298C895D32A0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Digital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5BEFBB8C-5A76-76AF-878C-8F412CEEDF75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CA7B92B7-C10C-9170-686C-619A358C3EDA}"/>
              </a:ext>
            </a:extLst>
          </p:cNvPr>
          <p:cNvSpPr txBox="1">
            <a:spLocks/>
          </p:cNvSpPr>
          <p:nvPr/>
        </p:nvSpPr>
        <p:spPr>
          <a:xfrm>
            <a:off x="4120444" y="5885738"/>
            <a:ext cx="170744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de Ajuda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D8388B6F-26C0-E8B5-C3B2-F7B433F03866}"/>
              </a:ext>
            </a:extLst>
          </p:cNvPr>
          <p:cNvSpPr txBox="1">
            <a:spLocks/>
          </p:cNvSpPr>
          <p:nvPr/>
        </p:nvSpPr>
        <p:spPr>
          <a:xfrm>
            <a:off x="6386612" y="5864793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Chat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0F93BBA-E770-0B22-E5D8-7C404A0D454B}"/>
              </a:ext>
            </a:extLst>
          </p:cNvPr>
          <p:cNvSpPr txBox="1">
            <a:spLocks/>
          </p:cNvSpPr>
          <p:nvPr/>
        </p:nvSpPr>
        <p:spPr>
          <a:xfrm>
            <a:off x="7374461" y="588369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Consumidor.gov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E533871F-8317-6F72-69E0-F732373A9CF4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DE706286-D960-53B5-5D40-39BC04E97E30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2289849F-2484-731C-FE10-24CF16AD49ED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C19BD5A-A221-916E-E0A9-367FCCE9030F}"/>
              </a:ext>
            </a:extLst>
          </p:cNvPr>
          <p:cNvSpPr txBox="1">
            <a:spLocks/>
          </p:cNvSpPr>
          <p:nvPr/>
        </p:nvSpPr>
        <p:spPr>
          <a:xfrm>
            <a:off x="7066802" y="5865298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13F0455B-3641-40F4-95BA-84BFC54319ED}"/>
              </a:ext>
            </a:extLst>
          </p:cNvPr>
          <p:cNvSpPr/>
          <p:nvPr/>
        </p:nvSpPr>
        <p:spPr>
          <a:xfrm>
            <a:off x="690919" y="1896621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925310E8-91AC-2334-EEC2-64368966E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C51CC3E6-5A2B-3343-12E9-8389B3703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1EEF303A-748B-ACE1-6572-9B9AA034D3BA}"/>
              </a:ext>
            </a:extLst>
          </p:cNvPr>
          <p:cNvCxnSpPr>
            <a:cxnSpLocks/>
          </p:cNvCxnSpPr>
          <p:nvPr/>
        </p:nvCxnSpPr>
        <p:spPr>
          <a:xfrm>
            <a:off x="1346873" y="5156790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Elipse 31">
            <a:extLst>
              <a:ext uri="{FF2B5EF4-FFF2-40B4-BE49-F238E27FC236}">
                <a16:creationId xmlns:a16="http://schemas.microsoft.com/office/drawing/2014/main" id="{E5E13028-53BD-1678-A341-3B8C3A967720}"/>
              </a:ext>
            </a:extLst>
          </p:cNvPr>
          <p:cNvSpPr/>
          <p:nvPr/>
        </p:nvSpPr>
        <p:spPr>
          <a:xfrm>
            <a:off x="1267129" y="5073095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3EC67C43-208D-B659-2866-D1829CF93E89}"/>
              </a:ext>
            </a:extLst>
          </p:cNvPr>
          <p:cNvSpPr txBox="1">
            <a:spLocks/>
          </p:cNvSpPr>
          <p:nvPr/>
        </p:nvSpPr>
        <p:spPr>
          <a:xfrm>
            <a:off x="1122318" y="1933886"/>
            <a:ext cx="9144000" cy="220027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OPERACIONAL</a:t>
            </a:r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8F103DBD-DAD2-4FE4-B5CC-941177F86F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  <p:sp>
        <p:nvSpPr>
          <p:cNvPr id="27" name="Título 1">
            <a:extLst>
              <a:ext uri="{FF2B5EF4-FFF2-40B4-BE49-F238E27FC236}">
                <a16:creationId xmlns:a16="http://schemas.microsoft.com/office/drawing/2014/main" id="{3F01F83B-7291-417E-871C-D603E30F3474}"/>
              </a:ext>
            </a:extLst>
          </p:cNvPr>
          <p:cNvSpPr txBox="1">
            <a:spLocks/>
          </p:cNvSpPr>
          <p:nvPr/>
        </p:nvSpPr>
        <p:spPr>
          <a:xfrm>
            <a:off x="8804667" y="5864793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34" name="Título 1">
            <a:extLst>
              <a:ext uri="{FF2B5EF4-FFF2-40B4-BE49-F238E27FC236}">
                <a16:creationId xmlns:a16="http://schemas.microsoft.com/office/drawing/2014/main" id="{41076838-B3CC-46F4-A4D5-71B4EFE8A007}"/>
              </a:ext>
            </a:extLst>
          </p:cNvPr>
          <p:cNvSpPr txBox="1">
            <a:spLocks/>
          </p:cNvSpPr>
          <p:nvPr/>
        </p:nvSpPr>
        <p:spPr>
          <a:xfrm>
            <a:off x="9156760" y="590126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Reclame Aqui</a:t>
            </a:r>
          </a:p>
        </p:txBody>
      </p:sp>
    </p:spTree>
    <p:extLst>
      <p:ext uri="{BB962C8B-B14F-4D97-AF65-F5344CB8AC3E}">
        <p14:creationId xmlns:p14="http://schemas.microsoft.com/office/powerpoint/2010/main" val="6242322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42C4-360A-CA40-D07F-93ED55A4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6025DE95-E3B5-424F-82FE-3F6F475566C7}"/>
              </a:ext>
            </a:extLst>
          </p:cNvPr>
          <p:cNvSpPr/>
          <p:nvPr/>
        </p:nvSpPr>
        <p:spPr>
          <a:xfrm>
            <a:off x="0" y="629496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B4C67EB2-4004-74F9-F7E8-424FA511C451}"/>
              </a:ext>
            </a:extLst>
          </p:cNvPr>
          <p:cNvSpPr/>
          <p:nvPr/>
        </p:nvSpPr>
        <p:spPr>
          <a:xfrm>
            <a:off x="5052300" y="194332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55CAF606-032B-8A64-2A6C-9247C1253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9174" y="90050"/>
            <a:ext cx="6790413" cy="365121"/>
          </a:xfrm>
          <a:prstGeom prst="rect">
            <a:avLst/>
          </a:prstGeom>
        </p:spPr>
      </p:pic>
      <p:sp>
        <p:nvSpPr>
          <p:cNvPr id="16" name="Título 1">
            <a:extLst>
              <a:ext uri="{FF2B5EF4-FFF2-40B4-BE49-F238E27FC236}">
                <a16:creationId xmlns:a16="http://schemas.microsoft.com/office/drawing/2014/main" id="{AECF371B-B7D1-2C68-9ACA-7EF0D4C398D6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Resumo Geral</a:t>
            </a:r>
          </a:p>
        </p:txBody>
      </p:sp>
      <p:sp>
        <p:nvSpPr>
          <p:cNvPr id="89" name="Título 1">
            <a:extLst>
              <a:ext uri="{FF2B5EF4-FFF2-40B4-BE49-F238E27FC236}">
                <a16:creationId xmlns:a16="http://schemas.microsoft.com/office/drawing/2014/main" id="{90A26515-E9A4-4AC5-A344-6965580CDB86}"/>
              </a:ext>
            </a:extLst>
          </p:cNvPr>
          <p:cNvSpPr txBox="1">
            <a:spLocks/>
          </p:cNvSpPr>
          <p:nvPr/>
        </p:nvSpPr>
        <p:spPr>
          <a:xfrm>
            <a:off x="1480009" y="2203463"/>
            <a:ext cx="9426804" cy="245107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>
              <a:lnSpc>
                <a:spcPct val="150000"/>
              </a:lnSpc>
            </a:pPr>
            <a:r>
              <a:rPr lang="pt-BR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Este relatório apresenta o consolidado operacional de Monitorias e Feedbacks do primeiro ciclo de setembro. </a:t>
            </a:r>
          </a:p>
          <a:p>
            <a:pPr algn="just">
              <a:lnSpc>
                <a:spcPct val="150000"/>
              </a:lnSpc>
            </a:pPr>
            <a:endParaRPr lang="pt-BR" sz="20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pt-BR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material tem como objetivo demonstrar o desempenho da semana, evidenciando os indicadores de qualidade, o volume de monitorias realizadas, a aplicação de feedbacks e os principais pontos de atenção identificados nas análises.</a:t>
            </a:r>
            <a:endParaRPr lang="pt-BR" sz="32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0" name="Imagem 89">
            <a:extLst>
              <a:ext uri="{FF2B5EF4-FFF2-40B4-BE49-F238E27FC236}">
                <a16:creationId xmlns:a16="http://schemas.microsoft.com/office/drawing/2014/main" id="{94F06FC4-A492-41DE-B244-55DE4F910E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091" y="6309200"/>
            <a:ext cx="1505175" cy="598854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65965515-3D5D-5A3E-1B24-00E86B9AD3BF}"/>
              </a:ext>
            </a:extLst>
          </p:cNvPr>
          <p:cNvSpPr txBox="1"/>
          <p:nvPr/>
        </p:nvSpPr>
        <p:spPr>
          <a:xfrm>
            <a:off x="5236380" y="5952395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Os dados apresentados estão atualizados até 23/05.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15BF4DCA-F9D8-94D4-47C3-B42835C9962D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C0C2C49A-70D5-B043-A9ED-79C97B46C743}"/>
              </a:ext>
            </a:extLst>
          </p:cNvPr>
          <p:cNvSpPr/>
          <p:nvPr/>
        </p:nvSpPr>
        <p:spPr>
          <a:xfrm>
            <a:off x="6739698" y="16589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9947F8D2-B7DD-DEA6-7D7C-E793DAB6EC49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3C2A0558-0ED0-EE41-8E14-28F0430A63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7783" y="52504"/>
            <a:ext cx="6834659" cy="371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9199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D9B7EF7A-7DD1-8797-9CDB-D42DC05CB1F6}"/>
              </a:ext>
            </a:extLst>
          </p:cNvPr>
          <p:cNvSpPr/>
          <p:nvPr/>
        </p:nvSpPr>
        <p:spPr>
          <a:xfrm>
            <a:off x="3995377" y="5954236"/>
            <a:ext cx="1831154" cy="31999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BA24F666-9D27-8354-F7A0-97A1B18F7B3C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7606BDFD-9C72-0DB8-CE82-298C895D32A0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Digital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5BEFBB8C-5A76-76AF-878C-8F412CEEDF75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CA7B92B7-C10C-9170-686C-619A358C3EDA}"/>
              </a:ext>
            </a:extLst>
          </p:cNvPr>
          <p:cNvSpPr txBox="1">
            <a:spLocks/>
          </p:cNvSpPr>
          <p:nvPr/>
        </p:nvSpPr>
        <p:spPr>
          <a:xfrm>
            <a:off x="4120444" y="5885738"/>
            <a:ext cx="170744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de Ajuda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D8388B6F-26C0-E8B5-C3B2-F7B433F03866}"/>
              </a:ext>
            </a:extLst>
          </p:cNvPr>
          <p:cNvSpPr txBox="1">
            <a:spLocks/>
          </p:cNvSpPr>
          <p:nvPr/>
        </p:nvSpPr>
        <p:spPr>
          <a:xfrm>
            <a:off x="6386612" y="5864793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Chat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0F93BBA-E770-0B22-E5D8-7C404A0D454B}"/>
              </a:ext>
            </a:extLst>
          </p:cNvPr>
          <p:cNvSpPr txBox="1">
            <a:spLocks/>
          </p:cNvSpPr>
          <p:nvPr/>
        </p:nvSpPr>
        <p:spPr>
          <a:xfrm>
            <a:off x="7374461" y="588369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Consumidor.gov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E533871F-8317-6F72-69E0-F732373A9CF4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DE706286-D960-53B5-5D40-39BC04E97E30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2289849F-2484-731C-FE10-24CF16AD49ED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C19BD5A-A221-916E-E0A9-367FCCE9030F}"/>
              </a:ext>
            </a:extLst>
          </p:cNvPr>
          <p:cNvSpPr txBox="1">
            <a:spLocks/>
          </p:cNvSpPr>
          <p:nvPr/>
        </p:nvSpPr>
        <p:spPr>
          <a:xfrm>
            <a:off x="7066802" y="5865298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925310E8-91AC-2334-EEC2-64368966E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C51CC3E6-5A2B-3343-12E9-8389B3703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8F103DBD-DAD2-4FE4-B5CC-941177F86F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  <p:sp>
        <p:nvSpPr>
          <p:cNvPr id="27" name="Título 1">
            <a:extLst>
              <a:ext uri="{FF2B5EF4-FFF2-40B4-BE49-F238E27FC236}">
                <a16:creationId xmlns:a16="http://schemas.microsoft.com/office/drawing/2014/main" id="{3F01F83B-7291-417E-871C-D603E30F3474}"/>
              </a:ext>
            </a:extLst>
          </p:cNvPr>
          <p:cNvSpPr txBox="1">
            <a:spLocks/>
          </p:cNvSpPr>
          <p:nvPr/>
        </p:nvSpPr>
        <p:spPr>
          <a:xfrm>
            <a:off x="8804667" y="5864793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34" name="Título 1">
            <a:extLst>
              <a:ext uri="{FF2B5EF4-FFF2-40B4-BE49-F238E27FC236}">
                <a16:creationId xmlns:a16="http://schemas.microsoft.com/office/drawing/2014/main" id="{41076838-B3CC-46F4-A4D5-71B4EFE8A007}"/>
              </a:ext>
            </a:extLst>
          </p:cNvPr>
          <p:cNvSpPr txBox="1">
            <a:spLocks/>
          </p:cNvSpPr>
          <p:nvPr/>
        </p:nvSpPr>
        <p:spPr>
          <a:xfrm>
            <a:off x="9156760" y="590126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Reclame Aqui</a:t>
            </a:r>
          </a:p>
        </p:txBody>
      </p:sp>
      <p:sp>
        <p:nvSpPr>
          <p:cNvPr id="29" name="Título 1">
            <a:extLst>
              <a:ext uri="{FF2B5EF4-FFF2-40B4-BE49-F238E27FC236}">
                <a16:creationId xmlns:a16="http://schemas.microsoft.com/office/drawing/2014/main" id="{C6A5BAFA-62F4-453C-BB5C-2A2F4BAD3D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2318" y="2466134"/>
            <a:ext cx="9144000" cy="1181350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DE AJUDA</a:t>
            </a:r>
          </a:p>
        </p:txBody>
      </p:sp>
      <p:sp>
        <p:nvSpPr>
          <p:cNvPr id="30" name="Título 1">
            <a:extLst>
              <a:ext uri="{FF2B5EF4-FFF2-40B4-BE49-F238E27FC236}">
                <a16:creationId xmlns:a16="http://schemas.microsoft.com/office/drawing/2014/main" id="{D1BEED2F-D67A-406D-AAC9-4E04E6A7AFD4}"/>
              </a:ext>
            </a:extLst>
          </p:cNvPr>
          <p:cNvSpPr txBox="1">
            <a:spLocks/>
          </p:cNvSpPr>
          <p:nvPr/>
        </p:nvSpPr>
        <p:spPr>
          <a:xfrm>
            <a:off x="1122318" y="1911623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</a:t>
            </a:r>
            <a:endParaRPr lang="pt-BR" sz="48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6B5C9D76-8ED2-41A9-A3C0-F7C350550EDE}"/>
              </a:ext>
            </a:extLst>
          </p:cNvPr>
          <p:cNvSpPr txBox="1">
            <a:spLocks/>
          </p:cNvSpPr>
          <p:nvPr/>
        </p:nvSpPr>
        <p:spPr>
          <a:xfrm>
            <a:off x="2090824" y="3987434"/>
            <a:ext cx="2375911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ítulo 1">
            <a:extLst>
              <a:ext uri="{FF2B5EF4-FFF2-40B4-BE49-F238E27FC236}">
                <a16:creationId xmlns:a16="http://schemas.microsoft.com/office/drawing/2014/main" id="{FBD498E5-221B-4306-B453-B3A298B7F7DB}"/>
              </a:ext>
            </a:extLst>
          </p:cNvPr>
          <p:cNvSpPr txBox="1">
            <a:spLocks/>
          </p:cNvSpPr>
          <p:nvPr/>
        </p:nvSpPr>
        <p:spPr>
          <a:xfrm>
            <a:off x="1179689" y="2068978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36" name="Conector reto 35">
            <a:extLst>
              <a:ext uri="{FF2B5EF4-FFF2-40B4-BE49-F238E27FC236}">
                <a16:creationId xmlns:a16="http://schemas.microsoft.com/office/drawing/2014/main" id="{80A74A16-AC57-4EA7-BCC5-E9E4331EBF22}"/>
              </a:ext>
            </a:extLst>
          </p:cNvPr>
          <p:cNvCxnSpPr>
            <a:cxnSpLocks/>
          </p:cNvCxnSpPr>
          <p:nvPr/>
        </p:nvCxnSpPr>
        <p:spPr>
          <a:xfrm>
            <a:off x="770663" y="2347408"/>
            <a:ext cx="0" cy="1934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Elipse 36">
            <a:extLst>
              <a:ext uri="{FF2B5EF4-FFF2-40B4-BE49-F238E27FC236}">
                <a16:creationId xmlns:a16="http://schemas.microsoft.com/office/drawing/2014/main" id="{1BB0E9B2-068C-4781-BB2D-A1F4E665AB69}"/>
              </a:ext>
            </a:extLst>
          </p:cNvPr>
          <p:cNvSpPr/>
          <p:nvPr/>
        </p:nvSpPr>
        <p:spPr>
          <a:xfrm>
            <a:off x="690919" y="3166819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38" name="Conector reto 37">
            <a:extLst>
              <a:ext uri="{FF2B5EF4-FFF2-40B4-BE49-F238E27FC236}">
                <a16:creationId xmlns:a16="http://schemas.microsoft.com/office/drawing/2014/main" id="{92510A62-527F-4B44-B9F7-89B582399421}"/>
              </a:ext>
            </a:extLst>
          </p:cNvPr>
          <p:cNvCxnSpPr>
            <a:cxnSpLocks/>
          </p:cNvCxnSpPr>
          <p:nvPr/>
        </p:nvCxnSpPr>
        <p:spPr>
          <a:xfrm>
            <a:off x="1321818" y="4365828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Elipse 38">
            <a:extLst>
              <a:ext uri="{FF2B5EF4-FFF2-40B4-BE49-F238E27FC236}">
                <a16:creationId xmlns:a16="http://schemas.microsoft.com/office/drawing/2014/main" id="{4CF56CBF-F5BC-4D5A-91D3-EB4B6E6D4D85}"/>
              </a:ext>
            </a:extLst>
          </p:cNvPr>
          <p:cNvSpPr/>
          <p:nvPr/>
        </p:nvSpPr>
        <p:spPr>
          <a:xfrm>
            <a:off x="1242074" y="4282133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65079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42C4-360A-CA40-D07F-93ED55A4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D11EAAB7-2A87-0DFB-808D-0F95247425CF}"/>
              </a:ext>
            </a:extLst>
          </p:cNvPr>
          <p:cNvSpPr/>
          <p:nvPr/>
        </p:nvSpPr>
        <p:spPr>
          <a:xfrm>
            <a:off x="505324" y="1242765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85C5BEB5-2B76-8918-22A4-D8EF6ACC2936}"/>
              </a:ext>
            </a:extLst>
          </p:cNvPr>
          <p:cNvSpPr/>
          <p:nvPr/>
        </p:nvSpPr>
        <p:spPr>
          <a:xfrm>
            <a:off x="505325" y="1242766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2E75B6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3A827915-CB23-2EF5-CDCC-A7D4748F56B1}"/>
              </a:ext>
            </a:extLst>
          </p:cNvPr>
          <p:cNvSpPr txBox="1"/>
          <p:nvPr/>
        </p:nvSpPr>
        <p:spPr>
          <a:xfrm>
            <a:off x="860255" y="1326984"/>
            <a:ext cx="2526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9DB21D64-0782-7C39-83E7-31BA261C2C40}"/>
              </a:ext>
            </a:extLst>
          </p:cNvPr>
          <p:cNvSpPr/>
          <p:nvPr/>
        </p:nvSpPr>
        <p:spPr>
          <a:xfrm>
            <a:off x="8394701" y="124276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6E0DF0E2-8B2B-9359-94E2-CBCDA0AB3EF9}"/>
              </a:ext>
            </a:extLst>
          </p:cNvPr>
          <p:cNvSpPr/>
          <p:nvPr/>
        </p:nvSpPr>
        <p:spPr>
          <a:xfrm>
            <a:off x="8399102" y="1241089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9CEE9B60-CACA-DA9B-95A4-7FC33F8C999E}"/>
              </a:ext>
            </a:extLst>
          </p:cNvPr>
          <p:cNvSpPr txBox="1"/>
          <p:nvPr/>
        </p:nvSpPr>
        <p:spPr>
          <a:xfrm>
            <a:off x="9030966" y="1381446"/>
            <a:ext cx="21492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FEEDBACKS  REALIZADOS 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F0D0413F-1302-4951-BA58-5FCEB97A18C2}"/>
              </a:ext>
            </a:extLst>
          </p:cNvPr>
          <p:cNvSpPr txBox="1"/>
          <p:nvPr/>
        </p:nvSpPr>
        <p:spPr>
          <a:xfrm>
            <a:off x="1176257" y="1466082"/>
            <a:ext cx="17237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140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4264D1BE-81D1-4DD0-9406-41D070E956B1}"/>
              </a:ext>
            </a:extLst>
          </p:cNvPr>
          <p:cNvSpPr txBox="1"/>
          <p:nvPr/>
        </p:nvSpPr>
        <p:spPr>
          <a:xfrm>
            <a:off x="8426781" y="1497328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137</a:t>
            </a: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14B57E3F-A289-454E-9606-9DE2D5AEF48E}"/>
              </a:ext>
            </a:extLst>
          </p:cNvPr>
          <p:cNvSpPr/>
          <p:nvPr/>
        </p:nvSpPr>
        <p:spPr>
          <a:xfrm>
            <a:off x="4250326" y="124276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32AC41D8-CA97-4638-86E6-CF10F8020902}"/>
              </a:ext>
            </a:extLst>
          </p:cNvPr>
          <p:cNvSpPr/>
          <p:nvPr/>
        </p:nvSpPr>
        <p:spPr>
          <a:xfrm>
            <a:off x="4250327" y="1242765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27F2EC3F-B6FB-4FEF-9F8E-F02B9B08CA70}"/>
              </a:ext>
            </a:extLst>
          </p:cNvPr>
          <p:cNvSpPr txBox="1"/>
          <p:nvPr/>
        </p:nvSpPr>
        <p:spPr>
          <a:xfrm>
            <a:off x="4928588" y="1326984"/>
            <a:ext cx="1811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MÉDIA  DO MÊS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B2E6552C-25E5-4A50-BE6E-0CCABD0AB438}"/>
              </a:ext>
            </a:extLst>
          </p:cNvPr>
          <p:cNvSpPr txBox="1"/>
          <p:nvPr/>
        </p:nvSpPr>
        <p:spPr>
          <a:xfrm>
            <a:off x="4250325" y="1477692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82,57</a:t>
            </a: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FFA7B38D-33D4-44A2-A850-4CE694DBF118}"/>
              </a:ext>
            </a:extLst>
          </p:cNvPr>
          <p:cNvSpPr txBox="1"/>
          <p:nvPr/>
        </p:nvSpPr>
        <p:spPr>
          <a:xfrm>
            <a:off x="4501412" y="239554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43" name="Google Shape;2081;p50">
            <a:extLst>
              <a:ext uri="{FF2B5EF4-FFF2-40B4-BE49-F238E27FC236}">
                <a16:creationId xmlns:a16="http://schemas.microsoft.com/office/drawing/2014/main" id="{2FAE6210-2975-4948-B144-3AC5F39539B9}"/>
              </a:ext>
            </a:extLst>
          </p:cNvPr>
          <p:cNvSpPr/>
          <p:nvPr/>
        </p:nvSpPr>
        <p:spPr>
          <a:xfrm>
            <a:off x="717770" y="1298948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" name="Google Shape;2561;p51">
            <a:extLst>
              <a:ext uri="{FF2B5EF4-FFF2-40B4-BE49-F238E27FC236}">
                <a16:creationId xmlns:a16="http://schemas.microsoft.com/office/drawing/2014/main" id="{FA05CF1A-469F-455B-BEDE-0FEB762402FB}"/>
              </a:ext>
            </a:extLst>
          </p:cNvPr>
          <p:cNvGrpSpPr/>
          <p:nvPr/>
        </p:nvGrpSpPr>
        <p:grpSpPr>
          <a:xfrm>
            <a:off x="4567372" y="1369102"/>
            <a:ext cx="230870" cy="230118"/>
            <a:chOff x="852385" y="1510916"/>
            <a:chExt cx="353145" cy="351998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3" name="Google Shape;2562;p51">
              <a:extLst>
                <a:ext uri="{FF2B5EF4-FFF2-40B4-BE49-F238E27FC236}">
                  <a16:creationId xmlns:a16="http://schemas.microsoft.com/office/drawing/2014/main" id="{B8E3C87E-7523-4330-9AC2-B6D3C7D4141E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563;p51">
              <a:extLst>
                <a:ext uri="{FF2B5EF4-FFF2-40B4-BE49-F238E27FC236}">
                  <a16:creationId xmlns:a16="http://schemas.microsoft.com/office/drawing/2014/main" id="{1919F32F-8FE3-4E2C-B0FC-28AAAB49DEF6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64;p51">
              <a:extLst>
                <a:ext uri="{FF2B5EF4-FFF2-40B4-BE49-F238E27FC236}">
                  <a16:creationId xmlns:a16="http://schemas.microsoft.com/office/drawing/2014/main" id="{CA4BE8FC-BFBD-4665-AB35-B56061B229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3637;p53">
            <a:extLst>
              <a:ext uri="{FF2B5EF4-FFF2-40B4-BE49-F238E27FC236}">
                <a16:creationId xmlns:a16="http://schemas.microsoft.com/office/drawing/2014/main" id="{4AD75BB9-FA08-4795-8951-1D6FAE49B1F3}"/>
              </a:ext>
            </a:extLst>
          </p:cNvPr>
          <p:cNvGrpSpPr/>
          <p:nvPr/>
        </p:nvGrpSpPr>
        <p:grpSpPr>
          <a:xfrm>
            <a:off x="8649694" y="1377985"/>
            <a:ext cx="286642" cy="288164"/>
            <a:chOff x="7098912" y="1969392"/>
            <a:chExt cx="359651" cy="361560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7" name="Google Shape;3638;p53">
              <a:extLst>
                <a:ext uri="{FF2B5EF4-FFF2-40B4-BE49-F238E27FC236}">
                  <a16:creationId xmlns:a16="http://schemas.microsoft.com/office/drawing/2014/main" id="{720044B5-7EC5-459E-A6AE-048C2133F775}"/>
                </a:ext>
              </a:extLst>
            </p:cNvPr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" name="Google Shape;3639;p53">
              <a:extLst>
                <a:ext uri="{FF2B5EF4-FFF2-40B4-BE49-F238E27FC236}">
                  <a16:creationId xmlns:a16="http://schemas.microsoft.com/office/drawing/2014/main" id="{FC9BBF50-6DDB-4E90-BFCE-9AE41ECC7DCE}"/>
                </a:ext>
              </a:extLst>
            </p:cNvPr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9" name="Google Shape;3640;p53">
              <a:extLst>
                <a:ext uri="{FF2B5EF4-FFF2-40B4-BE49-F238E27FC236}">
                  <a16:creationId xmlns:a16="http://schemas.microsoft.com/office/drawing/2014/main" id="{CFF6D3A9-9607-469D-811B-FCB4162826D3}"/>
                </a:ext>
              </a:extLst>
            </p:cNvPr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0" name="Google Shape;3641;p53">
              <a:extLst>
                <a:ext uri="{FF2B5EF4-FFF2-40B4-BE49-F238E27FC236}">
                  <a16:creationId xmlns:a16="http://schemas.microsoft.com/office/drawing/2014/main" id="{DB651687-7563-4694-B26B-5A783AE845C3}"/>
                </a:ext>
              </a:extLst>
            </p:cNvPr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1" name="Google Shape;3642;p53">
              <a:extLst>
                <a:ext uri="{FF2B5EF4-FFF2-40B4-BE49-F238E27FC236}">
                  <a16:creationId xmlns:a16="http://schemas.microsoft.com/office/drawing/2014/main" id="{865F944F-1BF6-4B63-9342-8FF534273A68}"/>
                </a:ext>
              </a:extLst>
            </p:cNvPr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2" name="Google Shape;3643;p53">
              <a:extLst>
                <a:ext uri="{FF2B5EF4-FFF2-40B4-BE49-F238E27FC236}">
                  <a16:creationId xmlns:a16="http://schemas.microsoft.com/office/drawing/2014/main" id="{E1A349CE-F0AF-49B1-AF89-7EBC145FD517}"/>
                </a:ext>
              </a:extLst>
            </p:cNvPr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3" name="Google Shape;3644;p53">
              <a:extLst>
                <a:ext uri="{FF2B5EF4-FFF2-40B4-BE49-F238E27FC236}">
                  <a16:creationId xmlns:a16="http://schemas.microsoft.com/office/drawing/2014/main" id="{544C8F6D-6685-4C1E-A1FC-7D7F95AE4AD9}"/>
                </a:ext>
              </a:extLst>
            </p:cNvPr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4" name="Google Shape;3645;p53">
              <a:extLst>
                <a:ext uri="{FF2B5EF4-FFF2-40B4-BE49-F238E27FC236}">
                  <a16:creationId xmlns:a16="http://schemas.microsoft.com/office/drawing/2014/main" id="{74FC2806-F583-402D-A48B-18F4122BA020}"/>
                </a:ext>
              </a:extLst>
            </p:cNvPr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5" name="Google Shape;3646;p53">
              <a:extLst>
                <a:ext uri="{FF2B5EF4-FFF2-40B4-BE49-F238E27FC236}">
                  <a16:creationId xmlns:a16="http://schemas.microsoft.com/office/drawing/2014/main" id="{6FC96592-2A6E-4DB9-9131-CD4DC2115BB0}"/>
                </a:ext>
              </a:extLst>
            </p:cNvPr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6" name="Google Shape;3647;p53">
              <a:extLst>
                <a:ext uri="{FF2B5EF4-FFF2-40B4-BE49-F238E27FC236}">
                  <a16:creationId xmlns:a16="http://schemas.microsoft.com/office/drawing/2014/main" id="{90596896-1DCC-415F-9A2F-919E17534953}"/>
                </a:ext>
              </a:extLst>
            </p:cNvPr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7" name="Google Shape;3648;p53">
              <a:extLst>
                <a:ext uri="{FF2B5EF4-FFF2-40B4-BE49-F238E27FC236}">
                  <a16:creationId xmlns:a16="http://schemas.microsoft.com/office/drawing/2014/main" id="{71CF477D-1DB6-4289-B06B-1FEC11D46A4E}"/>
                </a:ext>
              </a:extLst>
            </p:cNvPr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8" name="Google Shape;3649;p53">
              <a:extLst>
                <a:ext uri="{FF2B5EF4-FFF2-40B4-BE49-F238E27FC236}">
                  <a16:creationId xmlns:a16="http://schemas.microsoft.com/office/drawing/2014/main" id="{2A31E7BC-0C90-475A-BA8F-0DD0E5DA2140}"/>
                </a:ext>
              </a:extLst>
            </p:cNvPr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9" name="Google Shape;3650;p53">
              <a:extLst>
                <a:ext uri="{FF2B5EF4-FFF2-40B4-BE49-F238E27FC236}">
                  <a16:creationId xmlns:a16="http://schemas.microsoft.com/office/drawing/2014/main" id="{61E3588D-84A4-4DAD-A606-CF0D951733BC}"/>
                </a:ext>
              </a:extLst>
            </p:cNvPr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26FE4117-0B31-45D8-BB3E-B9DCE4B9D21F}"/>
              </a:ext>
            </a:extLst>
          </p:cNvPr>
          <p:cNvSpPr txBox="1"/>
          <p:nvPr/>
        </p:nvSpPr>
        <p:spPr>
          <a:xfrm>
            <a:off x="8677868" y="237336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52AD7D11-7E76-41F2-A6E5-6FFDF70046B7}"/>
              </a:ext>
            </a:extLst>
          </p:cNvPr>
          <p:cNvSpPr txBox="1"/>
          <p:nvPr/>
        </p:nvSpPr>
        <p:spPr>
          <a:xfrm>
            <a:off x="794505" y="238599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A9C63F8F-0531-804E-F85F-E6401D908C07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F3F79045-AB50-81A8-1A4F-4F1E57AEDD67}"/>
              </a:ext>
            </a:extLst>
          </p:cNvPr>
          <p:cNvSpPr/>
          <p:nvPr/>
        </p:nvSpPr>
        <p:spPr>
          <a:xfrm>
            <a:off x="6739698" y="16589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E0A82EFD-F25B-8166-07B7-4A4608F003F6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93C95DB-25A5-5447-04AF-6817919DDC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783" y="52504"/>
            <a:ext cx="6834659" cy="371724"/>
          </a:xfrm>
          <a:prstGeom prst="rect">
            <a:avLst/>
          </a:prstGeom>
        </p:spPr>
      </p:pic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FDC23C52-4D9F-1809-BD9D-9B4514571405}"/>
              </a:ext>
            </a:extLst>
          </p:cNvPr>
          <p:cNvSpPr/>
          <p:nvPr/>
        </p:nvSpPr>
        <p:spPr>
          <a:xfrm>
            <a:off x="6483910" y="3692243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D72535F3-25DB-B5C5-CB8F-828B3B10E987}"/>
              </a:ext>
            </a:extLst>
          </p:cNvPr>
          <p:cNvSpPr/>
          <p:nvPr/>
        </p:nvSpPr>
        <p:spPr>
          <a:xfrm>
            <a:off x="666382" y="3692243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2" name="Gráfico 11">
            <a:extLst>
              <a:ext uri="{FF2B5EF4-FFF2-40B4-BE49-F238E27FC236}">
                <a16:creationId xmlns:a16="http://schemas.microsoft.com/office/drawing/2014/main" id="{DFD7FBFC-6FA6-D582-3F59-A5FA76EBFF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23235087"/>
              </p:ext>
            </p:extLst>
          </p:nvPr>
        </p:nvGraphicFramePr>
        <p:xfrm>
          <a:off x="6763130" y="3841523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BA29561B-997F-5ACD-7C60-2B392B723F0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617710"/>
              </p:ext>
            </p:extLst>
          </p:nvPr>
        </p:nvGraphicFramePr>
        <p:xfrm>
          <a:off x="818928" y="3841523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Título 1">
            <a:extLst>
              <a:ext uri="{FF2B5EF4-FFF2-40B4-BE49-F238E27FC236}">
                <a16:creationId xmlns:a16="http://schemas.microsoft.com/office/drawing/2014/main" id="{AF6E75EB-3948-A603-8201-4689A44B18F0}"/>
              </a:ext>
            </a:extLst>
          </p:cNvPr>
          <p:cNvSpPr txBox="1">
            <a:spLocks/>
          </p:cNvSpPr>
          <p:nvPr/>
        </p:nvSpPr>
        <p:spPr>
          <a:xfrm>
            <a:off x="3139268" y="53247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MENSAL 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7EACF167-084B-69C7-560F-681E3D03BC1B}"/>
              </a:ext>
            </a:extLst>
          </p:cNvPr>
          <p:cNvSpPr txBox="1">
            <a:spLocks/>
          </p:cNvSpPr>
          <p:nvPr/>
        </p:nvSpPr>
        <p:spPr>
          <a:xfrm>
            <a:off x="3282825" y="2879929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AA406EF-B0FF-94AA-508B-3A4D36360BA4}"/>
              </a:ext>
            </a:extLst>
          </p:cNvPr>
          <p:cNvSpPr txBox="1"/>
          <p:nvPr/>
        </p:nvSpPr>
        <p:spPr>
          <a:xfrm>
            <a:off x="2750576" y="1683744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29FFA084-6D7A-A320-51A8-1CD9667CB200}"/>
              </a:ext>
            </a:extLst>
          </p:cNvPr>
          <p:cNvSpPr txBox="1"/>
          <p:nvPr/>
        </p:nvSpPr>
        <p:spPr>
          <a:xfrm>
            <a:off x="10718949" y="1682038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</p:spTree>
    <p:extLst>
      <p:ext uri="{BB962C8B-B14F-4D97-AF65-F5344CB8AC3E}">
        <p14:creationId xmlns:p14="http://schemas.microsoft.com/office/powerpoint/2010/main" val="293878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5C30D4-5FB0-2070-BA00-9E219C314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40787C11-45D0-6551-6509-A1DB36261348}"/>
              </a:ext>
            </a:extLst>
          </p:cNvPr>
          <p:cNvSpPr/>
          <p:nvPr/>
        </p:nvSpPr>
        <p:spPr>
          <a:xfrm>
            <a:off x="3657162" y="1115083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BD07A4D6-EB74-2360-B852-F04C5B507659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EC14DD09-7257-888A-71D8-5A0008C14CDF}"/>
              </a:ext>
            </a:extLst>
          </p:cNvPr>
          <p:cNvSpPr/>
          <p:nvPr/>
        </p:nvSpPr>
        <p:spPr>
          <a:xfrm>
            <a:off x="6739698" y="16589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0AEE683D-362E-878B-2369-5A1663B51BF1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85F5A0C0-7A54-42A8-B509-0D959EB5A6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783" y="52504"/>
            <a:ext cx="6834659" cy="371724"/>
          </a:xfrm>
          <a:prstGeom prst="rect">
            <a:avLst/>
          </a:prstGeom>
        </p:spPr>
      </p:pic>
      <p:graphicFrame>
        <p:nvGraphicFramePr>
          <p:cNvPr id="11" name="Gráfico 10">
            <a:extLst>
              <a:ext uri="{FF2B5EF4-FFF2-40B4-BE49-F238E27FC236}">
                <a16:creationId xmlns:a16="http://schemas.microsoft.com/office/drawing/2014/main" id="{AF0FA4F4-D8E9-4061-A8E6-4292019307B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00414002"/>
              </p:ext>
            </p:extLst>
          </p:nvPr>
        </p:nvGraphicFramePr>
        <p:xfrm>
          <a:off x="3933777" y="1198759"/>
          <a:ext cx="4157940" cy="2341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5" name="Título 1">
            <a:extLst>
              <a:ext uri="{FF2B5EF4-FFF2-40B4-BE49-F238E27FC236}">
                <a16:creationId xmlns:a16="http://schemas.microsoft.com/office/drawing/2014/main" id="{9A1B6907-BD84-CA9D-E82E-275FB2483BB5}"/>
              </a:ext>
            </a:extLst>
          </p:cNvPr>
          <p:cNvSpPr txBox="1">
            <a:spLocks/>
          </p:cNvSpPr>
          <p:nvPr/>
        </p:nvSpPr>
        <p:spPr>
          <a:xfrm>
            <a:off x="3415292" y="46986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78509E42-5362-7060-8841-46502B65AF52}"/>
              </a:ext>
            </a:extLst>
          </p:cNvPr>
          <p:cNvSpPr/>
          <p:nvPr/>
        </p:nvSpPr>
        <p:spPr>
          <a:xfrm>
            <a:off x="599637" y="3787144"/>
            <a:ext cx="10992725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C0A1B86-F275-6F9A-3005-250EF707185A}"/>
              </a:ext>
            </a:extLst>
          </p:cNvPr>
          <p:cNvSpPr txBox="1"/>
          <p:nvPr/>
        </p:nvSpPr>
        <p:spPr>
          <a:xfrm>
            <a:off x="1798919" y="4939366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75,00%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9CD6D621-F9FD-F075-0423-21ABC6C5AFAB}"/>
              </a:ext>
            </a:extLst>
          </p:cNvPr>
          <p:cNvSpPr txBox="1"/>
          <p:nvPr/>
        </p:nvSpPr>
        <p:spPr>
          <a:xfrm>
            <a:off x="2822161" y="5088805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46,67%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4F02EF72-045A-F997-793E-591A13324516}"/>
              </a:ext>
            </a:extLst>
          </p:cNvPr>
          <p:cNvSpPr txBox="1"/>
          <p:nvPr/>
        </p:nvSpPr>
        <p:spPr>
          <a:xfrm>
            <a:off x="3869010" y="4723922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93,33%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DA38D612-CBB3-C650-D34C-123FB5310CAC}"/>
              </a:ext>
            </a:extLst>
          </p:cNvPr>
          <p:cNvSpPr txBox="1"/>
          <p:nvPr/>
        </p:nvSpPr>
        <p:spPr>
          <a:xfrm>
            <a:off x="4867332" y="5023277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80,00%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3682C3DD-CE77-E6B6-191F-127667879B3D}"/>
              </a:ext>
            </a:extLst>
          </p:cNvPr>
          <p:cNvSpPr txBox="1"/>
          <p:nvPr/>
        </p:nvSpPr>
        <p:spPr>
          <a:xfrm>
            <a:off x="6991011" y="4723922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46,67%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CDECFF1A-2A82-4A2D-EDC4-951F8982F407}"/>
              </a:ext>
            </a:extLst>
          </p:cNvPr>
          <p:cNvSpPr txBox="1"/>
          <p:nvPr/>
        </p:nvSpPr>
        <p:spPr>
          <a:xfrm>
            <a:off x="8030876" y="4796527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61,54%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0E843B6D-C566-8352-094A-3E57D79BA2B9}"/>
              </a:ext>
            </a:extLst>
          </p:cNvPr>
          <p:cNvSpPr txBox="1"/>
          <p:nvPr/>
        </p:nvSpPr>
        <p:spPr>
          <a:xfrm>
            <a:off x="9056986" y="4935154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85,71%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A21B77BE-BF5F-BB29-29AC-78519FD756EE}"/>
              </a:ext>
            </a:extLst>
          </p:cNvPr>
          <p:cNvSpPr txBox="1"/>
          <p:nvPr/>
        </p:nvSpPr>
        <p:spPr>
          <a:xfrm>
            <a:off x="10080400" y="4581083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</a:p>
        </p:txBody>
      </p:sp>
      <p:graphicFrame>
        <p:nvGraphicFramePr>
          <p:cNvPr id="7" name="Gráfico 6">
            <a:extLst>
              <a:ext uri="{FF2B5EF4-FFF2-40B4-BE49-F238E27FC236}">
                <a16:creationId xmlns:a16="http://schemas.microsoft.com/office/drawing/2014/main" id="{595D4EFE-5ACD-294A-488D-43559A0CE5B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59847881"/>
              </p:ext>
            </p:extLst>
          </p:nvPr>
        </p:nvGraphicFramePr>
        <p:xfrm>
          <a:off x="958190" y="3763451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9" name="Gráfico 8">
            <a:extLst>
              <a:ext uri="{FF2B5EF4-FFF2-40B4-BE49-F238E27FC236}">
                <a16:creationId xmlns:a16="http://schemas.microsoft.com/office/drawing/2014/main" id="{AB85BB87-1FF9-6918-FAF2-2FEAA5B392F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9227241"/>
              </p:ext>
            </p:extLst>
          </p:nvPr>
        </p:nvGraphicFramePr>
        <p:xfrm>
          <a:off x="6624138" y="3707801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1431236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D9B7EF7A-7DD1-8797-9CDB-D42DC05CB1F6}"/>
              </a:ext>
            </a:extLst>
          </p:cNvPr>
          <p:cNvSpPr/>
          <p:nvPr/>
        </p:nvSpPr>
        <p:spPr>
          <a:xfrm>
            <a:off x="6201973" y="5968967"/>
            <a:ext cx="892304" cy="286357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BA24F666-9D27-8354-F7A0-97A1B18F7B3C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7606BDFD-9C72-0DB8-CE82-298C895D32A0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Digital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5BEFBB8C-5A76-76AF-878C-8F412CEEDF75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CA7B92B7-C10C-9170-686C-619A358C3EDA}"/>
              </a:ext>
            </a:extLst>
          </p:cNvPr>
          <p:cNvSpPr txBox="1">
            <a:spLocks/>
          </p:cNvSpPr>
          <p:nvPr/>
        </p:nvSpPr>
        <p:spPr>
          <a:xfrm>
            <a:off x="4120444" y="5885738"/>
            <a:ext cx="170744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de Ajuda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D8388B6F-26C0-E8B5-C3B2-F7B433F03866}"/>
              </a:ext>
            </a:extLst>
          </p:cNvPr>
          <p:cNvSpPr txBox="1">
            <a:spLocks/>
          </p:cNvSpPr>
          <p:nvPr/>
        </p:nvSpPr>
        <p:spPr>
          <a:xfrm>
            <a:off x="6386612" y="5864793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Chat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0F93BBA-E770-0B22-E5D8-7C404A0D454B}"/>
              </a:ext>
            </a:extLst>
          </p:cNvPr>
          <p:cNvSpPr txBox="1">
            <a:spLocks/>
          </p:cNvSpPr>
          <p:nvPr/>
        </p:nvSpPr>
        <p:spPr>
          <a:xfrm>
            <a:off x="7374461" y="588369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Consumidor.gov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E533871F-8317-6F72-69E0-F732373A9CF4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DE706286-D960-53B5-5D40-39BC04E97E30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2289849F-2484-731C-FE10-24CF16AD49ED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C19BD5A-A221-916E-E0A9-367FCCE9030F}"/>
              </a:ext>
            </a:extLst>
          </p:cNvPr>
          <p:cNvSpPr txBox="1">
            <a:spLocks/>
          </p:cNvSpPr>
          <p:nvPr/>
        </p:nvSpPr>
        <p:spPr>
          <a:xfrm>
            <a:off x="7066802" y="5865298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925310E8-91AC-2334-EEC2-64368966E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C51CC3E6-5A2B-3343-12E9-8389B3703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8F103DBD-DAD2-4FE4-B5CC-941177F86F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  <p:sp>
        <p:nvSpPr>
          <p:cNvPr id="27" name="Título 1">
            <a:extLst>
              <a:ext uri="{FF2B5EF4-FFF2-40B4-BE49-F238E27FC236}">
                <a16:creationId xmlns:a16="http://schemas.microsoft.com/office/drawing/2014/main" id="{3F01F83B-7291-417E-871C-D603E30F3474}"/>
              </a:ext>
            </a:extLst>
          </p:cNvPr>
          <p:cNvSpPr txBox="1">
            <a:spLocks/>
          </p:cNvSpPr>
          <p:nvPr/>
        </p:nvSpPr>
        <p:spPr>
          <a:xfrm>
            <a:off x="8804667" y="5864793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34" name="Título 1">
            <a:extLst>
              <a:ext uri="{FF2B5EF4-FFF2-40B4-BE49-F238E27FC236}">
                <a16:creationId xmlns:a16="http://schemas.microsoft.com/office/drawing/2014/main" id="{41076838-B3CC-46F4-A4D5-71B4EFE8A007}"/>
              </a:ext>
            </a:extLst>
          </p:cNvPr>
          <p:cNvSpPr txBox="1">
            <a:spLocks/>
          </p:cNvSpPr>
          <p:nvPr/>
        </p:nvSpPr>
        <p:spPr>
          <a:xfrm>
            <a:off x="9156760" y="590126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Reclame Aqui</a:t>
            </a:r>
          </a:p>
        </p:txBody>
      </p:sp>
      <p:sp>
        <p:nvSpPr>
          <p:cNvPr id="29" name="Título 1">
            <a:extLst>
              <a:ext uri="{FF2B5EF4-FFF2-40B4-BE49-F238E27FC236}">
                <a16:creationId xmlns:a16="http://schemas.microsoft.com/office/drawing/2014/main" id="{C6A5BAFA-62F4-453C-BB5C-2A2F4BAD3D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2318" y="2466134"/>
            <a:ext cx="9144000" cy="1181350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CHAT</a:t>
            </a:r>
          </a:p>
        </p:txBody>
      </p:sp>
      <p:sp>
        <p:nvSpPr>
          <p:cNvPr id="30" name="Título 1">
            <a:extLst>
              <a:ext uri="{FF2B5EF4-FFF2-40B4-BE49-F238E27FC236}">
                <a16:creationId xmlns:a16="http://schemas.microsoft.com/office/drawing/2014/main" id="{D1BEED2F-D67A-406D-AAC9-4E04E6A7AFD4}"/>
              </a:ext>
            </a:extLst>
          </p:cNvPr>
          <p:cNvSpPr txBox="1">
            <a:spLocks/>
          </p:cNvSpPr>
          <p:nvPr/>
        </p:nvSpPr>
        <p:spPr>
          <a:xfrm>
            <a:off x="1122318" y="1911623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</a:t>
            </a:r>
            <a:endParaRPr lang="pt-BR" sz="48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6B5C9D76-8ED2-41A9-A3C0-F7C350550EDE}"/>
              </a:ext>
            </a:extLst>
          </p:cNvPr>
          <p:cNvSpPr txBox="1">
            <a:spLocks/>
          </p:cNvSpPr>
          <p:nvPr/>
        </p:nvSpPr>
        <p:spPr>
          <a:xfrm>
            <a:off x="2090824" y="3987434"/>
            <a:ext cx="2375911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ítulo 1">
            <a:extLst>
              <a:ext uri="{FF2B5EF4-FFF2-40B4-BE49-F238E27FC236}">
                <a16:creationId xmlns:a16="http://schemas.microsoft.com/office/drawing/2014/main" id="{FBD498E5-221B-4306-B453-B3A298B7F7DB}"/>
              </a:ext>
            </a:extLst>
          </p:cNvPr>
          <p:cNvSpPr txBox="1">
            <a:spLocks/>
          </p:cNvSpPr>
          <p:nvPr/>
        </p:nvSpPr>
        <p:spPr>
          <a:xfrm>
            <a:off x="1179689" y="2068978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36" name="Conector reto 35">
            <a:extLst>
              <a:ext uri="{FF2B5EF4-FFF2-40B4-BE49-F238E27FC236}">
                <a16:creationId xmlns:a16="http://schemas.microsoft.com/office/drawing/2014/main" id="{80A74A16-AC57-4EA7-BCC5-E9E4331EBF22}"/>
              </a:ext>
            </a:extLst>
          </p:cNvPr>
          <p:cNvCxnSpPr>
            <a:cxnSpLocks/>
          </p:cNvCxnSpPr>
          <p:nvPr/>
        </p:nvCxnSpPr>
        <p:spPr>
          <a:xfrm>
            <a:off x="770663" y="2347408"/>
            <a:ext cx="0" cy="1934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Elipse 36">
            <a:extLst>
              <a:ext uri="{FF2B5EF4-FFF2-40B4-BE49-F238E27FC236}">
                <a16:creationId xmlns:a16="http://schemas.microsoft.com/office/drawing/2014/main" id="{1BB0E9B2-068C-4781-BB2D-A1F4E665AB69}"/>
              </a:ext>
            </a:extLst>
          </p:cNvPr>
          <p:cNvSpPr/>
          <p:nvPr/>
        </p:nvSpPr>
        <p:spPr>
          <a:xfrm>
            <a:off x="690919" y="3166819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38" name="Conector reto 37">
            <a:extLst>
              <a:ext uri="{FF2B5EF4-FFF2-40B4-BE49-F238E27FC236}">
                <a16:creationId xmlns:a16="http://schemas.microsoft.com/office/drawing/2014/main" id="{92510A62-527F-4B44-B9F7-89B582399421}"/>
              </a:ext>
            </a:extLst>
          </p:cNvPr>
          <p:cNvCxnSpPr>
            <a:cxnSpLocks/>
          </p:cNvCxnSpPr>
          <p:nvPr/>
        </p:nvCxnSpPr>
        <p:spPr>
          <a:xfrm>
            <a:off x="1321818" y="4365828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Elipse 38">
            <a:extLst>
              <a:ext uri="{FF2B5EF4-FFF2-40B4-BE49-F238E27FC236}">
                <a16:creationId xmlns:a16="http://schemas.microsoft.com/office/drawing/2014/main" id="{4CF56CBF-F5BC-4D5A-91D3-EB4B6E6D4D85}"/>
              </a:ext>
            </a:extLst>
          </p:cNvPr>
          <p:cNvSpPr/>
          <p:nvPr/>
        </p:nvSpPr>
        <p:spPr>
          <a:xfrm>
            <a:off x="1242074" y="4282133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473781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42C4-360A-CA40-D07F-93ED55A4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D11EAAB7-2A87-0DFB-808D-0F95247425CF}"/>
              </a:ext>
            </a:extLst>
          </p:cNvPr>
          <p:cNvSpPr/>
          <p:nvPr/>
        </p:nvSpPr>
        <p:spPr>
          <a:xfrm>
            <a:off x="505325" y="1034715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85C5BEB5-2B76-8918-22A4-D8EF6ACC2936}"/>
              </a:ext>
            </a:extLst>
          </p:cNvPr>
          <p:cNvSpPr/>
          <p:nvPr/>
        </p:nvSpPr>
        <p:spPr>
          <a:xfrm>
            <a:off x="505326" y="1034716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2E75B6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3A827915-CB23-2EF5-CDCC-A7D4748F56B1}"/>
              </a:ext>
            </a:extLst>
          </p:cNvPr>
          <p:cNvSpPr txBox="1"/>
          <p:nvPr/>
        </p:nvSpPr>
        <p:spPr>
          <a:xfrm>
            <a:off x="860256" y="1118934"/>
            <a:ext cx="2526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9DB21D64-0782-7C39-83E7-31BA261C2C40}"/>
              </a:ext>
            </a:extLst>
          </p:cNvPr>
          <p:cNvSpPr/>
          <p:nvPr/>
        </p:nvSpPr>
        <p:spPr>
          <a:xfrm>
            <a:off x="8394702" y="103471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6E0DF0E2-8B2B-9359-94E2-CBCDA0AB3EF9}"/>
              </a:ext>
            </a:extLst>
          </p:cNvPr>
          <p:cNvSpPr/>
          <p:nvPr/>
        </p:nvSpPr>
        <p:spPr>
          <a:xfrm>
            <a:off x="8399103" y="1033039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9CEE9B60-CACA-DA9B-95A4-7FC33F8C999E}"/>
              </a:ext>
            </a:extLst>
          </p:cNvPr>
          <p:cNvSpPr txBox="1"/>
          <p:nvPr/>
        </p:nvSpPr>
        <p:spPr>
          <a:xfrm>
            <a:off x="9030967" y="1173396"/>
            <a:ext cx="21492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FEEDBACKS  REALIZADOS 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F0D0413F-1302-4951-BA58-5FCEB97A18C2}"/>
              </a:ext>
            </a:extLst>
          </p:cNvPr>
          <p:cNvSpPr txBox="1"/>
          <p:nvPr/>
        </p:nvSpPr>
        <p:spPr>
          <a:xfrm>
            <a:off x="1176258" y="1258032"/>
            <a:ext cx="17237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316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4264D1BE-81D1-4DD0-9406-41D070E956B1}"/>
              </a:ext>
            </a:extLst>
          </p:cNvPr>
          <p:cNvSpPr txBox="1"/>
          <p:nvPr/>
        </p:nvSpPr>
        <p:spPr>
          <a:xfrm>
            <a:off x="8426782" y="1289278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308</a:t>
            </a: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14B57E3F-A289-454E-9606-9DE2D5AEF48E}"/>
              </a:ext>
            </a:extLst>
          </p:cNvPr>
          <p:cNvSpPr/>
          <p:nvPr/>
        </p:nvSpPr>
        <p:spPr>
          <a:xfrm>
            <a:off x="4250327" y="103471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32AC41D8-CA97-4638-86E6-CF10F8020902}"/>
              </a:ext>
            </a:extLst>
          </p:cNvPr>
          <p:cNvSpPr/>
          <p:nvPr/>
        </p:nvSpPr>
        <p:spPr>
          <a:xfrm>
            <a:off x="4250328" y="1034715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27F2EC3F-B6FB-4FEF-9F8E-F02B9B08CA70}"/>
              </a:ext>
            </a:extLst>
          </p:cNvPr>
          <p:cNvSpPr txBox="1"/>
          <p:nvPr/>
        </p:nvSpPr>
        <p:spPr>
          <a:xfrm>
            <a:off x="4928589" y="1118934"/>
            <a:ext cx="1811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MÉDIA  DO MÊS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B2E6552C-25E5-4A50-BE6E-0CCABD0AB438}"/>
              </a:ext>
            </a:extLst>
          </p:cNvPr>
          <p:cNvSpPr txBox="1"/>
          <p:nvPr/>
        </p:nvSpPr>
        <p:spPr>
          <a:xfrm>
            <a:off x="4250326" y="1269642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83,87</a:t>
            </a: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FFA7B38D-33D4-44A2-A850-4CE694DBF118}"/>
              </a:ext>
            </a:extLst>
          </p:cNvPr>
          <p:cNvSpPr txBox="1"/>
          <p:nvPr/>
        </p:nvSpPr>
        <p:spPr>
          <a:xfrm>
            <a:off x="4501413" y="218749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43" name="Google Shape;2081;p50">
            <a:extLst>
              <a:ext uri="{FF2B5EF4-FFF2-40B4-BE49-F238E27FC236}">
                <a16:creationId xmlns:a16="http://schemas.microsoft.com/office/drawing/2014/main" id="{2FAE6210-2975-4948-B144-3AC5F39539B9}"/>
              </a:ext>
            </a:extLst>
          </p:cNvPr>
          <p:cNvSpPr/>
          <p:nvPr/>
        </p:nvSpPr>
        <p:spPr>
          <a:xfrm>
            <a:off x="717771" y="1090898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" name="Google Shape;2561;p51">
            <a:extLst>
              <a:ext uri="{FF2B5EF4-FFF2-40B4-BE49-F238E27FC236}">
                <a16:creationId xmlns:a16="http://schemas.microsoft.com/office/drawing/2014/main" id="{FA05CF1A-469F-455B-BEDE-0FEB762402FB}"/>
              </a:ext>
            </a:extLst>
          </p:cNvPr>
          <p:cNvGrpSpPr/>
          <p:nvPr/>
        </p:nvGrpSpPr>
        <p:grpSpPr>
          <a:xfrm>
            <a:off x="4567373" y="1161052"/>
            <a:ext cx="230870" cy="230118"/>
            <a:chOff x="852385" y="1510916"/>
            <a:chExt cx="353145" cy="351998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3" name="Google Shape;2562;p51">
              <a:extLst>
                <a:ext uri="{FF2B5EF4-FFF2-40B4-BE49-F238E27FC236}">
                  <a16:creationId xmlns:a16="http://schemas.microsoft.com/office/drawing/2014/main" id="{B8E3C87E-7523-4330-9AC2-B6D3C7D4141E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563;p51">
              <a:extLst>
                <a:ext uri="{FF2B5EF4-FFF2-40B4-BE49-F238E27FC236}">
                  <a16:creationId xmlns:a16="http://schemas.microsoft.com/office/drawing/2014/main" id="{1919F32F-8FE3-4E2C-B0FC-28AAAB49DEF6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64;p51">
              <a:extLst>
                <a:ext uri="{FF2B5EF4-FFF2-40B4-BE49-F238E27FC236}">
                  <a16:creationId xmlns:a16="http://schemas.microsoft.com/office/drawing/2014/main" id="{CA4BE8FC-BFBD-4665-AB35-B56061B229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3637;p53">
            <a:extLst>
              <a:ext uri="{FF2B5EF4-FFF2-40B4-BE49-F238E27FC236}">
                <a16:creationId xmlns:a16="http://schemas.microsoft.com/office/drawing/2014/main" id="{4AD75BB9-FA08-4795-8951-1D6FAE49B1F3}"/>
              </a:ext>
            </a:extLst>
          </p:cNvPr>
          <p:cNvGrpSpPr/>
          <p:nvPr/>
        </p:nvGrpSpPr>
        <p:grpSpPr>
          <a:xfrm>
            <a:off x="8649695" y="1169935"/>
            <a:ext cx="286642" cy="288164"/>
            <a:chOff x="7098912" y="1969392"/>
            <a:chExt cx="359651" cy="361560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7" name="Google Shape;3638;p53">
              <a:extLst>
                <a:ext uri="{FF2B5EF4-FFF2-40B4-BE49-F238E27FC236}">
                  <a16:creationId xmlns:a16="http://schemas.microsoft.com/office/drawing/2014/main" id="{720044B5-7EC5-459E-A6AE-048C2133F775}"/>
                </a:ext>
              </a:extLst>
            </p:cNvPr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" name="Google Shape;3639;p53">
              <a:extLst>
                <a:ext uri="{FF2B5EF4-FFF2-40B4-BE49-F238E27FC236}">
                  <a16:creationId xmlns:a16="http://schemas.microsoft.com/office/drawing/2014/main" id="{FC9BBF50-6DDB-4E90-BFCE-9AE41ECC7DCE}"/>
                </a:ext>
              </a:extLst>
            </p:cNvPr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9" name="Google Shape;3640;p53">
              <a:extLst>
                <a:ext uri="{FF2B5EF4-FFF2-40B4-BE49-F238E27FC236}">
                  <a16:creationId xmlns:a16="http://schemas.microsoft.com/office/drawing/2014/main" id="{CFF6D3A9-9607-469D-811B-FCB4162826D3}"/>
                </a:ext>
              </a:extLst>
            </p:cNvPr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0" name="Google Shape;3641;p53">
              <a:extLst>
                <a:ext uri="{FF2B5EF4-FFF2-40B4-BE49-F238E27FC236}">
                  <a16:creationId xmlns:a16="http://schemas.microsoft.com/office/drawing/2014/main" id="{DB651687-7563-4694-B26B-5A783AE845C3}"/>
                </a:ext>
              </a:extLst>
            </p:cNvPr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1" name="Google Shape;3642;p53">
              <a:extLst>
                <a:ext uri="{FF2B5EF4-FFF2-40B4-BE49-F238E27FC236}">
                  <a16:creationId xmlns:a16="http://schemas.microsoft.com/office/drawing/2014/main" id="{865F944F-1BF6-4B63-9342-8FF534273A68}"/>
                </a:ext>
              </a:extLst>
            </p:cNvPr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2" name="Google Shape;3643;p53">
              <a:extLst>
                <a:ext uri="{FF2B5EF4-FFF2-40B4-BE49-F238E27FC236}">
                  <a16:creationId xmlns:a16="http://schemas.microsoft.com/office/drawing/2014/main" id="{E1A349CE-F0AF-49B1-AF89-7EBC145FD517}"/>
                </a:ext>
              </a:extLst>
            </p:cNvPr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3" name="Google Shape;3644;p53">
              <a:extLst>
                <a:ext uri="{FF2B5EF4-FFF2-40B4-BE49-F238E27FC236}">
                  <a16:creationId xmlns:a16="http://schemas.microsoft.com/office/drawing/2014/main" id="{544C8F6D-6685-4C1E-A1FC-7D7F95AE4AD9}"/>
                </a:ext>
              </a:extLst>
            </p:cNvPr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4" name="Google Shape;3645;p53">
              <a:extLst>
                <a:ext uri="{FF2B5EF4-FFF2-40B4-BE49-F238E27FC236}">
                  <a16:creationId xmlns:a16="http://schemas.microsoft.com/office/drawing/2014/main" id="{74FC2806-F583-402D-A48B-18F4122BA020}"/>
                </a:ext>
              </a:extLst>
            </p:cNvPr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5" name="Google Shape;3646;p53">
              <a:extLst>
                <a:ext uri="{FF2B5EF4-FFF2-40B4-BE49-F238E27FC236}">
                  <a16:creationId xmlns:a16="http://schemas.microsoft.com/office/drawing/2014/main" id="{6FC96592-2A6E-4DB9-9131-CD4DC2115BB0}"/>
                </a:ext>
              </a:extLst>
            </p:cNvPr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6" name="Google Shape;3647;p53">
              <a:extLst>
                <a:ext uri="{FF2B5EF4-FFF2-40B4-BE49-F238E27FC236}">
                  <a16:creationId xmlns:a16="http://schemas.microsoft.com/office/drawing/2014/main" id="{90596896-1DCC-415F-9A2F-919E17534953}"/>
                </a:ext>
              </a:extLst>
            </p:cNvPr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7" name="Google Shape;3648;p53">
              <a:extLst>
                <a:ext uri="{FF2B5EF4-FFF2-40B4-BE49-F238E27FC236}">
                  <a16:creationId xmlns:a16="http://schemas.microsoft.com/office/drawing/2014/main" id="{71CF477D-1DB6-4289-B06B-1FEC11D46A4E}"/>
                </a:ext>
              </a:extLst>
            </p:cNvPr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8" name="Google Shape;3649;p53">
              <a:extLst>
                <a:ext uri="{FF2B5EF4-FFF2-40B4-BE49-F238E27FC236}">
                  <a16:creationId xmlns:a16="http://schemas.microsoft.com/office/drawing/2014/main" id="{2A31E7BC-0C90-475A-BA8F-0DD0E5DA2140}"/>
                </a:ext>
              </a:extLst>
            </p:cNvPr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9" name="Google Shape;3650;p53">
              <a:extLst>
                <a:ext uri="{FF2B5EF4-FFF2-40B4-BE49-F238E27FC236}">
                  <a16:creationId xmlns:a16="http://schemas.microsoft.com/office/drawing/2014/main" id="{61E3588D-84A4-4DAD-A606-CF0D951733BC}"/>
                </a:ext>
              </a:extLst>
            </p:cNvPr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26FE4117-0B31-45D8-BB3E-B9DCE4B9D21F}"/>
              </a:ext>
            </a:extLst>
          </p:cNvPr>
          <p:cNvSpPr txBox="1"/>
          <p:nvPr/>
        </p:nvSpPr>
        <p:spPr>
          <a:xfrm>
            <a:off x="8677869" y="216531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52AD7D11-7E76-41F2-A6E5-6FFDF70046B7}"/>
              </a:ext>
            </a:extLst>
          </p:cNvPr>
          <p:cNvSpPr txBox="1"/>
          <p:nvPr/>
        </p:nvSpPr>
        <p:spPr>
          <a:xfrm>
            <a:off x="794506" y="217794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6F127340-46BD-DEE7-6F1A-C4540983181A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44C133F3-B550-25E9-6D16-003409C42B81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DB2CC684-6328-B0ED-B812-7C57D36CA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7372" y="35856"/>
            <a:ext cx="6834659" cy="371724"/>
          </a:xfrm>
          <a:prstGeom prst="rect">
            <a:avLst/>
          </a:prstGeom>
        </p:spPr>
      </p:pic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603F555A-3398-84E4-EAC0-1132C41F4326}"/>
              </a:ext>
            </a:extLst>
          </p:cNvPr>
          <p:cNvSpPr/>
          <p:nvPr/>
        </p:nvSpPr>
        <p:spPr>
          <a:xfrm>
            <a:off x="8394702" y="148005"/>
            <a:ext cx="741231" cy="168902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BB764E04-9799-48D9-1C5D-19487B2D0BA0}"/>
              </a:ext>
            </a:extLst>
          </p:cNvPr>
          <p:cNvSpPr/>
          <p:nvPr/>
        </p:nvSpPr>
        <p:spPr>
          <a:xfrm>
            <a:off x="6433787" y="3692243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E349252F-EFBD-36ED-6599-D1DC8F6063B1}"/>
              </a:ext>
            </a:extLst>
          </p:cNvPr>
          <p:cNvSpPr/>
          <p:nvPr/>
        </p:nvSpPr>
        <p:spPr>
          <a:xfrm>
            <a:off x="616259" y="3692243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55FB1950-0ACA-1FCE-1DF5-8B77FC735AB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72282358"/>
              </p:ext>
            </p:extLst>
          </p:nvPr>
        </p:nvGraphicFramePr>
        <p:xfrm>
          <a:off x="6713007" y="3841523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Gráfico 13">
            <a:extLst>
              <a:ext uri="{FF2B5EF4-FFF2-40B4-BE49-F238E27FC236}">
                <a16:creationId xmlns:a16="http://schemas.microsoft.com/office/drawing/2014/main" id="{50FC1854-B884-22EF-2603-142F89053D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47850630"/>
              </p:ext>
            </p:extLst>
          </p:nvPr>
        </p:nvGraphicFramePr>
        <p:xfrm>
          <a:off x="768805" y="3841523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5" name="Título 1">
            <a:extLst>
              <a:ext uri="{FF2B5EF4-FFF2-40B4-BE49-F238E27FC236}">
                <a16:creationId xmlns:a16="http://schemas.microsoft.com/office/drawing/2014/main" id="{B27EA90C-37F8-42B1-0DFE-0C911BE1789A}"/>
              </a:ext>
            </a:extLst>
          </p:cNvPr>
          <p:cNvSpPr txBox="1">
            <a:spLocks/>
          </p:cNvSpPr>
          <p:nvPr/>
        </p:nvSpPr>
        <p:spPr>
          <a:xfrm>
            <a:off x="3139268" y="532473"/>
            <a:ext cx="5168247" cy="43718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MENSAL 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E25A136E-EB1F-651A-9BD6-B83FCE65A0AA}"/>
              </a:ext>
            </a:extLst>
          </p:cNvPr>
          <p:cNvSpPr txBox="1">
            <a:spLocks/>
          </p:cNvSpPr>
          <p:nvPr/>
        </p:nvSpPr>
        <p:spPr>
          <a:xfrm>
            <a:off x="3282825" y="2879929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736AF1F8-661A-44EE-C163-111BFF041BD3}"/>
              </a:ext>
            </a:extLst>
          </p:cNvPr>
          <p:cNvSpPr txBox="1"/>
          <p:nvPr/>
        </p:nvSpPr>
        <p:spPr>
          <a:xfrm>
            <a:off x="2750576" y="1683744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BA8CA652-EF22-B5DB-507A-C7AC0C6460C4}"/>
              </a:ext>
            </a:extLst>
          </p:cNvPr>
          <p:cNvSpPr txBox="1"/>
          <p:nvPr/>
        </p:nvSpPr>
        <p:spPr>
          <a:xfrm>
            <a:off x="10718949" y="1682038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</p:spTree>
    <p:extLst>
      <p:ext uri="{BB962C8B-B14F-4D97-AF65-F5344CB8AC3E}">
        <p14:creationId xmlns:p14="http://schemas.microsoft.com/office/powerpoint/2010/main" val="25002457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5D185B-3446-D0A3-0114-7DBEBE0B6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3CBDF75C-51B5-23F5-D8FD-6C33C59773A6}"/>
              </a:ext>
            </a:extLst>
          </p:cNvPr>
          <p:cNvSpPr/>
          <p:nvPr/>
        </p:nvSpPr>
        <p:spPr>
          <a:xfrm>
            <a:off x="3737809" y="110854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AE25273-4FB8-CB88-A4FF-A5A42A3106F1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8EDA2541-3257-186A-CCE0-C1EDC0C18E2E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DE532A01-1288-EB64-3EC3-E483CE6F5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7372" y="35856"/>
            <a:ext cx="6834659" cy="371724"/>
          </a:xfrm>
          <a:prstGeom prst="rect">
            <a:avLst/>
          </a:prstGeom>
        </p:spPr>
      </p:pic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8C5A1D70-E421-9490-1BF7-DF0AD74DD0DE}"/>
              </a:ext>
            </a:extLst>
          </p:cNvPr>
          <p:cNvSpPr/>
          <p:nvPr/>
        </p:nvSpPr>
        <p:spPr>
          <a:xfrm>
            <a:off x="8394702" y="148005"/>
            <a:ext cx="741231" cy="168902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1" name="Gráfico 10">
            <a:extLst>
              <a:ext uri="{FF2B5EF4-FFF2-40B4-BE49-F238E27FC236}">
                <a16:creationId xmlns:a16="http://schemas.microsoft.com/office/drawing/2014/main" id="{0D1E34C9-1C05-6A6A-3F0F-7927A3804FF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3102304"/>
              </p:ext>
            </p:extLst>
          </p:nvPr>
        </p:nvGraphicFramePr>
        <p:xfrm>
          <a:off x="3937187" y="1182013"/>
          <a:ext cx="4157940" cy="2341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2" name="Título 1">
            <a:extLst>
              <a:ext uri="{FF2B5EF4-FFF2-40B4-BE49-F238E27FC236}">
                <a16:creationId xmlns:a16="http://schemas.microsoft.com/office/drawing/2014/main" id="{F18BEA2B-734E-AA0C-988B-A473BB16D8B8}"/>
              </a:ext>
            </a:extLst>
          </p:cNvPr>
          <p:cNvSpPr txBox="1">
            <a:spLocks/>
          </p:cNvSpPr>
          <p:nvPr/>
        </p:nvSpPr>
        <p:spPr>
          <a:xfrm>
            <a:off x="3415292" y="46986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191BBB11-2F44-7B0E-C37C-656E27232E3D}"/>
              </a:ext>
            </a:extLst>
          </p:cNvPr>
          <p:cNvSpPr/>
          <p:nvPr/>
        </p:nvSpPr>
        <p:spPr>
          <a:xfrm>
            <a:off x="599637" y="3787144"/>
            <a:ext cx="10992725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D3EE40F-A0AC-85B4-6EF7-6A0DEB98D276}"/>
              </a:ext>
            </a:extLst>
          </p:cNvPr>
          <p:cNvSpPr txBox="1"/>
          <p:nvPr/>
        </p:nvSpPr>
        <p:spPr>
          <a:xfrm>
            <a:off x="9391791" y="4620379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92936D5E-14AC-7686-88BB-F41D483F95A1}"/>
              </a:ext>
            </a:extLst>
          </p:cNvPr>
          <p:cNvSpPr txBox="1"/>
          <p:nvPr/>
        </p:nvSpPr>
        <p:spPr>
          <a:xfrm>
            <a:off x="1843705" y="4870200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82,93%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74E01773-A6DF-EC75-B477-FBE45AB99C1D}"/>
              </a:ext>
            </a:extLst>
          </p:cNvPr>
          <p:cNvSpPr txBox="1"/>
          <p:nvPr/>
        </p:nvSpPr>
        <p:spPr>
          <a:xfrm>
            <a:off x="2849592" y="4977922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90,91%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7CC3C933-4496-7397-EC01-4BF702DD3278}"/>
              </a:ext>
            </a:extLst>
          </p:cNvPr>
          <p:cNvSpPr txBox="1"/>
          <p:nvPr/>
        </p:nvSpPr>
        <p:spPr>
          <a:xfrm>
            <a:off x="3877274" y="4774488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94,44%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9C4C9F48-0B6C-99F8-981A-4C82AEF0FFC7}"/>
              </a:ext>
            </a:extLst>
          </p:cNvPr>
          <p:cNvSpPr txBox="1"/>
          <p:nvPr/>
        </p:nvSpPr>
        <p:spPr>
          <a:xfrm>
            <a:off x="4897033" y="4654756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92,68%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A05A147E-008F-8FD6-FFAF-EA3A56866320}"/>
              </a:ext>
            </a:extLst>
          </p:cNvPr>
          <p:cNvSpPr txBox="1"/>
          <p:nvPr/>
        </p:nvSpPr>
        <p:spPr>
          <a:xfrm>
            <a:off x="7012634" y="4693808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66,67%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C218C925-F1D5-11B6-574F-28420FDF5F76}"/>
              </a:ext>
            </a:extLst>
          </p:cNvPr>
          <p:cNvSpPr txBox="1"/>
          <p:nvPr/>
        </p:nvSpPr>
        <p:spPr>
          <a:xfrm>
            <a:off x="8032683" y="4586086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9C9B4D17-F87C-824B-3BA3-09295A8AB239}"/>
              </a:ext>
            </a:extLst>
          </p:cNvPr>
          <p:cNvSpPr txBox="1"/>
          <p:nvPr/>
        </p:nvSpPr>
        <p:spPr>
          <a:xfrm>
            <a:off x="9063509" y="4693808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55896731-1722-7819-53A0-213247FB1124}"/>
              </a:ext>
            </a:extLst>
          </p:cNvPr>
          <p:cNvSpPr txBox="1"/>
          <p:nvPr/>
        </p:nvSpPr>
        <p:spPr>
          <a:xfrm>
            <a:off x="10097416" y="4624367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</a:p>
        </p:txBody>
      </p:sp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830FF880-65A8-57EF-E548-580BBB0BFFD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58348964"/>
              </p:ext>
            </p:extLst>
          </p:nvPr>
        </p:nvGraphicFramePr>
        <p:xfrm>
          <a:off x="958190" y="3763451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6" name="Gráfico 5">
            <a:extLst>
              <a:ext uri="{FF2B5EF4-FFF2-40B4-BE49-F238E27FC236}">
                <a16:creationId xmlns:a16="http://schemas.microsoft.com/office/drawing/2014/main" id="{89249B1D-DDAD-8813-BE3A-36D9AC3FDBD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20926044"/>
              </p:ext>
            </p:extLst>
          </p:nvPr>
        </p:nvGraphicFramePr>
        <p:xfrm>
          <a:off x="6624138" y="3707801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0690396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D9B7EF7A-7DD1-8797-9CDB-D42DC05CB1F6}"/>
              </a:ext>
            </a:extLst>
          </p:cNvPr>
          <p:cNvSpPr/>
          <p:nvPr/>
        </p:nvSpPr>
        <p:spPr>
          <a:xfrm>
            <a:off x="7411201" y="5962634"/>
            <a:ext cx="1393466" cy="324847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BA24F666-9D27-8354-F7A0-97A1B18F7B3C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7606BDFD-9C72-0DB8-CE82-298C895D32A0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Digital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5BEFBB8C-5A76-76AF-878C-8F412CEEDF75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CA7B92B7-C10C-9170-686C-619A358C3EDA}"/>
              </a:ext>
            </a:extLst>
          </p:cNvPr>
          <p:cNvSpPr txBox="1">
            <a:spLocks/>
          </p:cNvSpPr>
          <p:nvPr/>
        </p:nvSpPr>
        <p:spPr>
          <a:xfrm>
            <a:off x="4120444" y="5885738"/>
            <a:ext cx="170744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de Ajuda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D8388B6F-26C0-E8B5-C3B2-F7B433F03866}"/>
              </a:ext>
            </a:extLst>
          </p:cNvPr>
          <p:cNvSpPr txBox="1">
            <a:spLocks/>
          </p:cNvSpPr>
          <p:nvPr/>
        </p:nvSpPr>
        <p:spPr>
          <a:xfrm>
            <a:off x="6386612" y="5864793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Chat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0F93BBA-E770-0B22-E5D8-7C404A0D454B}"/>
              </a:ext>
            </a:extLst>
          </p:cNvPr>
          <p:cNvSpPr txBox="1">
            <a:spLocks/>
          </p:cNvSpPr>
          <p:nvPr/>
        </p:nvSpPr>
        <p:spPr>
          <a:xfrm>
            <a:off x="7374461" y="588369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Consumidor.gov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E533871F-8317-6F72-69E0-F732373A9CF4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DE706286-D960-53B5-5D40-39BC04E97E30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2289849F-2484-731C-FE10-24CF16AD49ED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C19BD5A-A221-916E-E0A9-367FCCE9030F}"/>
              </a:ext>
            </a:extLst>
          </p:cNvPr>
          <p:cNvSpPr txBox="1">
            <a:spLocks/>
          </p:cNvSpPr>
          <p:nvPr/>
        </p:nvSpPr>
        <p:spPr>
          <a:xfrm>
            <a:off x="7066802" y="5865298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925310E8-91AC-2334-EEC2-64368966E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C51CC3E6-5A2B-3343-12E9-8389B3703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8F103DBD-DAD2-4FE4-B5CC-941177F86F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  <p:sp>
        <p:nvSpPr>
          <p:cNvPr id="27" name="Título 1">
            <a:extLst>
              <a:ext uri="{FF2B5EF4-FFF2-40B4-BE49-F238E27FC236}">
                <a16:creationId xmlns:a16="http://schemas.microsoft.com/office/drawing/2014/main" id="{3F01F83B-7291-417E-871C-D603E30F3474}"/>
              </a:ext>
            </a:extLst>
          </p:cNvPr>
          <p:cNvSpPr txBox="1">
            <a:spLocks/>
          </p:cNvSpPr>
          <p:nvPr/>
        </p:nvSpPr>
        <p:spPr>
          <a:xfrm>
            <a:off x="8804667" y="5864793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34" name="Título 1">
            <a:extLst>
              <a:ext uri="{FF2B5EF4-FFF2-40B4-BE49-F238E27FC236}">
                <a16:creationId xmlns:a16="http://schemas.microsoft.com/office/drawing/2014/main" id="{41076838-B3CC-46F4-A4D5-71B4EFE8A007}"/>
              </a:ext>
            </a:extLst>
          </p:cNvPr>
          <p:cNvSpPr txBox="1">
            <a:spLocks/>
          </p:cNvSpPr>
          <p:nvPr/>
        </p:nvSpPr>
        <p:spPr>
          <a:xfrm>
            <a:off x="9156760" y="590126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Reclame Aqui</a:t>
            </a:r>
          </a:p>
        </p:txBody>
      </p:sp>
      <p:sp>
        <p:nvSpPr>
          <p:cNvPr id="29" name="Título 1">
            <a:extLst>
              <a:ext uri="{FF2B5EF4-FFF2-40B4-BE49-F238E27FC236}">
                <a16:creationId xmlns:a16="http://schemas.microsoft.com/office/drawing/2014/main" id="{C6A5BAFA-62F4-453C-BB5C-2A2F4BAD3D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2318" y="2466134"/>
            <a:ext cx="9144000" cy="1181350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CONSUMIDOR.GOV</a:t>
            </a:r>
          </a:p>
        </p:txBody>
      </p:sp>
      <p:sp>
        <p:nvSpPr>
          <p:cNvPr id="30" name="Título 1">
            <a:extLst>
              <a:ext uri="{FF2B5EF4-FFF2-40B4-BE49-F238E27FC236}">
                <a16:creationId xmlns:a16="http://schemas.microsoft.com/office/drawing/2014/main" id="{D1BEED2F-D67A-406D-AAC9-4E04E6A7AFD4}"/>
              </a:ext>
            </a:extLst>
          </p:cNvPr>
          <p:cNvSpPr txBox="1">
            <a:spLocks/>
          </p:cNvSpPr>
          <p:nvPr/>
        </p:nvSpPr>
        <p:spPr>
          <a:xfrm>
            <a:off x="1122318" y="1911623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</a:t>
            </a:r>
            <a:endParaRPr lang="pt-BR" sz="48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6B5C9D76-8ED2-41A9-A3C0-F7C350550EDE}"/>
              </a:ext>
            </a:extLst>
          </p:cNvPr>
          <p:cNvSpPr txBox="1">
            <a:spLocks/>
          </p:cNvSpPr>
          <p:nvPr/>
        </p:nvSpPr>
        <p:spPr>
          <a:xfrm>
            <a:off x="2090824" y="3987434"/>
            <a:ext cx="2375911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ítulo 1">
            <a:extLst>
              <a:ext uri="{FF2B5EF4-FFF2-40B4-BE49-F238E27FC236}">
                <a16:creationId xmlns:a16="http://schemas.microsoft.com/office/drawing/2014/main" id="{FBD498E5-221B-4306-B453-B3A298B7F7DB}"/>
              </a:ext>
            </a:extLst>
          </p:cNvPr>
          <p:cNvSpPr txBox="1">
            <a:spLocks/>
          </p:cNvSpPr>
          <p:nvPr/>
        </p:nvSpPr>
        <p:spPr>
          <a:xfrm>
            <a:off x="1179689" y="2068978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36" name="Conector reto 35">
            <a:extLst>
              <a:ext uri="{FF2B5EF4-FFF2-40B4-BE49-F238E27FC236}">
                <a16:creationId xmlns:a16="http://schemas.microsoft.com/office/drawing/2014/main" id="{80A74A16-AC57-4EA7-BCC5-E9E4331EBF22}"/>
              </a:ext>
            </a:extLst>
          </p:cNvPr>
          <p:cNvCxnSpPr>
            <a:cxnSpLocks/>
          </p:cNvCxnSpPr>
          <p:nvPr/>
        </p:nvCxnSpPr>
        <p:spPr>
          <a:xfrm>
            <a:off x="770663" y="2347408"/>
            <a:ext cx="0" cy="1934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Elipse 36">
            <a:extLst>
              <a:ext uri="{FF2B5EF4-FFF2-40B4-BE49-F238E27FC236}">
                <a16:creationId xmlns:a16="http://schemas.microsoft.com/office/drawing/2014/main" id="{1BB0E9B2-068C-4781-BB2D-A1F4E665AB69}"/>
              </a:ext>
            </a:extLst>
          </p:cNvPr>
          <p:cNvSpPr/>
          <p:nvPr/>
        </p:nvSpPr>
        <p:spPr>
          <a:xfrm>
            <a:off x="690919" y="3166819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38" name="Conector reto 37">
            <a:extLst>
              <a:ext uri="{FF2B5EF4-FFF2-40B4-BE49-F238E27FC236}">
                <a16:creationId xmlns:a16="http://schemas.microsoft.com/office/drawing/2014/main" id="{92510A62-527F-4B44-B9F7-89B582399421}"/>
              </a:ext>
            </a:extLst>
          </p:cNvPr>
          <p:cNvCxnSpPr>
            <a:cxnSpLocks/>
          </p:cNvCxnSpPr>
          <p:nvPr/>
        </p:nvCxnSpPr>
        <p:spPr>
          <a:xfrm>
            <a:off x="1321818" y="4365828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Elipse 38">
            <a:extLst>
              <a:ext uri="{FF2B5EF4-FFF2-40B4-BE49-F238E27FC236}">
                <a16:creationId xmlns:a16="http://schemas.microsoft.com/office/drawing/2014/main" id="{4CF56CBF-F5BC-4D5A-91D3-EB4B6E6D4D85}"/>
              </a:ext>
            </a:extLst>
          </p:cNvPr>
          <p:cNvSpPr/>
          <p:nvPr/>
        </p:nvSpPr>
        <p:spPr>
          <a:xfrm>
            <a:off x="1242074" y="4282133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43840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42C4-360A-CA40-D07F-93ED55A4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D11EAAB7-2A87-0DFB-808D-0F95247425CF}"/>
              </a:ext>
            </a:extLst>
          </p:cNvPr>
          <p:cNvSpPr/>
          <p:nvPr/>
        </p:nvSpPr>
        <p:spPr>
          <a:xfrm>
            <a:off x="505325" y="1034715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85C5BEB5-2B76-8918-22A4-D8EF6ACC2936}"/>
              </a:ext>
            </a:extLst>
          </p:cNvPr>
          <p:cNvSpPr/>
          <p:nvPr/>
        </p:nvSpPr>
        <p:spPr>
          <a:xfrm>
            <a:off x="505326" y="1034716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2E75B6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3A827915-CB23-2EF5-CDCC-A7D4748F56B1}"/>
              </a:ext>
            </a:extLst>
          </p:cNvPr>
          <p:cNvSpPr txBox="1"/>
          <p:nvPr/>
        </p:nvSpPr>
        <p:spPr>
          <a:xfrm>
            <a:off x="860256" y="1118934"/>
            <a:ext cx="2526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9DB21D64-0782-7C39-83E7-31BA261C2C40}"/>
              </a:ext>
            </a:extLst>
          </p:cNvPr>
          <p:cNvSpPr/>
          <p:nvPr/>
        </p:nvSpPr>
        <p:spPr>
          <a:xfrm>
            <a:off x="8394702" y="103471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6E0DF0E2-8B2B-9359-94E2-CBCDA0AB3EF9}"/>
              </a:ext>
            </a:extLst>
          </p:cNvPr>
          <p:cNvSpPr/>
          <p:nvPr/>
        </p:nvSpPr>
        <p:spPr>
          <a:xfrm>
            <a:off x="8399103" y="1033039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9CEE9B60-CACA-DA9B-95A4-7FC33F8C999E}"/>
              </a:ext>
            </a:extLst>
          </p:cNvPr>
          <p:cNvSpPr txBox="1"/>
          <p:nvPr/>
        </p:nvSpPr>
        <p:spPr>
          <a:xfrm>
            <a:off x="9030967" y="1173396"/>
            <a:ext cx="21492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FEEDBACKS  REALIZADOS 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F0D0413F-1302-4951-BA58-5FCEB97A18C2}"/>
              </a:ext>
            </a:extLst>
          </p:cNvPr>
          <p:cNvSpPr txBox="1"/>
          <p:nvPr/>
        </p:nvSpPr>
        <p:spPr>
          <a:xfrm>
            <a:off x="1208156" y="1250296"/>
            <a:ext cx="17237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33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4264D1BE-81D1-4DD0-9406-41D070E956B1}"/>
              </a:ext>
            </a:extLst>
          </p:cNvPr>
          <p:cNvSpPr txBox="1"/>
          <p:nvPr/>
        </p:nvSpPr>
        <p:spPr>
          <a:xfrm>
            <a:off x="8426782" y="1289278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33</a:t>
            </a: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14B57E3F-A289-454E-9606-9DE2D5AEF48E}"/>
              </a:ext>
            </a:extLst>
          </p:cNvPr>
          <p:cNvSpPr/>
          <p:nvPr/>
        </p:nvSpPr>
        <p:spPr>
          <a:xfrm>
            <a:off x="4250327" y="103471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32AC41D8-CA97-4638-86E6-CF10F8020902}"/>
              </a:ext>
            </a:extLst>
          </p:cNvPr>
          <p:cNvSpPr/>
          <p:nvPr/>
        </p:nvSpPr>
        <p:spPr>
          <a:xfrm>
            <a:off x="4250328" y="1034715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27F2EC3F-B6FB-4FEF-9F8E-F02B9B08CA70}"/>
              </a:ext>
            </a:extLst>
          </p:cNvPr>
          <p:cNvSpPr txBox="1"/>
          <p:nvPr/>
        </p:nvSpPr>
        <p:spPr>
          <a:xfrm>
            <a:off x="4928589" y="1118934"/>
            <a:ext cx="1811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MÉDIA  DO MÊS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B2E6552C-25E5-4A50-BE6E-0CCABD0AB438}"/>
              </a:ext>
            </a:extLst>
          </p:cNvPr>
          <p:cNvSpPr txBox="1"/>
          <p:nvPr/>
        </p:nvSpPr>
        <p:spPr>
          <a:xfrm>
            <a:off x="4250326" y="1269642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88,97</a:t>
            </a:r>
            <a:endParaRPr lang="pt-BR" sz="6000" b="1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FFA7B38D-33D4-44A2-A850-4CE694DBF118}"/>
              </a:ext>
            </a:extLst>
          </p:cNvPr>
          <p:cNvSpPr txBox="1"/>
          <p:nvPr/>
        </p:nvSpPr>
        <p:spPr>
          <a:xfrm>
            <a:off x="4501413" y="218749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43" name="Google Shape;2081;p50">
            <a:extLst>
              <a:ext uri="{FF2B5EF4-FFF2-40B4-BE49-F238E27FC236}">
                <a16:creationId xmlns:a16="http://schemas.microsoft.com/office/drawing/2014/main" id="{2FAE6210-2975-4948-B144-3AC5F39539B9}"/>
              </a:ext>
            </a:extLst>
          </p:cNvPr>
          <p:cNvSpPr/>
          <p:nvPr/>
        </p:nvSpPr>
        <p:spPr>
          <a:xfrm>
            <a:off x="717771" y="1090898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" name="Google Shape;2561;p51">
            <a:extLst>
              <a:ext uri="{FF2B5EF4-FFF2-40B4-BE49-F238E27FC236}">
                <a16:creationId xmlns:a16="http://schemas.microsoft.com/office/drawing/2014/main" id="{FA05CF1A-469F-455B-BEDE-0FEB762402FB}"/>
              </a:ext>
            </a:extLst>
          </p:cNvPr>
          <p:cNvGrpSpPr/>
          <p:nvPr/>
        </p:nvGrpSpPr>
        <p:grpSpPr>
          <a:xfrm>
            <a:off x="4567373" y="1161052"/>
            <a:ext cx="230870" cy="230118"/>
            <a:chOff x="852385" y="1510916"/>
            <a:chExt cx="353145" cy="351998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3" name="Google Shape;2562;p51">
              <a:extLst>
                <a:ext uri="{FF2B5EF4-FFF2-40B4-BE49-F238E27FC236}">
                  <a16:creationId xmlns:a16="http://schemas.microsoft.com/office/drawing/2014/main" id="{B8E3C87E-7523-4330-9AC2-B6D3C7D4141E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563;p51">
              <a:extLst>
                <a:ext uri="{FF2B5EF4-FFF2-40B4-BE49-F238E27FC236}">
                  <a16:creationId xmlns:a16="http://schemas.microsoft.com/office/drawing/2014/main" id="{1919F32F-8FE3-4E2C-B0FC-28AAAB49DEF6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64;p51">
              <a:extLst>
                <a:ext uri="{FF2B5EF4-FFF2-40B4-BE49-F238E27FC236}">
                  <a16:creationId xmlns:a16="http://schemas.microsoft.com/office/drawing/2014/main" id="{CA4BE8FC-BFBD-4665-AB35-B56061B229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3637;p53">
            <a:extLst>
              <a:ext uri="{FF2B5EF4-FFF2-40B4-BE49-F238E27FC236}">
                <a16:creationId xmlns:a16="http://schemas.microsoft.com/office/drawing/2014/main" id="{4AD75BB9-FA08-4795-8951-1D6FAE49B1F3}"/>
              </a:ext>
            </a:extLst>
          </p:cNvPr>
          <p:cNvGrpSpPr/>
          <p:nvPr/>
        </p:nvGrpSpPr>
        <p:grpSpPr>
          <a:xfrm>
            <a:off x="8649695" y="1169935"/>
            <a:ext cx="286642" cy="288164"/>
            <a:chOff x="7098912" y="1969392"/>
            <a:chExt cx="359651" cy="361560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7" name="Google Shape;3638;p53">
              <a:extLst>
                <a:ext uri="{FF2B5EF4-FFF2-40B4-BE49-F238E27FC236}">
                  <a16:creationId xmlns:a16="http://schemas.microsoft.com/office/drawing/2014/main" id="{720044B5-7EC5-459E-A6AE-048C2133F775}"/>
                </a:ext>
              </a:extLst>
            </p:cNvPr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" name="Google Shape;3639;p53">
              <a:extLst>
                <a:ext uri="{FF2B5EF4-FFF2-40B4-BE49-F238E27FC236}">
                  <a16:creationId xmlns:a16="http://schemas.microsoft.com/office/drawing/2014/main" id="{FC9BBF50-6DDB-4E90-BFCE-9AE41ECC7DCE}"/>
                </a:ext>
              </a:extLst>
            </p:cNvPr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9" name="Google Shape;3640;p53">
              <a:extLst>
                <a:ext uri="{FF2B5EF4-FFF2-40B4-BE49-F238E27FC236}">
                  <a16:creationId xmlns:a16="http://schemas.microsoft.com/office/drawing/2014/main" id="{CFF6D3A9-9607-469D-811B-FCB4162826D3}"/>
                </a:ext>
              </a:extLst>
            </p:cNvPr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0" name="Google Shape;3641;p53">
              <a:extLst>
                <a:ext uri="{FF2B5EF4-FFF2-40B4-BE49-F238E27FC236}">
                  <a16:creationId xmlns:a16="http://schemas.microsoft.com/office/drawing/2014/main" id="{DB651687-7563-4694-B26B-5A783AE845C3}"/>
                </a:ext>
              </a:extLst>
            </p:cNvPr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1" name="Google Shape;3642;p53">
              <a:extLst>
                <a:ext uri="{FF2B5EF4-FFF2-40B4-BE49-F238E27FC236}">
                  <a16:creationId xmlns:a16="http://schemas.microsoft.com/office/drawing/2014/main" id="{865F944F-1BF6-4B63-9342-8FF534273A68}"/>
                </a:ext>
              </a:extLst>
            </p:cNvPr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2" name="Google Shape;3643;p53">
              <a:extLst>
                <a:ext uri="{FF2B5EF4-FFF2-40B4-BE49-F238E27FC236}">
                  <a16:creationId xmlns:a16="http://schemas.microsoft.com/office/drawing/2014/main" id="{E1A349CE-F0AF-49B1-AF89-7EBC145FD517}"/>
                </a:ext>
              </a:extLst>
            </p:cNvPr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3" name="Google Shape;3644;p53">
              <a:extLst>
                <a:ext uri="{FF2B5EF4-FFF2-40B4-BE49-F238E27FC236}">
                  <a16:creationId xmlns:a16="http://schemas.microsoft.com/office/drawing/2014/main" id="{544C8F6D-6685-4C1E-A1FC-7D7F95AE4AD9}"/>
                </a:ext>
              </a:extLst>
            </p:cNvPr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4" name="Google Shape;3645;p53">
              <a:extLst>
                <a:ext uri="{FF2B5EF4-FFF2-40B4-BE49-F238E27FC236}">
                  <a16:creationId xmlns:a16="http://schemas.microsoft.com/office/drawing/2014/main" id="{74FC2806-F583-402D-A48B-18F4122BA020}"/>
                </a:ext>
              </a:extLst>
            </p:cNvPr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5" name="Google Shape;3646;p53">
              <a:extLst>
                <a:ext uri="{FF2B5EF4-FFF2-40B4-BE49-F238E27FC236}">
                  <a16:creationId xmlns:a16="http://schemas.microsoft.com/office/drawing/2014/main" id="{6FC96592-2A6E-4DB9-9131-CD4DC2115BB0}"/>
                </a:ext>
              </a:extLst>
            </p:cNvPr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6" name="Google Shape;3647;p53">
              <a:extLst>
                <a:ext uri="{FF2B5EF4-FFF2-40B4-BE49-F238E27FC236}">
                  <a16:creationId xmlns:a16="http://schemas.microsoft.com/office/drawing/2014/main" id="{90596896-1DCC-415F-9A2F-919E17534953}"/>
                </a:ext>
              </a:extLst>
            </p:cNvPr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7" name="Google Shape;3648;p53">
              <a:extLst>
                <a:ext uri="{FF2B5EF4-FFF2-40B4-BE49-F238E27FC236}">
                  <a16:creationId xmlns:a16="http://schemas.microsoft.com/office/drawing/2014/main" id="{71CF477D-1DB6-4289-B06B-1FEC11D46A4E}"/>
                </a:ext>
              </a:extLst>
            </p:cNvPr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8" name="Google Shape;3649;p53">
              <a:extLst>
                <a:ext uri="{FF2B5EF4-FFF2-40B4-BE49-F238E27FC236}">
                  <a16:creationId xmlns:a16="http://schemas.microsoft.com/office/drawing/2014/main" id="{2A31E7BC-0C90-475A-BA8F-0DD0E5DA2140}"/>
                </a:ext>
              </a:extLst>
            </p:cNvPr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9" name="Google Shape;3650;p53">
              <a:extLst>
                <a:ext uri="{FF2B5EF4-FFF2-40B4-BE49-F238E27FC236}">
                  <a16:creationId xmlns:a16="http://schemas.microsoft.com/office/drawing/2014/main" id="{61E3588D-84A4-4DAD-A606-CF0D951733BC}"/>
                </a:ext>
              </a:extLst>
            </p:cNvPr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26FE4117-0B31-45D8-BB3E-B9DCE4B9D21F}"/>
              </a:ext>
            </a:extLst>
          </p:cNvPr>
          <p:cNvSpPr txBox="1"/>
          <p:nvPr/>
        </p:nvSpPr>
        <p:spPr>
          <a:xfrm>
            <a:off x="8677869" y="216531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52AD7D11-7E76-41F2-A6E5-6FFDF70046B7}"/>
              </a:ext>
            </a:extLst>
          </p:cNvPr>
          <p:cNvSpPr txBox="1"/>
          <p:nvPr/>
        </p:nvSpPr>
        <p:spPr>
          <a:xfrm>
            <a:off x="794506" y="217794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BEB4A123-F6A8-6318-CAFE-F59EECC54BFA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87B6BF27-FE84-4B9C-F214-B2D089E78BD4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2C1B430B-8F61-D960-D542-C5D68717D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875" y="62021"/>
            <a:ext cx="6834659" cy="371724"/>
          </a:xfrm>
          <a:prstGeom prst="rect">
            <a:avLst/>
          </a:prstGeom>
        </p:spPr>
      </p:pic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F87237AD-EE76-C2D2-0E8C-72D4F1CB7688}"/>
              </a:ext>
            </a:extLst>
          </p:cNvPr>
          <p:cNvSpPr/>
          <p:nvPr/>
        </p:nvSpPr>
        <p:spPr>
          <a:xfrm>
            <a:off x="9186399" y="206223"/>
            <a:ext cx="1051110" cy="127915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B36EAEFF-C4FB-FF77-38C6-067B7F3390ED}"/>
              </a:ext>
            </a:extLst>
          </p:cNvPr>
          <p:cNvSpPr/>
          <p:nvPr/>
        </p:nvSpPr>
        <p:spPr>
          <a:xfrm>
            <a:off x="6548974" y="356738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85C2064E-DD01-3FCA-59C9-A7DC56202908}"/>
              </a:ext>
            </a:extLst>
          </p:cNvPr>
          <p:cNvSpPr/>
          <p:nvPr/>
        </p:nvSpPr>
        <p:spPr>
          <a:xfrm>
            <a:off x="731446" y="356738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A438BCD8-7097-B836-6C11-2FB0DC258BD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7820154"/>
              </p:ext>
            </p:extLst>
          </p:nvPr>
        </p:nvGraphicFramePr>
        <p:xfrm>
          <a:off x="883992" y="3716667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Título 1">
            <a:extLst>
              <a:ext uri="{FF2B5EF4-FFF2-40B4-BE49-F238E27FC236}">
                <a16:creationId xmlns:a16="http://schemas.microsoft.com/office/drawing/2014/main" id="{12950F81-05BC-FC2C-B222-135E0ABBC9E0}"/>
              </a:ext>
            </a:extLst>
          </p:cNvPr>
          <p:cNvSpPr txBox="1">
            <a:spLocks/>
          </p:cNvSpPr>
          <p:nvPr/>
        </p:nvSpPr>
        <p:spPr>
          <a:xfrm>
            <a:off x="3139268" y="532473"/>
            <a:ext cx="5168247" cy="43718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MENSAL 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1810947E-75B2-3A41-AAF8-BF8AA4E2D89D}"/>
              </a:ext>
            </a:extLst>
          </p:cNvPr>
          <p:cNvSpPr txBox="1">
            <a:spLocks/>
          </p:cNvSpPr>
          <p:nvPr/>
        </p:nvSpPr>
        <p:spPr>
          <a:xfrm>
            <a:off x="3282825" y="2879929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56ACA56-3DAA-22B1-5F7A-B199CE781D0C}"/>
              </a:ext>
            </a:extLst>
          </p:cNvPr>
          <p:cNvSpPr txBox="1"/>
          <p:nvPr/>
        </p:nvSpPr>
        <p:spPr>
          <a:xfrm>
            <a:off x="2750576" y="1683744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F6816B9A-68CC-F895-CC57-3618981B6345}"/>
              </a:ext>
            </a:extLst>
          </p:cNvPr>
          <p:cNvSpPr txBox="1"/>
          <p:nvPr/>
        </p:nvSpPr>
        <p:spPr>
          <a:xfrm>
            <a:off x="10718949" y="1682038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E99D080B-87A6-E372-024A-8E1332538A0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9046285"/>
              </p:ext>
            </p:extLst>
          </p:nvPr>
        </p:nvGraphicFramePr>
        <p:xfrm>
          <a:off x="6713007" y="3841523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0512746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5C30D4-5FB0-2070-BA00-9E219C314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tângulo: Cantos Arredondados 30">
            <a:extLst>
              <a:ext uri="{FF2B5EF4-FFF2-40B4-BE49-F238E27FC236}">
                <a16:creationId xmlns:a16="http://schemas.microsoft.com/office/drawing/2014/main" id="{5FF4E82B-7C2A-B667-7CE0-9DCA6F3EC0A8}"/>
              </a:ext>
            </a:extLst>
          </p:cNvPr>
          <p:cNvSpPr/>
          <p:nvPr/>
        </p:nvSpPr>
        <p:spPr>
          <a:xfrm>
            <a:off x="3737810" y="104596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BD07A4D6-EB74-2360-B852-F04C5B507659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0AEE683D-362E-878B-2369-5A1663B51BF1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D0EFABD4-90CF-4B6A-8C38-61C54792F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875" y="62021"/>
            <a:ext cx="6834659" cy="371724"/>
          </a:xfrm>
          <a:prstGeom prst="rect">
            <a:avLst/>
          </a:prstGeom>
        </p:spPr>
      </p:pic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0B08BB1E-1D83-439F-9DC3-8AE51E983FE3}"/>
              </a:ext>
            </a:extLst>
          </p:cNvPr>
          <p:cNvSpPr/>
          <p:nvPr/>
        </p:nvSpPr>
        <p:spPr>
          <a:xfrm>
            <a:off x="10385102" y="215903"/>
            <a:ext cx="1051110" cy="127915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0" name="Título 1">
            <a:extLst>
              <a:ext uri="{FF2B5EF4-FFF2-40B4-BE49-F238E27FC236}">
                <a16:creationId xmlns:a16="http://schemas.microsoft.com/office/drawing/2014/main" id="{E061A10A-B80B-5C4C-6B80-49D23FC1673E}"/>
              </a:ext>
            </a:extLst>
          </p:cNvPr>
          <p:cNvSpPr txBox="1">
            <a:spLocks/>
          </p:cNvSpPr>
          <p:nvPr/>
        </p:nvSpPr>
        <p:spPr>
          <a:xfrm>
            <a:off x="3415292" y="46986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BE9DAC5C-931B-9BAC-3F3D-5295052BDA74}"/>
              </a:ext>
            </a:extLst>
          </p:cNvPr>
          <p:cNvSpPr/>
          <p:nvPr/>
        </p:nvSpPr>
        <p:spPr>
          <a:xfrm>
            <a:off x="599637" y="3787144"/>
            <a:ext cx="10992725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9" name="Gráfico 8">
            <a:extLst>
              <a:ext uri="{FF2B5EF4-FFF2-40B4-BE49-F238E27FC236}">
                <a16:creationId xmlns:a16="http://schemas.microsoft.com/office/drawing/2014/main" id="{A0AD642C-742E-DB7D-C6CD-C1CC9EC11D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45643698"/>
              </p:ext>
            </p:extLst>
          </p:nvPr>
        </p:nvGraphicFramePr>
        <p:xfrm>
          <a:off x="3937188" y="1119433"/>
          <a:ext cx="4157940" cy="2341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CaixaDeTexto 2">
            <a:extLst>
              <a:ext uri="{FF2B5EF4-FFF2-40B4-BE49-F238E27FC236}">
                <a16:creationId xmlns:a16="http://schemas.microsoft.com/office/drawing/2014/main" id="{AF993CD5-F904-F689-AC50-F9B160D1C768}"/>
              </a:ext>
            </a:extLst>
          </p:cNvPr>
          <p:cNvSpPr txBox="1"/>
          <p:nvPr/>
        </p:nvSpPr>
        <p:spPr>
          <a:xfrm>
            <a:off x="2778339" y="5258332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0C37DE5-92F8-9011-69CD-EFE1E5237EA9}"/>
              </a:ext>
            </a:extLst>
          </p:cNvPr>
          <p:cNvSpPr txBox="1"/>
          <p:nvPr/>
        </p:nvSpPr>
        <p:spPr>
          <a:xfrm>
            <a:off x="1807514" y="5258332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B1CE29B-28EF-BD78-3BA1-3D3B33E86D11}"/>
              </a:ext>
            </a:extLst>
          </p:cNvPr>
          <p:cNvSpPr txBox="1"/>
          <p:nvPr/>
        </p:nvSpPr>
        <p:spPr>
          <a:xfrm>
            <a:off x="3843302" y="5259442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50,00%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DDE3BA6-1846-569F-15CB-995CC7E0CD4C}"/>
              </a:ext>
            </a:extLst>
          </p:cNvPr>
          <p:cNvSpPr txBox="1"/>
          <p:nvPr/>
        </p:nvSpPr>
        <p:spPr>
          <a:xfrm>
            <a:off x="4878812" y="5151720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60,00%</a:t>
            </a:r>
          </a:p>
        </p:txBody>
      </p:sp>
      <p:graphicFrame>
        <p:nvGraphicFramePr>
          <p:cNvPr id="14" name="Gráfico 13">
            <a:extLst>
              <a:ext uri="{FF2B5EF4-FFF2-40B4-BE49-F238E27FC236}">
                <a16:creationId xmlns:a16="http://schemas.microsoft.com/office/drawing/2014/main" id="{05AFEA70-2073-F83C-85F9-84917695534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24018295"/>
              </p:ext>
            </p:extLst>
          </p:nvPr>
        </p:nvGraphicFramePr>
        <p:xfrm>
          <a:off x="958190" y="3763451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Gráfico 14">
            <a:extLst>
              <a:ext uri="{FF2B5EF4-FFF2-40B4-BE49-F238E27FC236}">
                <a16:creationId xmlns:a16="http://schemas.microsoft.com/office/drawing/2014/main" id="{22DD1160-3E61-2314-4B90-BA164CEB106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26932525"/>
              </p:ext>
            </p:extLst>
          </p:nvPr>
        </p:nvGraphicFramePr>
        <p:xfrm>
          <a:off x="6632733" y="3787144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2060565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D9B7EF7A-7DD1-8797-9CDB-D42DC05CB1F6}"/>
              </a:ext>
            </a:extLst>
          </p:cNvPr>
          <p:cNvSpPr/>
          <p:nvPr/>
        </p:nvSpPr>
        <p:spPr>
          <a:xfrm>
            <a:off x="9127754" y="5973605"/>
            <a:ext cx="1483403" cy="31999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BA24F666-9D27-8354-F7A0-97A1B18F7B3C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7606BDFD-9C72-0DB8-CE82-298C895D32A0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Digital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5BEFBB8C-5A76-76AF-878C-8F412CEEDF75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CA7B92B7-C10C-9170-686C-619A358C3EDA}"/>
              </a:ext>
            </a:extLst>
          </p:cNvPr>
          <p:cNvSpPr txBox="1">
            <a:spLocks/>
          </p:cNvSpPr>
          <p:nvPr/>
        </p:nvSpPr>
        <p:spPr>
          <a:xfrm>
            <a:off x="4120444" y="5885738"/>
            <a:ext cx="170744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de Ajuda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D8388B6F-26C0-E8B5-C3B2-F7B433F03866}"/>
              </a:ext>
            </a:extLst>
          </p:cNvPr>
          <p:cNvSpPr txBox="1">
            <a:spLocks/>
          </p:cNvSpPr>
          <p:nvPr/>
        </p:nvSpPr>
        <p:spPr>
          <a:xfrm>
            <a:off x="6386612" y="5864793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Chat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0F93BBA-E770-0B22-E5D8-7C404A0D454B}"/>
              </a:ext>
            </a:extLst>
          </p:cNvPr>
          <p:cNvSpPr txBox="1">
            <a:spLocks/>
          </p:cNvSpPr>
          <p:nvPr/>
        </p:nvSpPr>
        <p:spPr>
          <a:xfrm>
            <a:off x="7374461" y="588369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Consumidor.gov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E533871F-8317-6F72-69E0-F732373A9CF4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DE706286-D960-53B5-5D40-39BC04E97E30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2289849F-2484-731C-FE10-24CF16AD49ED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C19BD5A-A221-916E-E0A9-367FCCE9030F}"/>
              </a:ext>
            </a:extLst>
          </p:cNvPr>
          <p:cNvSpPr txBox="1">
            <a:spLocks/>
          </p:cNvSpPr>
          <p:nvPr/>
        </p:nvSpPr>
        <p:spPr>
          <a:xfrm>
            <a:off x="7066802" y="5865298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925310E8-91AC-2334-EEC2-64368966E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C51CC3E6-5A2B-3343-12E9-8389B3703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8F103DBD-DAD2-4FE4-B5CC-941177F86F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  <p:sp>
        <p:nvSpPr>
          <p:cNvPr id="27" name="Título 1">
            <a:extLst>
              <a:ext uri="{FF2B5EF4-FFF2-40B4-BE49-F238E27FC236}">
                <a16:creationId xmlns:a16="http://schemas.microsoft.com/office/drawing/2014/main" id="{3F01F83B-7291-417E-871C-D603E30F3474}"/>
              </a:ext>
            </a:extLst>
          </p:cNvPr>
          <p:cNvSpPr txBox="1">
            <a:spLocks/>
          </p:cNvSpPr>
          <p:nvPr/>
        </p:nvSpPr>
        <p:spPr>
          <a:xfrm>
            <a:off x="8804667" y="5864793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34" name="Título 1">
            <a:extLst>
              <a:ext uri="{FF2B5EF4-FFF2-40B4-BE49-F238E27FC236}">
                <a16:creationId xmlns:a16="http://schemas.microsoft.com/office/drawing/2014/main" id="{41076838-B3CC-46F4-A4D5-71B4EFE8A007}"/>
              </a:ext>
            </a:extLst>
          </p:cNvPr>
          <p:cNvSpPr txBox="1">
            <a:spLocks/>
          </p:cNvSpPr>
          <p:nvPr/>
        </p:nvSpPr>
        <p:spPr>
          <a:xfrm>
            <a:off x="9156760" y="590126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Reclame Aqui</a:t>
            </a:r>
          </a:p>
        </p:txBody>
      </p:sp>
      <p:sp>
        <p:nvSpPr>
          <p:cNvPr id="29" name="Título 1">
            <a:extLst>
              <a:ext uri="{FF2B5EF4-FFF2-40B4-BE49-F238E27FC236}">
                <a16:creationId xmlns:a16="http://schemas.microsoft.com/office/drawing/2014/main" id="{C6A5BAFA-62F4-453C-BB5C-2A2F4BAD3D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2318" y="2466134"/>
            <a:ext cx="9144000" cy="1181350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RECLAME AQUI</a:t>
            </a:r>
          </a:p>
        </p:txBody>
      </p:sp>
      <p:sp>
        <p:nvSpPr>
          <p:cNvPr id="30" name="Título 1">
            <a:extLst>
              <a:ext uri="{FF2B5EF4-FFF2-40B4-BE49-F238E27FC236}">
                <a16:creationId xmlns:a16="http://schemas.microsoft.com/office/drawing/2014/main" id="{D1BEED2F-D67A-406D-AAC9-4E04E6A7AFD4}"/>
              </a:ext>
            </a:extLst>
          </p:cNvPr>
          <p:cNvSpPr txBox="1">
            <a:spLocks/>
          </p:cNvSpPr>
          <p:nvPr/>
        </p:nvSpPr>
        <p:spPr>
          <a:xfrm>
            <a:off x="1122318" y="1911623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</a:t>
            </a:r>
            <a:endParaRPr lang="pt-BR" sz="48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6B5C9D76-8ED2-41A9-A3C0-F7C350550EDE}"/>
              </a:ext>
            </a:extLst>
          </p:cNvPr>
          <p:cNvSpPr txBox="1">
            <a:spLocks/>
          </p:cNvSpPr>
          <p:nvPr/>
        </p:nvSpPr>
        <p:spPr>
          <a:xfrm>
            <a:off x="2090824" y="3987434"/>
            <a:ext cx="2375911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ítulo 1">
            <a:extLst>
              <a:ext uri="{FF2B5EF4-FFF2-40B4-BE49-F238E27FC236}">
                <a16:creationId xmlns:a16="http://schemas.microsoft.com/office/drawing/2014/main" id="{FBD498E5-221B-4306-B453-B3A298B7F7DB}"/>
              </a:ext>
            </a:extLst>
          </p:cNvPr>
          <p:cNvSpPr txBox="1">
            <a:spLocks/>
          </p:cNvSpPr>
          <p:nvPr/>
        </p:nvSpPr>
        <p:spPr>
          <a:xfrm>
            <a:off x="1179689" y="2068978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36" name="Conector reto 35">
            <a:extLst>
              <a:ext uri="{FF2B5EF4-FFF2-40B4-BE49-F238E27FC236}">
                <a16:creationId xmlns:a16="http://schemas.microsoft.com/office/drawing/2014/main" id="{80A74A16-AC57-4EA7-BCC5-E9E4331EBF22}"/>
              </a:ext>
            </a:extLst>
          </p:cNvPr>
          <p:cNvCxnSpPr>
            <a:cxnSpLocks/>
          </p:cNvCxnSpPr>
          <p:nvPr/>
        </p:nvCxnSpPr>
        <p:spPr>
          <a:xfrm>
            <a:off x="770663" y="2347408"/>
            <a:ext cx="0" cy="1934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Elipse 36">
            <a:extLst>
              <a:ext uri="{FF2B5EF4-FFF2-40B4-BE49-F238E27FC236}">
                <a16:creationId xmlns:a16="http://schemas.microsoft.com/office/drawing/2014/main" id="{1BB0E9B2-068C-4781-BB2D-A1F4E665AB69}"/>
              </a:ext>
            </a:extLst>
          </p:cNvPr>
          <p:cNvSpPr/>
          <p:nvPr/>
        </p:nvSpPr>
        <p:spPr>
          <a:xfrm>
            <a:off x="690919" y="3166819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38" name="Conector reto 37">
            <a:extLst>
              <a:ext uri="{FF2B5EF4-FFF2-40B4-BE49-F238E27FC236}">
                <a16:creationId xmlns:a16="http://schemas.microsoft.com/office/drawing/2014/main" id="{92510A62-527F-4B44-B9F7-89B582399421}"/>
              </a:ext>
            </a:extLst>
          </p:cNvPr>
          <p:cNvCxnSpPr>
            <a:cxnSpLocks/>
          </p:cNvCxnSpPr>
          <p:nvPr/>
        </p:nvCxnSpPr>
        <p:spPr>
          <a:xfrm>
            <a:off x="1321818" y="4365828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Elipse 38">
            <a:extLst>
              <a:ext uri="{FF2B5EF4-FFF2-40B4-BE49-F238E27FC236}">
                <a16:creationId xmlns:a16="http://schemas.microsoft.com/office/drawing/2014/main" id="{4CF56CBF-F5BC-4D5A-91D3-EB4B6E6D4D85}"/>
              </a:ext>
            </a:extLst>
          </p:cNvPr>
          <p:cNvSpPr/>
          <p:nvPr/>
        </p:nvSpPr>
        <p:spPr>
          <a:xfrm>
            <a:off x="1242074" y="4282133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817730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42C4-360A-CA40-D07F-93ED55A4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D11EAAB7-2A87-0DFB-808D-0F95247425CF}"/>
              </a:ext>
            </a:extLst>
          </p:cNvPr>
          <p:cNvSpPr/>
          <p:nvPr/>
        </p:nvSpPr>
        <p:spPr>
          <a:xfrm>
            <a:off x="505325" y="1034715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85C5BEB5-2B76-8918-22A4-D8EF6ACC2936}"/>
              </a:ext>
            </a:extLst>
          </p:cNvPr>
          <p:cNvSpPr/>
          <p:nvPr/>
        </p:nvSpPr>
        <p:spPr>
          <a:xfrm>
            <a:off x="505326" y="1034716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2E75B6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3A827915-CB23-2EF5-CDCC-A7D4748F56B1}"/>
              </a:ext>
            </a:extLst>
          </p:cNvPr>
          <p:cNvSpPr txBox="1"/>
          <p:nvPr/>
        </p:nvSpPr>
        <p:spPr>
          <a:xfrm>
            <a:off x="860256" y="1118934"/>
            <a:ext cx="2526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9DB21D64-0782-7C39-83E7-31BA261C2C40}"/>
              </a:ext>
            </a:extLst>
          </p:cNvPr>
          <p:cNvSpPr/>
          <p:nvPr/>
        </p:nvSpPr>
        <p:spPr>
          <a:xfrm>
            <a:off x="8394702" y="103471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6E0DF0E2-8B2B-9359-94E2-CBCDA0AB3EF9}"/>
              </a:ext>
            </a:extLst>
          </p:cNvPr>
          <p:cNvSpPr/>
          <p:nvPr/>
        </p:nvSpPr>
        <p:spPr>
          <a:xfrm>
            <a:off x="8399103" y="1033039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9CEE9B60-CACA-DA9B-95A4-7FC33F8C999E}"/>
              </a:ext>
            </a:extLst>
          </p:cNvPr>
          <p:cNvSpPr txBox="1"/>
          <p:nvPr/>
        </p:nvSpPr>
        <p:spPr>
          <a:xfrm>
            <a:off x="9030967" y="1173396"/>
            <a:ext cx="21492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FEEDBACKS  REALIZADOS 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F0D0413F-1302-4951-BA58-5FCEB97A18C2}"/>
              </a:ext>
            </a:extLst>
          </p:cNvPr>
          <p:cNvSpPr txBox="1"/>
          <p:nvPr/>
        </p:nvSpPr>
        <p:spPr>
          <a:xfrm>
            <a:off x="1243142" y="1269642"/>
            <a:ext cx="17237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65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4264D1BE-81D1-4DD0-9406-41D070E956B1}"/>
              </a:ext>
            </a:extLst>
          </p:cNvPr>
          <p:cNvSpPr txBox="1"/>
          <p:nvPr/>
        </p:nvSpPr>
        <p:spPr>
          <a:xfrm>
            <a:off x="8426782" y="1289278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65</a:t>
            </a: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14B57E3F-A289-454E-9606-9DE2D5AEF48E}"/>
              </a:ext>
            </a:extLst>
          </p:cNvPr>
          <p:cNvSpPr/>
          <p:nvPr/>
        </p:nvSpPr>
        <p:spPr>
          <a:xfrm>
            <a:off x="4250327" y="103471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32AC41D8-CA97-4638-86E6-CF10F8020902}"/>
              </a:ext>
            </a:extLst>
          </p:cNvPr>
          <p:cNvSpPr/>
          <p:nvPr/>
        </p:nvSpPr>
        <p:spPr>
          <a:xfrm>
            <a:off x="4250328" y="1034715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27F2EC3F-B6FB-4FEF-9F8E-F02B9B08CA70}"/>
              </a:ext>
            </a:extLst>
          </p:cNvPr>
          <p:cNvSpPr txBox="1"/>
          <p:nvPr/>
        </p:nvSpPr>
        <p:spPr>
          <a:xfrm>
            <a:off x="4928589" y="1118934"/>
            <a:ext cx="1811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MÉDIA  DO MÊS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B2E6552C-25E5-4A50-BE6E-0CCABD0AB438}"/>
              </a:ext>
            </a:extLst>
          </p:cNvPr>
          <p:cNvSpPr txBox="1"/>
          <p:nvPr/>
        </p:nvSpPr>
        <p:spPr>
          <a:xfrm>
            <a:off x="4250326" y="1269642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76,11</a:t>
            </a:r>
            <a:endParaRPr lang="pt-BR" sz="6000" b="1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FFA7B38D-33D4-44A2-A850-4CE694DBF118}"/>
              </a:ext>
            </a:extLst>
          </p:cNvPr>
          <p:cNvSpPr txBox="1"/>
          <p:nvPr/>
        </p:nvSpPr>
        <p:spPr>
          <a:xfrm>
            <a:off x="4501413" y="218749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43" name="Google Shape;2081;p50">
            <a:extLst>
              <a:ext uri="{FF2B5EF4-FFF2-40B4-BE49-F238E27FC236}">
                <a16:creationId xmlns:a16="http://schemas.microsoft.com/office/drawing/2014/main" id="{2FAE6210-2975-4948-B144-3AC5F39539B9}"/>
              </a:ext>
            </a:extLst>
          </p:cNvPr>
          <p:cNvSpPr/>
          <p:nvPr/>
        </p:nvSpPr>
        <p:spPr>
          <a:xfrm>
            <a:off x="717771" y="1090898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" name="Google Shape;2561;p51">
            <a:extLst>
              <a:ext uri="{FF2B5EF4-FFF2-40B4-BE49-F238E27FC236}">
                <a16:creationId xmlns:a16="http://schemas.microsoft.com/office/drawing/2014/main" id="{FA05CF1A-469F-455B-BEDE-0FEB762402FB}"/>
              </a:ext>
            </a:extLst>
          </p:cNvPr>
          <p:cNvGrpSpPr/>
          <p:nvPr/>
        </p:nvGrpSpPr>
        <p:grpSpPr>
          <a:xfrm>
            <a:off x="4567373" y="1161052"/>
            <a:ext cx="230870" cy="230118"/>
            <a:chOff x="852385" y="1510916"/>
            <a:chExt cx="353145" cy="351998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3" name="Google Shape;2562;p51">
              <a:extLst>
                <a:ext uri="{FF2B5EF4-FFF2-40B4-BE49-F238E27FC236}">
                  <a16:creationId xmlns:a16="http://schemas.microsoft.com/office/drawing/2014/main" id="{B8E3C87E-7523-4330-9AC2-B6D3C7D4141E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563;p51">
              <a:extLst>
                <a:ext uri="{FF2B5EF4-FFF2-40B4-BE49-F238E27FC236}">
                  <a16:creationId xmlns:a16="http://schemas.microsoft.com/office/drawing/2014/main" id="{1919F32F-8FE3-4E2C-B0FC-28AAAB49DEF6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64;p51">
              <a:extLst>
                <a:ext uri="{FF2B5EF4-FFF2-40B4-BE49-F238E27FC236}">
                  <a16:creationId xmlns:a16="http://schemas.microsoft.com/office/drawing/2014/main" id="{CA4BE8FC-BFBD-4665-AB35-B56061B229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3637;p53">
            <a:extLst>
              <a:ext uri="{FF2B5EF4-FFF2-40B4-BE49-F238E27FC236}">
                <a16:creationId xmlns:a16="http://schemas.microsoft.com/office/drawing/2014/main" id="{4AD75BB9-FA08-4795-8951-1D6FAE49B1F3}"/>
              </a:ext>
            </a:extLst>
          </p:cNvPr>
          <p:cNvGrpSpPr/>
          <p:nvPr/>
        </p:nvGrpSpPr>
        <p:grpSpPr>
          <a:xfrm>
            <a:off x="8649695" y="1169935"/>
            <a:ext cx="286642" cy="288164"/>
            <a:chOff x="7098912" y="1969392"/>
            <a:chExt cx="359651" cy="361560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7" name="Google Shape;3638;p53">
              <a:extLst>
                <a:ext uri="{FF2B5EF4-FFF2-40B4-BE49-F238E27FC236}">
                  <a16:creationId xmlns:a16="http://schemas.microsoft.com/office/drawing/2014/main" id="{720044B5-7EC5-459E-A6AE-048C2133F775}"/>
                </a:ext>
              </a:extLst>
            </p:cNvPr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" name="Google Shape;3639;p53">
              <a:extLst>
                <a:ext uri="{FF2B5EF4-FFF2-40B4-BE49-F238E27FC236}">
                  <a16:creationId xmlns:a16="http://schemas.microsoft.com/office/drawing/2014/main" id="{FC9BBF50-6DDB-4E90-BFCE-9AE41ECC7DCE}"/>
                </a:ext>
              </a:extLst>
            </p:cNvPr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9" name="Google Shape;3640;p53">
              <a:extLst>
                <a:ext uri="{FF2B5EF4-FFF2-40B4-BE49-F238E27FC236}">
                  <a16:creationId xmlns:a16="http://schemas.microsoft.com/office/drawing/2014/main" id="{CFF6D3A9-9607-469D-811B-FCB4162826D3}"/>
                </a:ext>
              </a:extLst>
            </p:cNvPr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0" name="Google Shape;3641;p53">
              <a:extLst>
                <a:ext uri="{FF2B5EF4-FFF2-40B4-BE49-F238E27FC236}">
                  <a16:creationId xmlns:a16="http://schemas.microsoft.com/office/drawing/2014/main" id="{DB651687-7563-4694-B26B-5A783AE845C3}"/>
                </a:ext>
              </a:extLst>
            </p:cNvPr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1" name="Google Shape;3642;p53">
              <a:extLst>
                <a:ext uri="{FF2B5EF4-FFF2-40B4-BE49-F238E27FC236}">
                  <a16:creationId xmlns:a16="http://schemas.microsoft.com/office/drawing/2014/main" id="{865F944F-1BF6-4B63-9342-8FF534273A68}"/>
                </a:ext>
              </a:extLst>
            </p:cNvPr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2" name="Google Shape;3643;p53">
              <a:extLst>
                <a:ext uri="{FF2B5EF4-FFF2-40B4-BE49-F238E27FC236}">
                  <a16:creationId xmlns:a16="http://schemas.microsoft.com/office/drawing/2014/main" id="{E1A349CE-F0AF-49B1-AF89-7EBC145FD517}"/>
                </a:ext>
              </a:extLst>
            </p:cNvPr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3" name="Google Shape;3644;p53">
              <a:extLst>
                <a:ext uri="{FF2B5EF4-FFF2-40B4-BE49-F238E27FC236}">
                  <a16:creationId xmlns:a16="http://schemas.microsoft.com/office/drawing/2014/main" id="{544C8F6D-6685-4C1E-A1FC-7D7F95AE4AD9}"/>
                </a:ext>
              </a:extLst>
            </p:cNvPr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4" name="Google Shape;3645;p53">
              <a:extLst>
                <a:ext uri="{FF2B5EF4-FFF2-40B4-BE49-F238E27FC236}">
                  <a16:creationId xmlns:a16="http://schemas.microsoft.com/office/drawing/2014/main" id="{74FC2806-F583-402D-A48B-18F4122BA020}"/>
                </a:ext>
              </a:extLst>
            </p:cNvPr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5" name="Google Shape;3646;p53">
              <a:extLst>
                <a:ext uri="{FF2B5EF4-FFF2-40B4-BE49-F238E27FC236}">
                  <a16:creationId xmlns:a16="http://schemas.microsoft.com/office/drawing/2014/main" id="{6FC96592-2A6E-4DB9-9131-CD4DC2115BB0}"/>
                </a:ext>
              </a:extLst>
            </p:cNvPr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6" name="Google Shape;3647;p53">
              <a:extLst>
                <a:ext uri="{FF2B5EF4-FFF2-40B4-BE49-F238E27FC236}">
                  <a16:creationId xmlns:a16="http://schemas.microsoft.com/office/drawing/2014/main" id="{90596896-1DCC-415F-9A2F-919E17534953}"/>
                </a:ext>
              </a:extLst>
            </p:cNvPr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7" name="Google Shape;3648;p53">
              <a:extLst>
                <a:ext uri="{FF2B5EF4-FFF2-40B4-BE49-F238E27FC236}">
                  <a16:creationId xmlns:a16="http://schemas.microsoft.com/office/drawing/2014/main" id="{71CF477D-1DB6-4289-B06B-1FEC11D46A4E}"/>
                </a:ext>
              </a:extLst>
            </p:cNvPr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8" name="Google Shape;3649;p53">
              <a:extLst>
                <a:ext uri="{FF2B5EF4-FFF2-40B4-BE49-F238E27FC236}">
                  <a16:creationId xmlns:a16="http://schemas.microsoft.com/office/drawing/2014/main" id="{2A31E7BC-0C90-475A-BA8F-0DD0E5DA2140}"/>
                </a:ext>
              </a:extLst>
            </p:cNvPr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9" name="Google Shape;3650;p53">
              <a:extLst>
                <a:ext uri="{FF2B5EF4-FFF2-40B4-BE49-F238E27FC236}">
                  <a16:creationId xmlns:a16="http://schemas.microsoft.com/office/drawing/2014/main" id="{61E3588D-84A4-4DAD-A606-CF0D951733BC}"/>
                </a:ext>
              </a:extLst>
            </p:cNvPr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26FE4117-0B31-45D8-BB3E-B9DCE4B9D21F}"/>
              </a:ext>
            </a:extLst>
          </p:cNvPr>
          <p:cNvSpPr txBox="1"/>
          <p:nvPr/>
        </p:nvSpPr>
        <p:spPr>
          <a:xfrm>
            <a:off x="8677869" y="216531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52AD7D11-7E76-41F2-A6E5-6FFDF70046B7}"/>
              </a:ext>
            </a:extLst>
          </p:cNvPr>
          <p:cNvSpPr txBox="1"/>
          <p:nvPr/>
        </p:nvSpPr>
        <p:spPr>
          <a:xfrm>
            <a:off x="794506" y="217794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9A59BC82-3516-0C14-D4EE-673BF2C276F4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5F086875-8EF0-57BF-0155-F15977B6485A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AF1B93A-7A04-73EE-913D-7E82B7C9BE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3514" y="0"/>
            <a:ext cx="6834659" cy="371724"/>
          </a:xfrm>
          <a:prstGeom prst="rect">
            <a:avLst/>
          </a:prstGeom>
        </p:spPr>
      </p:pic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B6CB2564-1CE7-553D-E921-BE655203FCA8}"/>
              </a:ext>
            </a:extLst>
          </p:cNvPr>
          <p:cNvSpPr/>
          <p:nvPr/>
        </p:nvSpPr>
        <p:spPr>
          <a:xfrm>
            <a:off x="10183368" y="154969"/>
            <a:ext cx="1080648" cy="134697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EBAE24C8-7756-AD63-F949-22F95F2E78B7}"/>
              </a:ext>
            </a:extLst>
          </p:cNvPr>
          <p:cNvSpPr/>
          <p:nvPr/>
        </p:nvSpPr>
        <p:spPr>
          <a:xfrm>
            <a:off x="6433787" y="355475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5A8C29EB-C261-30D0-B4FA-BEEAF8BB7F7C}"/>
              </a:ext>
            </a:extLst>
          </p:cNvPr>
          <p:cNvSpPr/>
          <p:nvPr/>
        </p:nvSpPr>
        <p:spPr>
          <a:xfrm>
            <a:off x="616259" y="355475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1" name="Gráfico 10">
            <a:extLst>
              <a:ext uri="{FF2B5EF4-FFF2-40B4-BE49-F238E27FC236}">
                <a16:creationId xmlns:a16="http://schemas.microsoft.com/office/drawing/2014/main" id="{10C8A205-FD08-5F73-238D-0B9363FF15A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91504980"/>
              </p:ext>
            </p:extLst>
          </p:nvPr>
        </p:nvGraphicFramePr>
        <p:xfrm>
          <a:off x="6713007" y="3704037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Gráfico 11">
            <a:extLst>
              <a:ext uri="{FF2B5EF4-FFF2-40B4-BE49-F238E27FC236}">
                <a16:creationId xmlns:a16="http://schemas.microsoft.com/office/drawing/2014/main" id="{D1E56073-E7E7-214A-CE2F-2768DAFD20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20393666"/>
              </p:ext>
            </p:extLst>
          </p:nvPr>
        </p:nvGraphicFramePr>
        <p:xfrm>
          <a:off x="768805" y="3704037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Título 1">
            <a:extLst>
              <a:ext uri="{FF2B5EF4-FFF2-40B4-BE49-F238E27FC236}">
                <a16:creationId xmlns:a16="http://schemas.microsoft.com/office/drawing/2014/main" id="{91E6BAA0-66EB-B877-841C-8AF36FD70BFE}"/>
              </a:ext>
            </a:extLst>
          </p:cNvPr>
          <p:cNvSpPr txBox="1">
            <a:spLocks/>
          </p:cNvSpPr>
          <p:nvPr/>
        </p:nvSpPr>
        <p:spPr>
          <a:xfrm>
            <a:off x="3226455" y="443796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MENSAL </a:t>
            </a: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64FF15C7-9CF7-32C5-BAC6-2B17E85E8603}"/>
              </a:ext>
            </a:extLst>
          </p:cNvPr>
          <p:cNvSpPr txBox="1">
            <a:spLocks/>
          </p:cNvSpPr>
          <p:nvPr/>
        </p:nvSpPr>
        <p:spPr>
          <a:xfrm>
            <a:off x="3285605" y="2846797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EC6708B-78F8-AEEE-B042-F47E3457A0E3}"/>
              </a:ext>
            </a:extLst>
          </p:cNvPr>
          <p:cNvSpPr txBox="1"/>
          <p:nvPr/>
        </p:nvSpPr>
        <p:spPr>
          <a:xfrm>
            <a:off x="2750576" y="1683744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justificada*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70B36B1C-3B64-57D4-F43B-DEF1BA373D3A}"/>
              </a:ext>
            </a:extLst>
          </p:cNvPr>
          <p:cNvSpPr txBox="1"/>
          <p:nvPr/>
        </p:nvSpPr>
        <p:spPr>
          <a:xfrm>
            <a:off x="10718949" y="1682038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</p:spTree>
    <p:extLst>
      <p:ext uri="{BB962C8B-B14F-4D97-AF65-F5344CB8AC3E}">
        <p14:creationId xmlns:p14="http://schemas.microsoft.com/office/powerpoint/2010/main" val="28987492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5C30D4-5FB0-2070-BA00-9E219C314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tângulo: Cantos Arredondados 31">
            <a:extLst>
              <a:ext uri="{FF2B5EF4-FFF2-40B4-BE49-F238E27FC236}">
                <a16:creationId xmlns:a16="http://schemas.microsoft.com/office/drawing/2014/main" id="{BAF8061E-A2FE-987C-DD3F-26F491E77A87}"/>
              </a:ext>
            </a:extLst>
          </p:cNvPr>
          <p:cNvSpPr/>
          <p:nvPr/>
        </p:nvSpPr>
        <p:spPr>
          <a:xfrm>
            <a:off x="3415292" y="1070810"/>
            <a:ext cx="4846674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BD07A4D6-EB74-2360-B852-F04C5B507659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0AEE683D-362E-878B-2369-5A1663B51BF1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D0EFABD4-90CF-4B6A-8C38-61C54792FF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3514" y="0"/>
            <a:ext cx="6834659" cy="371724"/>
          </a:xfrm>
          <a:prstGeom prst="rect">
            <a:avLst/>
          </a:prstGeom>
        </p:spPr>
      </p:pic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72BBE69E-CD83-419A-8353-298F0A9973DD}"/>
              </a:ext>
            </a:extLst>
          </p:cNvPr>
          <p:cNvSpPr/>
          <p:nvPr/>
        </p:nvSpPr>
        <p:spPr>
          <a:xfrm>
            <a:off x="10183368" y="154969"/>
            <a:ext cx="1080648" cy="134697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1" name="Gráfico 10">
            <a:extLst>
              <a:ext uri="{FF2B5EF4-FFF2-40B4-BE49-F238E27FC236}">
                <a16:creationId xmlns:a16="http://schemas.microsoft.com/office/drawing/2014/main" id="{C4B02C4A-3F93-4F71-AE26-7F1ED7D571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70847498"/>
              </p:ext>
            </p:extLst>
          </p:nvPr>
        </p:nvGraphicFramePr>
        <p:xfrm>
          <a:off x="3778992" y="1034953"/>
          <a:ext cx="4157940" cy="2341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1" name="Título 1">
            <a:extLst>
              <a:ext uri="{FF2B5EF4-FFF2-40B4-BE49-F238E27FC236}">
                <a16:creationId xmlns:a16="http://schemas.microsoft.com/office/drawing/2014/main" id="{FA242372-A1A2-38D1-E6F1-1AC0C493438A}"/>
              </a:ext>
            </a:extLst>
          </p:cNvPr>
          <p:cNvSpPr txBox="1">
            <a:spLocks/>
          </p:cNvSpPr>
          <p:nvPr/>
        </p:nvSpPr>
        <p:spPr>
          <a:xfrm>
            <a:off x="3415292" y="46986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BED62C60-F3E2-8E8B-08F4-0C639FC2C1B9}"/>
              </a:ext>
            </a:extLst>
          </p:cNvPr>
          <p:cNvSpPr/>
          <p:nvPr/>
        </p:nvSpPr>
        <p:spPr>
          <a:xfrm>
            <a:off x="714154" y="3908470"/>
            <a:ext cx="493020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AEF4C487-A273-5C35-9543-E717939E3E01}"/>
              </a:ext>
            </a:extLst>
          </p:cNvPr>
          <p:cNvSpPr/>
          <p:nvPr/>
        </p:nvSpPr>
        <p:spPr>
          <a:xfrm>
            <a:off x="6547637" y="3908470"/>
            <a:ext cx="493020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373BEA4-1D38-1B8A-CF64-F306EAD6E667}"/>
              </a:ext>
            </a:extLst>
          </p:cNvPr>
          <p:cNvSpPr txBox="1"/>
          <p:nvPr/>
        </p:nvSpPr>
        <p:spPr>
          <a:xfrm>
            <a:off x="8920237" y="5087565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  <a:endParaRPr lang="pt-BR" sz="7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7" name="Gráfico 6">
            <a:extLst>
              <a:ext uri="{FF2B5EF4-FFF2-40B4-BE49-F238E27FC236}">
                <a16:creationId xmlns:a16="http://schemas.microsoft.com/office/drawing/2014/main" id="{CEC66AF5-D6A1-2B07-7393-3E3B7DD4B33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45930908"/>
              </p:ext>
            </p:extLst>
          </p:nvPr>
        </p:nvGraphicFramePr>
        <p:xfrm>
          <a:off x="6652627" y="3884777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7" name="Gráfico 16">
            <a:extLst>
              <a:ext uri="{FF2B5EF4-FFF2-40B4-BE49-F238E27FC236}">
                <a16:creationId xmlns:a16="http://schemas.microsoft.com/office/drawing/2014/main" id="{D6537593-5F7E-FED8-299B-01C8530F0BA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84189282"/>
              </p:ext>
            </p:extLst>
          </p:nvPr>
        </p:nvGraphicFramePr>
        <p:xfrm>
          <a:off x="821069" y="3936008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2955920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m 24">
            <a:extLst>
              <a:ext uri="{FF2B5EF4-FFF2-40B4-BE49-F238E27FC236}">
                <a16:creationId xmlns:a16="http://schemas.microsoft.com/office/drawing/2014/main" id="{5690F34F-6DC4-4D3B-8AE5-0F7CF3C14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526" y="4867357"/>
            <a:ext cx="1864237" cy="741712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984C369A-FC16-4D49-A9F0-7F27D392F9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947"/>
          <a:stretch>
            <a:fillRect/>
          </a:stretch>
        </p:blipFill>
        <p:spPr>
          <a:xfrm>
            <a:off x="848018" y="578522"/>
            <a:ext cx="2818941" cy="892469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1C1F5892-E6FF-4C14-BF4B-C8D9A96587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9323" y="744087"/>
            <a:ext cx="6834659" cy="371724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298AD8E-BC99-20BF-53C9-625BD7B551C4}"/>
              </a:ext>
            </a:extLst>
          </p:cNvPr>
          <p:cNvSpPr txBox="1">
            <a:spLocks/>
          </p:cNvSpPr>
          <p:nvPr/>
        </p:nvSpPr>
        <p:spPr>
          <a:xfrm>
            <a:off x="1178351" y="2878286"/>
            <a:ext cx="9426804" cy="10016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800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“Resultados consistentes são construídos com análise, </a:t>
            </a:r>
          </a:p>
          <a:p>
            <a:pPr>
              <a:lnSpc>
                <a:spcPct val="150000"/>
              </a:lnSpc>
            </a:pPr>
            <a:r>
              <a:rPr lang="pt-BR" sz="1800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direcionamento e ação.”</a:t>
            </a:r>
            <a:endParaRPr lang="pt-BR" sz="2800" b="1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480997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3902</TotalTime>
  <Words>603</Words>
  <Application>Microsoft Office PowerPoint</Application>
  <PresentationFormat>Widescreen</PresentationFormat>
  <Paragraphs>253</Paragraphs>
  <Slides>15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Tema do Office</vt:lpstr>
      <vt:lpstr>RELATÓRIO  </vt:lpstr>
      <vt:lpstr>Apresentação do PowerPoint</vt:lpstr>
      <vt:lpstr>CENTRAL DE AJUDA</vt:lpstr>
      <vt:lpstr>Apresentação do PowerPoint</vt:lpstr>
      <vt:lpstr>Apresentação do PowerPoint</vt:lpstr>
      <vt:lpstr>CHAT</vt:lpstr>
      <vt:lpstr>Apresentação do PowerPoint</vt:lpstr>
      <vt:lpstr>Apresentação do PowerPoint</vt:lpstr>
      <vt:lpstr>CONSUMIDOR.GOV</vt:lpstr>
      <vt:lpstr>Apresentação do PowerPoint</vt:lpstr>
      <vt:lpstr>Apresentação do PowerPoint</vt:lpstr>
      <vt:lpstr>RECLAME AQUI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RELATÓRIO</dc:title>
  <dc:creator>MONITORIA</dc:creator>
  <cp:lastModifiedBy>Qualidade ITS</cp:lastModifiedBy>
  <cp:revision>133</cp:revision>
  <dcterms:created xsi:type="dcterms:W3CDTF">2026-02-20T17:53:40Z</dcterms:created>
  <dcterms:modified xsi:type="dcterms:W3CDTF">2026-09-11T19:14:24Z</dcterms:modified>
</cp:coreProperties>
</file>
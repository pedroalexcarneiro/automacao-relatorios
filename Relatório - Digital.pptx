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notesSlides/notesSlide1.xml" ContentType="application/vnd.openxmlformats-officedocument.presentationml.notesSlid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89" r:id="rId3"/>
    <p:sldId id="280" r:id="rId4"/>
    <p:sldId id="259" r:id="rId5"/>
    <p:sldId id="261" r:id="rId6"/>
    <p:sldId id="283" r:id="rId7"/>
    <p:sldId id="290" r:id="rId8"/>
    <p:sldId id="293" r:id="rId9"/>
    <p:sldId id="282" r:id="rId10"/>
    <p:sldId id="291" r:id="rId11"/>
    <p:sldId id="272" r:id="rId12"/>
    <p:sldId id="281" r:id="rId13"/>
    <p:sldId id="292" r:id="rId14"/>
    <p:sldId id="285" r:id="rId15"/>
    <p:sldId id="274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2D4"/>
    <a:srgbClr val="F9F9F9"/>
    <a:srgbClr val="FFC000"/>
    <a:srgbClr val="7F7F7F"/>
    <a:srgbClr val="00B050"/>
    <a:srgbClr val="FA9382"/>
    <a:srgbClr val="FFFFFF"/>
    <a:srgbClr val="194E8E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7" autoAdjust="0"/>
    <p:restoredTop sz="95394" autoAdjust="0"/>
  </p:normalViewPr>
  <p:slideViewPr>
    <p:cSldViewPr snapToGrid="0">
      <p:cViewPr varScale="1">
        <p:scale>
          <a:sx n="86" d="100"/>
          <a:sy n="86" d="100"/>
        </p:scale>
        <p:origin x="6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9</c:v>
                </c:pt>
                <c:pt idx="2">
                  <c:v>11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6-42C8-AD67-FAA98B7D4E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</c:v>
                </c:pt>
                <c:pt idx="1">
                  <c:v>20</c:v>
                </c:pt>
                <c:pt idx="2">
                  <c:v>21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36-4977-A7C9-2747BBF2E2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92.48</c:v>
                </c:pt>
                <c:pt idx="1">
                  <c:v>77.78</c:v>
                </c:pt>
                <c:pt idx="2">
                  <c:v>90.91</c:v>
                </c:pt>
                <c:pt idx="3">
                  <c:v>86.33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6.166159050974714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1C-4544-B807-43A658E4246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78.77</c:v>
                </c:pt>
                <c:pt idx="1">
                  <c:v>81.3</c:v>
                </c:pt>
                <c:pt idx="2">
                  <c:v>75.62</c:v>
                </c:pt>
                <c:pt idx="3">
                  <c:v>80.62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7</c:v>
                </c:pt>
                <c:pt idx="2">
                  <c:v>10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89-448A-97A5-5BFC6BEC29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89-448A-97A5-5BFC6BEC296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4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770-4FE1-8FB8-B92F1322A6B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0.92859999999999998</c:v>
                </c:pt>
                <c:pt idx="1">
                  <c:v>0.85709999999999997</c:v>
                </c:pt>
                <c:pt idx="2">
                  <c:v>1</c:v>
                </c:pt>
                <c:pt idx="3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770-4FE1-8FB8-B92F1322A6B9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9.6505731098990385E-17"/>
                  <c:y val="1.925110659567507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ACB-4BA7-BEB4-75649996CBA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7.1400000000000005E-2</c:v>
                </c:pt>
                <c:pt idx="1">
                  <c:v>0</c:v>
                </c:pt>
                <c:pt idx="2">
                  <c:v>0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0.1429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Pt>
                  <c:idx val="0"/>
                  <c:invertIfNegative val="0"/>
                  <c:bubble3D val="0"/>
                  <c:spPr>
                    <a:solidFill>
                      <a:srgbClr val="FFC000"/>
                    </a:solidFill>
                    <a:ln>
                      <a:noFill/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1-EB18-45A0-B861-29E114BD67BE}"/>
                    </c:ext>
                  </c:extLst>
                </c:dPt>
                <c:dLbls>
                  <c:dLbl>
                    <c:idx val="0"/>
                    <c:layout>
                      <c:manualLayout>
                        <c:x val="-4.8252865549495192E-17"/>
                        <c:y val="4.5390376358926581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EB18-45A0-B861-29E114BD67BE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7.1400000000000005E-2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EB18-45A0-B861-29E114BD67BE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1</c:v>
                </c:pt>
                <c:pt idx="2">
                  <c:v>0.8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0EE-40B3-97E5-C571C24666EF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</c:v>
                </c:pt>
                <c:pt idx="1">
                  <c:v>0</c:v>
                </c:pt>
                <c:pt idx="2">
                  <c:v>0.2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8.995766502492542E-4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F0EE-40B3-97E5-C571C24666EF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F0EE-40B3-97E5-C571C24666EF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26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A4-48E1-A7C6-409E7A20E6D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42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A4-48E1-A7C6-409E7A20E6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3558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E09-4425-A2C5-44CE109969F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90.95</c:v>
                </c:pt>
                <c:pt idx="1">
                  <c:v>89.5</c:v>
                </c:pt>
                <c:pt idx="2">
                  <c:v>88.22</c:v>
                </c:pt>
                <c:pt idx="3">
                  <c:v>79.73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849847715292414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0A4-42A5-9520-8DC6C0F17ED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86.9</c:v>
                </c:pt>
                <c:pt idx="1">
                  <c:v>79.790000000000006</c:v>
                </c:pt>
                <c:pt idx="2">
                  <c:v>79.319999999999993</c:v>
                </c:pt>
                <c:pt idx="3">
                  <c:v>79.819999999999993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31</c:v>
                </c:pt>
                <c:pt idx="2">
                  <c:v>43</c:v>
                </c:pt>
                <c:pt idx="3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90-4F4E-A83D-20B00F449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8</c:v>
                </c:pt>
                <c:pt idx="2">
                  <c:v>8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90-4F4E-A83D-20B00F4496D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7.8960146679352798E-3"/>
                  <c:y val="8.538911262832710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619-4462-9C86-CC3E07FA2B8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0.91110000000000002</c:v>
                </c:pt>
                <c:pt idx="1">
                  <c:v>1</c:v>
                </c:pt>
                <c:pt idx="2">
                  <c:v>0.86050000000000004</c:v>
                </c:pt>
                <c:pt idx="3">
                  <c:v>0.97960000000000003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619-4462-9C86-CC3E07FA2B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4.379824208422432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619-4462-9C86-CC3E07FA2B8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2.2200000000000001E-2</c:v>
                </c:pt>
                <c:pt idx="1">
                  <c:v>0</c:v>
                </c:pt>
                <c:pt idx="2">
                  <c:v>2.3300000000000001E-2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619-4462-9C86-CC3E07FA2B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6.6699999999999995E-2</c:v>
                </c:pt>
                <c:pt idx="1">
                  <c:v>0</c:v>
                </c:pt>
                <c:pt idx="2">
                  <c:v>0.1163</c:v>
                </c:pt>
                <c:pt idx="3">
                  <c:v>2.0400000000000001E-2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0BF-4CE9-8E41-CDD9F3C4C9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0.875</c:v>
                </c:pt>
                <c:pt idx="2">
                  <c:v>0.875</c:v>
                </c:pt>
                <c:pt idx="3">
                  <c:v>0.91669999999999996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0E-4497-8EEA-1FC5F21F11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8.3299999999999999E-2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00E-4497-8EEA-1FC5F21F111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1827E-3"/>
                  <c:y val="-1.263730599241096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0.125</c:v>
                </c:pt>
                <c:pt idx="2">
                  <c:v>0.125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00E-4497-8EEA-1FC5F21F11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5996633826815589E-17"/>
                  <c:y val="3.69969543058482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F75-4950-A880-04BAB1B94231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98.5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1631913880431178E-3"/>
                  <c:y val="3.083079525487357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738-46F7-8B1B-5A4D395EE057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60</c:v>
                </c:pt>
                <c:pt idx="1">
                  <c:v>93.75</c:v>
                </c:pt>
                <c:pt idx="2">
                  <c:v>73.25</c:v>
                </c:pt>
                <c:pt idx="3">
                  <c:v>93.5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7C-4335-A6A7-793673C903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7C-4335-A6A7-793673C903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layout>
        <c:manualLayout>
          <c:xMode val="edge"/>
          <c:yMode val="edge"/>
          <c:x val="0.25441877468169333"/>
          <c:y val="1.627425494026152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CA-4C91-AC7A-C4651CB366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6CA-4C91-AC7A-C4651CB366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6"/>
        <c:overlap val="-34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7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8424034225182368E-2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0.5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15A-441C-8CEE-B88F25E81A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0.5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4.75146077280451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312E-3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C96-425E-B00B-A84AD8425C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496682654983009"/>
          <c:w val="0.8744435946646657"/>
          <c:h val="0.4276580879371964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95-4844-A746-0B9E7D9C49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95-4844-A746-0B9E7D9C493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73.38</c:v>
                </c:pt>
                <c:pt idx="1">
                  <c:v>94.25</c:v>
                </c:pt>
                <c:pt idx="2">
                  <c:v>81.75</c:v>
                </c:pt>
                <c:pt idx="3">
                  <c:v>82.75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EF0-4A10-A9AF-A05C6EA03614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71.56</c:v>
                </c:pt>
                <c:pt idx="1">
                  <c:v>62.5</c:v>
                </c:pt>
                <c:pt idx="2">
                  <c:v>72.75</c:v>
                </c:pt>
                <c:pt idx="3">
                  <c:v>70.5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4</c:v>
                </c:pt>
                <c:pt idx="2">
                  <c:v>6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F5-4269-8225-8B2ECE3D89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0F5-4269-8225-8B2ECE3D896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</c:v>
                </c:pt>
                <c:pt idx="1">
                  <c:v>1</c:v>
                </c:pt>
                <c:pt idx="2">
                  <c:v>1</c:v>
                </c:pt>
                <c:pt idx="3">
                  <c:v>0.66669999999999996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1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0.25</c:v>
                </c:pt>
                <c:pt idx="1">
                  <c:v>0</c:v>
                </c:pt>
                <c:pt idx="2">
                  <c:v>0</c:v>
                </c:pt>
                <c:pt idx="3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2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2798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290-4464-86F7-897D890F7A9D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0.25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B290-4464-86F7-897D890F7A9D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F0-474E-AF93-E9E6C240F6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0.83330000000000004</c:v>
                </c:pt>
                <c:pt idx="1">
                  <c:v>1</c:v>
                </c:pt>
                <c:pt idx="2">
                  <c:v>0.83330000000000004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0F0-474E-AF93-E9E6C240F6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0.16669999999999999</c:v>
                </c:pt>
                <c:pt idx="1">
                  <c:v>0</c:v>
                </c:pt>
                <c:pt idx="2">
                  <c:v>0.16669999999999999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499999999999999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245EE-EF44-448C-B390-217F9D881779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80D8A-1E00-4A2A-88B3-6582234B067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814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F80D8A-1E00-4A2A-88B3-6582234B067C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0530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0.xml"/><Relationship Id="rId5" Type="http://schemas.openxmlformats.org/officeDocument/2006/relationships/chart" Target="../charts/chart19.xml"/><Relationship Id="rId4" Type="http://schemas.openxmlformats.org/officeDocument/2006/relationships/chart" Target="../charts/char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62258" y="5956397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 e os principais pontos de atenção identificados nas análises.</a:t>
            </a:r>
            <a:endParaRPr lang="pt-BR" sz="3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5965515-3D5D-5A3E-1B24-00E86B9AD3BF}"/>
              </a:ext>
            </a:extLst>
          </p:cNvPr>
          <p:cNvSpPr txBox="1"/>
          <p:nvPr/>
        </p:nvSpPr>
        <p:spPr>
          <a:xfrm>
            <a:off x="5236380" y="595239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dados apresentados estão atualizados até 23/05.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5BF4DCA-F9D8-94D4-47C3-B42835C9962D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0C2C49A-70D5-B043-A9ED-79C97B46C743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947F8D2-B7DD-DEA6-7D7C-E793DAB6EC4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C2A0558-0ED0-EE41-8E14-28F0430A6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19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3995377" y="5954236"/>
            <a:ext cx="1831154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650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4" y="124276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5" y="124276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5" y="132698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1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2" y="124108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6" y="138144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7" y="146608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140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1" y="149732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6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7" y="124276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8" y="132698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5" y="147769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82,57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2" y="23955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0" y="129894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2" y="136910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4" y="137798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8" y="237336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5" y="23859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9C63F8F-0531-804E-F85F-E6401D908C07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3F79045-AB50-81A8-1A4F-4F1E57AEDD67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E0A82EFD-F25B-8166-07B7-4A4608F003F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93C95DB-25A5-5447-04AF-6817919DD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DC23C52-4D9F-1809-BD9D-9B4514571405}"/>
              </a:ext>
            </a:extLst>
          </p:cNvPr>
          <p:cNvSpPr/>
          <p:nvPr/>
        </p:nvSpPr>
        <p:spPr>
          <a:xfrm>
            <a:off x="6483910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72535F3-25DB-B5C5-CB8F-828B3B10E987}"/>
              </a:ext>
            </a:extLst>
          </p:cNvPr>
          <p:cNvSpPr/>
          <p:nvPr/>
        </p:nvSpPr>
        <p:spPr>
          <a:xfrm>
            <a:off x="666382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FD7FBFC-6FA6-D582-3F59-A5FA76EBFF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3235087"/>
              </p:ext>
            </p:extLst>
          </p:nvPr>
        </p:nvGraphicFramePr>
        <p:xfrm>
          <a:off x="6763130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A29561B-997F-5ACD-7C60-2B392B72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617710"/>
              </p:ext>
            </p:extLst>
          </p:nvPr>
        </p:nvGraphicFramePr>
        <p:xfrm>
          <a:off x="818928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AF6E75EB-3948-A603-8201-4689A44B18F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EACF167-084B-69C7-560F-681E3D03BC1B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AA406EF-B0FF-94AA-508B-3A4D36360BA4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9FFA084-6D7A-A320-51A8-1CD9667CB200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0787C11-45D0-6551-6509-A1DB36261348}"/>
              </a:ext>
            </a:extLst>
          </p:cNvPr>
          <p:cNvSpPr/>
          <p:nvPr/>
        </p:nvSpPr>
        <p:spPr>
          <a:xfrm>
            <a:off x="3657162" y="111508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EC14DD09-7257-888A-71D8-5A0008C14CDF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85F5A0C0-7A54-42A8-B509-0D959EB5A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AF0FA4F4-D8E9-4061-A8E6-4292019307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0414002"/>
              </p:ext>
            </p:extLst>
          </p:nvPr>
        </p:nvGraphicFramePr>
        <p:xfrm>
          <a:off x="3933777" y="1198759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ítulo 1">
            <a:extLst>
              <a:ext uri="{FF2B5EF4-FFF2-40B4-BE49-F238E27FC236}">
                <a16:creationId xmlns:a16="http://schemas.microsoft.com/office/drawing/2014/main" id="{9A1B6907-BD84-CA9D-E82E-275FB2483BB5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8509E42-5362-7060-8841-46502B65AF52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C0A1B86-F275-6F9A-3005-250EF707185A}"/>
              </a:ext>
            </a:extLst>
          </p:cNvPr>
          <p:cNvSpPr txBox="1"/>
          <p:nvPr/>
        </p:nvSpPr>
        <p:spPr>
          <a:xfrm>
            <a:off x="1798919" y="493936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75,00%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CD6D621-F9FD-F075-0423-21ABC6C5AFAB}"/>
              </a:ext>
            </a:extLst>
          </p:cNvPr>
          <p:cNvSpPr txBox="1"/>
          <p:nvPr/>
        </p:nvSpPr>
        <p:spPr>
          <a:xfrm>
            <a:off x="2822161" y="5088805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46,67%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F02EF72-045A-F997-793E-591A13324516}"/>
              </a:ext>
            </a:extLst>
          </p:cNvPr>
          <p:cNvSpPr txBox="1"/>
          <p:nvPr/>
        </p:nvSpPr>
        <p:spPr>
          <a:xfrm>
            <a:off x="3869010" y="4723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93,33%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A38D612-CBB3-C650-D34C-123FB5310CAC}"/>
              </a:ext>
            </a:extLst>
          </p:cNvPr>
          <p:cNvSpPr txBox="1"/>
          <p:nvPr/>
        </p:nvSpPr>
        <p:spPr>
          <a:xfrm>
            <a:off x="4867332" y="502327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80,00%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682C3DD-CE77-E6B6-191F-127667879B3D}"/>
              </a:ext>
            </a:extLst>
          </p:cNvPr>
          <p:cNvSpPr txBox="1"/>
          <p:nvPr/>
        </p:nvSpPr>
        <p:spPr>
          <a:xfrm>
            <a:off x="6991011" y="4723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46,67%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DECFF1A-2A82-4A2D-EDC4-951F8982F407}"/>
              </a:ext>
            </a:extLst>
          </p:cNvPr>
          <p:cNvSpPr txBox="1"/>
          <p:nvPr/>
        </p:nvSpPr>
        <p:spPr>
          <a:xfrm>
            <a:off x="8030876" y="479652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61,54%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0E843B6D-C566-8352-094A-3E57D79BA2B9}"/>
              </a:ext>
            </a:extLst>
          </p:cNvPr>
          <p:cNvSpPr txBox="1"/>
          <p:nvPr/>
        </p:nvSpPr>
        <p:spPr>
          <a:xfrm>
            <a:off x="9056986" y="4935154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85,71%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21B77BE-BF5F-BB29-29AC-78519FD756EE}"/>
              </a:ext>
            </a:extLst>
          </p:cNvPr>
          <p:cNvSpPr txBox="1"/>
          <p:nvPr/>
        </p:nvSpPr>
        <p:spPr>
          <a:xfrm>
            <a:off x="10080400" y="4581083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595D4EFE-5ACD-294A-488D-43559A0CE5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9847881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B85BB87-1FF9-6918-FAF2-2FEAA5B392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227241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43123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6201973" y="5968967"/>
            <a:ext cx="892304" cy="28635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47378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8" y="125803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316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308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83,87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F127340-46BD-DEE7-6F1A-C4540983181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4C133F3-B550-25E9-6D16-003409C42B8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B2CC684-6328-B0ED-B812-7C57D36CA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03F555A-3398-84E4-EAC0-1132C41F4326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B764E04-9799-48D9-1C5D-19487B2D0BA0}"/>
              </a:ext>
            </a:extLst>
          </p:cNvPr>
          <p:cNvSpPr/>
          <p:nvPr/>
        </p:nvSpPr>
        <p:spPr>
          <a:xfrm>
            <a:off x="6433787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349252F-EFBD-36ED-6599-D1DC8F6063B1}"/>
              </a:ext>
            </a:extLst>
          </p:cNvPr>
          <p:cNvSpPr/>
          <p:nvPr/>
        </p:nvSpPr>
        <p:spPr>
          <a:xfrm>
            <a:off x="616259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55FB1950-0ACA-1FCE-1DF5-8B77FC735A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2282358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50FC1854-B884-22EF-2603-142F89053D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7850630"/>
              </p:ext>
            </p:extLst>
          </p:nvPr>
        </p:nvGraphicFramePr>
        <p:xfrm>
          <a:off x="768805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27EA90C-37F8-42B1-0DFE-0C911BE1789A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E25A136E-EB1F-651A-9BD6-B83FCE65A0AA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36AF1F8-661A-44EE-C163-111BFF041BD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A8CA652-EF22-B5DB-507A-C7AC0C6460C4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500245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5D185B-3446-D0A3-0114-7DBEBE0B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3CBDF75C-51B5-23F5-D8FD-6C33C59773A6}"/>
              </a:ext>
            </a:extLst>
          </p:cNvPr>
          <p:cNvSpPr/>
          <p:nvPr/>
        </p:nvSpPr>
        <p:spPr>
          <a:xfrm>
            <a:off x="3737809" y="110854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E25273-4FB8-CB88-A4FF-A5A42A3106F1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8EDA2541-3257-186A-CCE0-C1EDC0C18E2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E532A01-1288-EB64-3EC3-E483CE6F5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C5A1D70-E421-9490-1BF7-DF0AD74DD0DE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0D1E34C9-1C05-6A6A-3F0F-7927A3804F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3102304"/>
              </p:ext>
            </p:extLst>
          </p:nvPr>
        </p:nvGraphicFramePr>
        <p:xfrm>
          <a:off x="3937187" y="118201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2" name="Título 1">
            <a:extLst>
              <a:ext uri="{FF2B5EF4-FFF2-40B4-BE49-F238E27FC236}">
                <a16:creationId xmlns:a16="http://schemas.microsoft.com/office/drawing/2014/main" id="{F18BEA2B-734E-AA0C-988B-A473BB16D8B8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91BBB11-2F44-7B0E-C37C-656E27232E3D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D3EE40F-A0AC-85B4-6EF7-6A0DEB98D276}"/>
              </a:ext>
            </a:extLst>
          </p:cNvPr>
          <p:cNvSpPr txBox="1"/>
          <p:nvPr/>
        </p:nvSpPr>
        <p:spPr>
          <a:xfrm>
            <a:off x="9391791" y="4620379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2936D5E-14AC-7686-88BB-F41D483F95A1}"/>
              </a:ext>
            </a:extLst>
          </p:cNvPr>
          <p:cNvSpPr txBox="1"/>
          <p:nvPr/>
        </p:nvSpPr>
        <p:spPr>
          <a:xfrm>
            <a:off x="1843705" y="487020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82,93%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4E01773-A6DF-EC75-B477-FBE45AB99C1D}"/>
              </a:ext>
            </a:extLst>
          </p:cNvPr>
          <p:cNvSpPr txBox="1"/>
          <p:nvPr/>
        </p:nvSpPr>
        <p:spPr>
          <a:xfrm>
            <a:off x="2849592" y="4977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90,91%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CC3C933-4496-7397-EC01-4BF702DD3278}"/>
              </a:ext>
            </a:extLst>
          </p:cNvPr>
          <p:cNvSpPr txBox="1"/>
          <p:nvPr/>
        </p:nvSpPr>
        <p:spPr>
          <a:xfrm>
            <a:off x="3877274" y="477448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94,44%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C4C9F48-0B6C-99F8-981A-4C82AEF0FFC7}"/>
              </a:ext>
            </a:extLst>
          </p:cNvPr>
          <p:cNvSpPr txBox="1"/>
          <p:nvPr/>
        </p:nvSpPr>
        <p:spPr>
          <a:xfrm>
            <a:off x="4897033" y="465475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92,68%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05A147E-008F-8FD6-FFAF-EA3A56866320}"/>
              </a:ext>
            </a:extLst>
          </p:cNvPr>
          <p:cNvSpPr txBox="1"/>
          <p:nvPr/>
        </p:nvSpPr>
        <p:spPr>
          <a:xfrm>
            <a:off x="7012634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66,67%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218C925-F1D5-11B6-574F-28420FDF5F76}"/>
              </a:ext>
            </a:extLst>
          </p:cNvPr>
          <p:cNvSpPr txBox="1"/>
          <p:nvPr/>
        </p:nvSpPr>
        <p:spPr>
          <a:xfrm>
            <a:off x="8032683" y="458608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C9B4D17-F87C-824B-3BA3-09295A8AB239}"/>
              </a:ext>
            </a:extLst>
          </p:cNvPr>
          <p:cNvSpPr txBox="1"/>
          <p:nvPr/>
        </p:nvSpPr>
        <p:spPr>
          <a:xfrm>
            <a:off x="9063509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5896731-1722-7819-53A0-213247FB1124}"/>
              </a:ext>
            </a:extLst>
          </p:cNvPr>
          <p:cNvSpPr txBox="1"/>
          <p:nvPr/>
        </p:nvSpPr>
        <p:spPr>
          <a:xfrm>
            <a:off x="10097416" y="462436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830FF880-65A8-57EF-E548-580BBB0BFF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8348964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89249B1D-DDAD-8813-BE3A-36D9AC3FDB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0926044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069039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7411201" y="5962634"/>
            <a:ext cx="1393466" cy="32484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3840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08156" y="1250296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EB4A123-F6A8-6318-CAFE-F59EECC54BF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B6BF27-FE84-4B9C-F214-B2D089E78BD4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C1B430B-8F61-D960-D542-C5D68717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87237AD-EE76-C2D2-0E8C-72D4F1CB7688}"/>
              </a:ext>
            </a:extLst>
          </p:cNvPr>
          <p:cNvSpPr/>
          <p:nvPr/>
        </p:nvSpPr>
        <p:spPr>
          <a:xfrm>
            <a:off x="9186399" y="20622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36EAEFF-C4FB-FF77-38C6-067B7F3390ED}"/>
              </a:ext>
            </a:extLst>
          </p:cNvPr>
          <p:cNvSpPr/>
          <p:nvPr/>
        </p:nvSpPr>
        <p:spPr>
          <a:xfrm>
            <a:off x="6548974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5C2064E-DD01-3FCA-59C9-A7DC56202908}"/>
              </a:ext>
            </a:extLst>
          </p:cNvPr>
          <p:cNvSpPr/>
          <p:nvPr/>
        </p:nvSpPr>
        <p:spPr>
          <a:xfrm>
            <a:off x="731446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A438BCD8-7097-B836-6C11-2FB0DC258B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820154"/>
              </p:ext>
            </p:extLst>
          </p:nvPr>
        </p:nvGraphicFramePr>
        <p:xfrm>
          <a:off x="883992" y="371666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12950F81-05BC-FC2C-B222-135E0ABBC9E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1810947E-75B2-3A41-AAF8-BF8AA4E2D89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56ACA56-3DAA-22B1-5F7A-B199CE781D0C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6816B9A-68CC-F895-CC57-3618981B6345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E99D080B-87A6-E372-024A-8E1332538A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9046285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051274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FF4E82B-7C2A-B667-7CE0-9DCA6F3EC0A8}"/>
              </a:ext>
            </a:extLst>
          </p:cNvPr>
          <p:cNvSpPr/>
          <p:nvPr/>
        </p:nvSpPr>
        <p:spPr>
          <a:xfrm>
            <a:off x="3737810" y="104596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0B08BB1E-1D83-439F-9DC3-8AE51E983FE3}"/>
              </a:ext>
            </a:extLst>
          </p:cNvPr>
          <p:cNvSpPr/>
          <p:nvPr/>
        </p:nvSpPr>
        <p:spPr>
          <a:xfrm>
            <a:off x="10385102" y="21590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E061A10A-B80B-5C4C-6B80-49D23FC1673E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9DAC5C-931B-9BAC-3F3D-5295052BDA74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0AD642C-742E-DB7D-C6CD-C1CC9EC11D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5643698"/>
              </p:ext>
            </p:extLst>
          </p:nvPr>
        </p:nvGraphicFramePr>
        <p:xfrm>
          <a:off x="3937188" y="111943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AF993CD5-F904-F689-AC50-F9B160D1C768}"/>
              </a:ext>
            </a:extLst>
          </p:cNvPr>
          <p:cNvSpPr txBox="1"/>
          <p:nvPr/>
        </p:nvSpPr>
        <p:spPr>
          <a:xfrm>
            <a:off x="2778339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0C37DE5-92F8-9011-69CD-EFE1E5237EA9}"/>
              </a:ext>
            </a:extLst>
          </p:cNvPr>
          <p:cNvSpPr txBox="1"/>
          <p:nvPr/>
        </p:nvSpPr>
        <p:spPr>
          <a:xfrm>
            <a:off x="1807514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B1CE29B-28EF-BD78-3BA1-3D3B33E86D11}"/>
              </a:ext>
            </a:extLst>
          </p:cNvPr>
          <p:cNvSpPr txBox="1"/>
          <p:nvPr/>
        </p:nvSpPr>
        <p:spPr>
          <a:xfrm>
            <a:off x="3843302" y="525944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50,00%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DDE3BA6-1846-569F-15CB-995CC7E0CD4C}"/>
              </a:ext>
            </a:extLst>
          </p:cNvPr>
          <p:cNvSpPr txBox="1"/>
          <p:nvPr/>
        </p:nvSpPr>
        <p:spPr>
          <a:xfrm>
            <a:off x="4878812" y="515172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60,00%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05AFEA70-2073-F83C-85F9-8491769553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4018295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Gráfico 14">
            <a:extLst>
              <a:ext uri="{FF2B5EF4-FFF2-40B4-BE49-F238E27FC236}">
                <a16:creationId xmlns:a16="http://schemas.microsoft.com/office/drawing/2014/main" id="{22DD1160-3E61-2314-4B90-BA164CEB10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6932525"/>
              </p:ext>
            </p:extLst>
          </p:nvPr>
        </p:nvGraphicFramePr>
        <p:xfrm>
          <a:off x="6632733" y="3787144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060565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9127754" y="5973605"/>
            <a:ext cx="1483403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1773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43142" y="126964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76,11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A59BC82-3516-0C14-D4EE-673BF2C276F4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F086875-8EF0-57BF-0155-F15977B6485A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AF1B93A-7A04-73EE-913D-7E82B7C9B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B6CB2564-1CE7-553D-E921-BE655203FCA8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AE24C8-7756-AD63-F949-22F95F2E78B7}"/>
              </a:ext>
            </a:extLst>
          </p:cNvPr>
          <p:cNvSpPr/>
          <p:nvPr/>
        </p:nvSpPr>
        <p:spPr>
          <a:xfrm>
            <a:off x="6433787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A8C29EB-C261-30D0-B4FA-BEEAF8BB7F7C}"/>
              </a:ext>
            </a:extLst>
          </p:cNvPr>
          <p:cNvSpPr/>
          <p:nvPr/>
        </p:nvSpPr>
        <p:spPr>
          <a:xfrm>
            <a:off x="616259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10C8A205-FD08-5F73-238D-0B9363FF1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1504980"/>
              </p:ext>
            </p:extLst>
          </p:nvPr>
        </p:nvGraphicFramePr>
        <p:xfrm>
          <a:off x="6713007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1E56073-E7E7-214A-CE2F-2768DAFD20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0393666"/>
              </p:ext>
            </p:extLst>
          </p:nvPr>
        </p:nvGraphicFramePr>
        <p:xfrm>
          <a:off x="768805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ítulo 1">
            <a:extLst>
              <a:ext uri="{FF2B5EF4-FFF2-40B4-BE49-F238E27FC236}">
                <a16:creationId xmlns:a16="http://schemas.microsoft.com/office/drawing/2014/main" id="{91E6BAA0-66EB-B877-841C-8AF36FD70BFE}"/>
              </a:ext>
            </a:extLst>
          </p:cNvPr>
          <p:cNvSpPr txBox="1">
            <a:spLocks/>
          </p:cNvSpPr>
          <p:nvPr/>
        </p:nvSpPr>
        <p:spPr>
          <a:xfrm>
            <a:off x="3226455" y="443796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64FF15C7-9CF7-32C5-BAC6-2B17E85E8603}"/>
              </a:ext>
            </a:extLst>
          </p:cNvPr>
          <p:cNvSpPr txBox="1">
            <a:spLocks/>
          </p:cNvSpPr>
          <p:nvPr/>
        </p:nvSpPr>
        <p:spPr>
          <a:xfrm>
            <a:off x="3285605" y="2846797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EC6708B-78F8-AEEE-B042-F47E3457A0E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0B36B1C-3B64-57D4-F43B-DEF1BA373D3A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898749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BAF8061E-A2FE-987C-DD3F-26F491E77A87}"/>
              </a:ext>
            </a:extLst>
          </p:cNvPr>
          <p:cNvSpPr/>
          <p:nvPr/>
        </p:nvSpPr>
        <p:spPr>
          <a:xfrm>
            <a:off x="3415292" y="1070810"/>
            <a:ext cx="4846674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2BBE69E-CD83-419A-8353-298F0A9973DD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C4B02C4A-3F93-4F71-AE26-7F1ED7D571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0847498"/>
              </p:ext>
            </p:extLst>
          </p:nvPr>
        </p:nvGraphicFramePr>
        <p:xfrm>
          <a:off x="3778992" y="103495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Título 1">
            <a:extLst>
              <a:ext uri="{FF2B5EF4-FFF2-40B4-BE49-F238E27FC236}">
                <a16:creationId xmlns:a16="http://schemas.microsoft.com/office/drawing/2014/main" id="{FA242372-A1A2-38D1-E6F1-1AC0C493438A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D62C60-F3E2-8E8B-08F4-0C639FC2C1B9}"/>
              </a:ext>
            </a:extLst>
          </p:cNvPr>
          <p:cNvSpPr/>
          <p:nvPr/>
        </p:nvSpPr>
        <p:spPr>
          <a:xfrm>
            <a:off x="714154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F4C487-A273-5C35-9543-E717939E3E01}"/>
              </a:ext>
            </a:extLst>
          </p:cNvPr>
          <p:cNvSpPr/>
          <p:nvPr/>
        </p:nvSpPr>
        <p:spPr>
          <a:xfrm>
            <a:off x="6547637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373BEA4-1D38-1B8A-CF64-F306EAD6E667}"/>
              </a:ext>
            </a:extLst>
          </p:cNvPr>
          <p:cNvSpPr txBox="1"/>
          <p:nvPr/>
        </p:nvSpPr>
        <p:spPr>
          <a:xfrm>
            <a:off x="8920237" y="5087565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  <a:endParaRPr lang="pt-BR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CEC66AF5-D6A1-2B07-7393-3E3B7DD4B3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5930908"/>
              </p:ext>
            </p:extLst>
          </p:nvPr>
        </p:nvGraphicFramePr>
        <p:xfrm>
          <a:off x="6652627" y="3884777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7" name="Gráfico 16">
            <a:extLst>
              <a:ext uri="{FF2B5EF4-FFF2-40B4-BE49-F238E27FC236}">
                <a16:creationId xmlns:a16="http://schemas.microsoft.com/office/drawing/2014/main" id="{D6537593-5F7E-FED8-299B-01C8530F0B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4189282"/>
              </p:ext>
            </p:extLst>
          </p:nvPr>
        </p:nvGraphicFramePr>
        <p:xfrm>
          <a:off x="821069" y="393600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295592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298AD8E-BC99-20BF-53C9-625BD7B551C4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3902</TotalTime>
  <Words>544</Words>
  <Application>Microsoft Office PowerPoint</Application>
  <PresentationFormat>Widescreen</PresentationFormat>
  <Paragraphs>194</Paragraphs>
  <Slides>15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CENTRAL DE AJUDA</vt:lpstr>
      <vt:lpstr>Apresentação do PowerPoint</vt:lpstr>
      <vt:lpstr>Apresentação do PowerPoint</vt:lpstr>
      <vt:lpstr>CHAT</vt:lpstr>
      <vt:lpstr>Apresentação do PowerPoint</vt:lpstr>
      <vt:lpstr>Apresentação do PowerPoint</vt:lpstr>
      <vt:lpstr>CONSUMIDOR.GOV</vt:lpstr>
      <vt:lpstr>Apresentação do PowerPoint</vt:lpstr>
      <vt:lpstr>Apresentação do PowerPoint</vt:lpstr>
      <vt:lpstr>RECLAME AQUI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134</cp:revision>
  <dcterms:created xsi:type="dcterms:W3CDTF">2026-02-20T17:53:40Z</dcterms:created>
  <dcterms:modified xsi:type="dcterms:W3CDTF">2026-10-19T17:23:11Z</dcterms:modified>
</cp:coreProperties>
</file>